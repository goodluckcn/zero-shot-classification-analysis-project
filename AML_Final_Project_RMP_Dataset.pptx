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3" r:id="rId1"/>
  </p:sldMasterIdLst>
  <p:notesMasterIdLst>
    <p:notesMasterId r:id="rId12"/>
  </p:notesMasterIdLst>
  <p:handoutMasterIdLst>
    <p:handoutMasterId r:id="rId13"/>
  </p:handoutMasterIdLst>
  <p:sldIdLst>
    <p:sldId id="256" r:id="rId2"/>
    <p:sldId id="265" r:id="rId3"/>
    <p:sldId id="267" r:id="rId4"/>
    <p:sldId id="268" r:id="rId5"/>
    <p:sldId id="270" r:id="rId6"/>
    <p:sldId id="275" r:id="rId7"/>
    <p:sldId id="271" r:id="rId8"/>
    <p:sldId id="272" r:id="rId9"/>
    <p:sldId id="276" r:id="rId10"/>
    <p:sldId id="27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6571"/>
    <a:srgbClr val="FFD086"/>
    <a:srgbClr val="318B71"/>
    <a:srgbClr val="2683C6"/>
    <a:srgbClr val="F06F7B"/>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48" autoAdjust="0"/>
  </p:normalViewPr>
  <p:slideViewPr>
    <p:cSldViewPr snapToGrid="0">
      <p:cViewPr varScale="1">
        <p:scale>
          <a:sx n="85" d="100"/>
          <a:sy n="85" d="100"/>
        </p:scale>
        <p:origin x="590" y="6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7.xml.rels><?xml version="1.0" encoding="UTF-8" standalone="yes"?>
<Relationships xmlns="http://schemas.openxmlformats.org/package/2006/relationships"><Relationship Id="rId1" Type="http://schemas.openxmlformats.org/officeDocument/2006/relationships/image" Target="../media/image10.jpg"/></Relationships>
</file>

<file path=ppt/diagrams/_rels/data9.xml.rels><?xml version="1.0" encoding="UTF-8" standalone="yes"?>
<Relationships xmlns="http://schemas.openxmlformats.org/package/2006/relationships"><Relationship Id="rId1" Type="http://schemas.openxmlformats.org/officeDocument/2006/relationships/image" Target="../media/image10.jpg"/></Relationships>
</file>

<file path=ppt/diagrams/_rels/drawing7.xml.rels><?xml version="1.0" encoding="UTF-8" standalone="yes"?>
<Relationships xmlns="http://schemas.openxmlformats.org/package/2006/relationships"><Relationship Id="rId1" Type="http://schemas.openxmlformats.org/officeDocument/2006/relationships/image" Target="../media/image10.jpg"/></Relationships>
</file>

<file path=ppt/diagrams/_rels/drawing9.xml.rels><?xml version="1.0" encoding="UTF-8" standalone="yes"?>
<Relationships xmlns="http://schemas.openxmlformats.org/package/2006/relationships"><Relationship Id="rId1" Type="http://schemas.openxmlformats.org/officeDocument/2006/relationships/image" Target="../media/image10.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2BF487-2861-487F-8B26-E40E5E9BF36E}"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5A4575D9-9930-4EF0-802A-1FF6ED07D98E}">
      <dgm:prSet/>
      <dgm:spPr/>
      <dgm:t>
        <a:bodyPr/>
        <a:lstStyle/>
        <a:p>
          <a:r>
            <a:rPr lang="en-US" dirty="0"/>
            <a:t>Objectives</a:t>
          </a:r>
        </a:p>
      </dgm:t>
    </dgm:pt>
    <dgm:pt modelId="{EA63B6D0-BEA4-4D2D-9774-14B021F3CE75}" type="parTrans" cxnId="{C9F5F1D2-746A-4281-B5C2-4EF6831F5DC9}">
      <dgm:prSet/>
      <dgm:spPr/>
      <dgm:t>
        <a:bodyPr/>
        <a:lstStyle/>
        <a:p>
          <a:endParaRPr lang="en-US"/>
        </a:p>
      </dgm:t>
    </dgm:pt>
    <dgm:pt modelId="{AF7237C1-849B-4AC8-B3D2-11D51164D404}" type="sibTrans" cxnId="{C9F5F1D2-746A-4281-B5C2-4EF6831F5DC9}">
      <dgm:prSet/>
      <dgm:spPr/>
      <dgm:t>
        <a:bodyPr/>
        <a:lstStyle/>
        <a:p>
          <a:endParaRPr lang="en-US"/>
        </a:p>
      </dgm:t>
    </dgm:pt>
    <dgm:pt modelId="{2D939078-81EF-4088-AAFD-8033EEFDCA32}" type="pres">
      <dgm:prSet presAssocID="{042BF487-2861-487F-8B26-E40E5E9BF36E}" presName="linear" presStyleCnt="0">
        <dgm:presLayoutVars>
          <dgm:animLvl val="lvl"/>
          <dgm:resizeHandles val="exact"/>
        </dgm:presLayoutVars>
      </dgm:prSet>
      <dgm:spPr/>
    </dgm:pt>
    <dgm:pt modelId="{6EA239A2-FEA2-41B4-90CD-8F42FBF9CE93}" type="pres">
      <dgm:prSet presAssocID="{5A4575D9-9930-4EF0-802A-1FF6ED07D98E}" presName="parentText" presStyleLbl="node1" presStyleIdx="0" presStyleCnt="1" custLinFactX="19803" custLinFactNeighborX="100000" custLinFactNeighborY="36076">
        <dgm:presLayoutVars>
          <dgm:chMax val="0"/>
          <dgm:bulletEnabled val="1"/>
        </dgm:presLayoutVars>
      </dgm:prSet>
      <dgm:spPr/>
    </dgm:pt>
  </dgm:ptLst>
  <dgm:cxnLst>
    <dgm:cxn modelId="{E45C3711-4386-4AA9-AD16-E437D7B47945}" type="presOf" srcId="{5A4575D9-9930-4EF0-802A-1FF6ED07D98E}" destId="{6EA239A2-FEA2-41B4-90CD-8F42FBF9CE93}" srcOrd="0" destOrd="0" presId="urn:microsoft.com/office/officeart/2005/8/layout/vList2"/>
    <dgm:cxn modelId="{55332FBD-E9A5-4674-B3E6-885FA65CDE05}" type="presOf" srcId="{042BF487-2861-487F-8B26-E40E5E9BF36E}" destId="{2D939078-81EF-4088-AAFD-8033EEFDCA32}" srcOrd="0" destOrd="0" presId="urn:microsoft.com/office/officeart/2005/8/layout/vList2"/>
    <dgm:cxn modelId="{C9F5F1D2-746A-4281-B5C2-4EF6831F5DC9}" srcId="{042BF487-2861-487F-8B26-E40E5E9BF36E}" destId="{5A4575D9-9930-4EF0-802A-1FF6ED07D98E}" srcOrd="0" destOrd="0" parTransId="{EA63B6D0-BEA4-4D2D-9774-14B021F3CE75}" sibTransId="{AF7237C1-849B-4AC8-B3D2-11D51164D404}"/>
    <dgm:cxn modelId="{1283303A-4C88-4921-8E51-9B56EF1DC8F4}" type="presParOf" srcId="{2D939078-81EF-4088-AAFD-8033EEFDCA32}" destId="{6EA239A2-FEA2-41B4-90CD-8F42FBF9CE9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C016F9-15EB-4B95-8884-544D353434B0}"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47C08162-9997-49D7-992E-3661A0BFE8D2}">
      <dgm:prSet/>
      <dgm:spPr>
        <a:solidFill>
          <a:srgbClr val="002060"/>
        </a:solidFill>
        <a:ln>
          <a:solidFill>
            <a:schemeClr val="accent1"/>
          </a:solidFill>
        </a:ln>
      </dgm:spPr>
      <dgm:t>
        <a:bodyPr/>
        <a:lstStyle/>
        <a:p>
          <a:r>
            <a:rPr lang="en-US" dirty="0"/>
            <a:t>Comments on the result, labels regarding to the professors </a:t>
          </a:r>
        </a:p>
      </dgm:t>
    </dgm:pt>
    <dgm:pt modelId="{0074E4E8-8F8E-4936-A77B-05B380226193}" type="parTrans" cxnId="{B796297A-A02E-4A3C-9BE8-B85B0ACC7D4F}">
      <dgm:prSet/>
      <dgm:spPr/>
      <dgm:t>
        <a:bodyPr/>
        <a:lstStyle/>
        <a:p>
          <a:endParaRPr lang="en-US"/>
        </a:p>
      </dgm:t>
    </dgm:pt>
    <dgm:pt modelId="{2BFE90EF-5823-49AE-A4DC-53E1531E5B1A}" type="sibTrans" cxnId="{B796297A-A02E-4A3C-9BE8-B85B0ACC7D4F}">
      <dgm:prSet/>
      <dgm:spPr/>
      <dgm:t>
        <a:bodyPr/>
        <a:lstStyle/>
        <a:p>
          <a:endParaRPr lang="en-US"/>
        </a:p>
      </dgm:t>
    </dgm:pt>
    <dgm:pt modelId="{A261DC0C-40EF-44F9-9482-754F14F56434}" type="pres">
      <dgm:prSet presAssocID="{16C016F9-15EB-4B95-8884-544D353434B0}" presName="linear" presStyleCnt="0">
        <dgm:presLayoutVars>
          <dgm:animLvl val="lvl"/>
          <dgm:resizeHandles val="exact"/>
        </dgm:presLayoutVars>
      </dgm:prSet>
      <dgm:spPr/>
    </dgm:pt>
    <dgm:pt modelId="{D2AB5E2B-C1D8-43DE-AD37-4FD566F11B48}" type="pres">
      <dgm:prSet presAssocID="{47C08162-9997-49D7-992E-3661A0BFE8D2}" presName="parentText" presStyleLbl="node1" presStyleIdx="0" presStyleCnt="1" custLinFactNeighborY="-82822">
        <dgm:presLayoutVars>
          <dgm:chMax val="0"/>
          <dgm:bulletEnabled val="1"/>
        </dgm:presLayoutVars>
      </dgm:prSet>
      <dgm:spPr/>
    </dgm:pt>
  </dgm:ptLst>
  <dgm:cxnLst>
    <dgm:cxn modelId="{57805F5C-0652-40E5-9F4D-5820D7E8167D}" type="presOf" srcId="{16C016F9-15EB-4B95-8884-544D353434B0}" destId="{A261DC0C-40EF-44F9-9482-754F14F56434}" srcOrd="0" destOrd="0" presId="urn:microsoft.com/office/officeart/2005/8/layout/vList2"/>
    <dgm:cxn modelId="{B796297A-A02E-4A3C-9BE8-B85B0ACC7D4F}" srcId="{16C016F9-15EB-4B95-8884-544D353434B0}" destId="{47C08162-9997-49D7-992E-3661A0BFE8D2}" srcOrd="0" destOrd="0" parTransId="{0074E4E8-8F8E-4936-A77B-05B380226193}" sibTransId="{2BFE90EF-5823-49AE-A4DC-53E1531E5B1A}"/>
    <dgm:cxn modelId="{52845A8E-468F-4603-8655-F5E1E8EB1E89}" type="presOf" srcId="{47C08162-9997-49D7-992E-3661A0BFE8D2}" destId="{D2AB5E2B-C1D8-43DE-AD37-4FD566F11B48}" srcOrd="0" destOrd="0" presId="urn:microsoft.com/office/officeart/2005/8/layout/vList2"/>
    <dgm:cxn modelId="{372D9648-BF38-4538-A6A2-4043EC1E8CE8}" type="presParOf" srcId="{A261DC0C-40EF-44F9-9482-754F14F56434}" destId="{D2AB5E2B-C1D8-43DE-AD37-4FD566F11B48}"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6C016F9-15EB-4B95-8884-544D353434B0}"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47C08162-9997-49D7-992E-3661A0BFE8D2}">
      <dgm:prSet/>
      <dgm:spPr>
        <a:solidFill>
          <a:srgbClr val="002060"/>
        </a:solidFill>
        <a:ln>
          <a:solidFill>
            <a:schemeClr val="accent1"/>
          </a:solidFill>
        </a:ln>
      </dgm:spPr>
      <dgm:t>
        <a:bodyPr/>
        <a:lstStyle/>
        <a:p>
          <a:r>
            <a:rPr lang="en-US" dirty="0"/>
            <a:t>Comments on the result, labels regarding to the course </a:t>
          </a:r>
        </a:p>
      </dgm:t>
    </dgm:pt>
    <dgm:pt modelId="{0074E4E8-8F8E-4936-A77B-05B380226193}" type="parTrans" cxnId="{B796297A-A02E-4A3C-9BE8-B85B0ACC7D4F}">
      <dgm:prSet/>
      <dgm:spPr/>
      <dgm:t>
        <a:bodyPr/>
        <a:lstStyle/>
        <a:p>
          <a:endParaRPr lang="en-US"/>
        </a:p>
      </dgm:t>
    </dgm:pt>
    <dgm:pt modelId="{2BFE90EF-5823-49AE-A4DC-53E1531E5B1A}" type="sibTrans" cxnId="{B796297A-A02E-4A3C-9BE8-B85B0ACC7D4F}">
      <dgm:prSet/>
      <dgm:spPr/>
      <dgm:t>
        <a:bodyPr/>
        <a:lstStyle/>
        <a:p>
          <a:endParaRPr lang="en-US"/>
        </a:p>
      </dgm:t>
    </dgm:pt>
    <dgm:pt modelId="{A261DC0C-40EF-44F9-9482-754F14F56434}" type="pres">
      <dgm:prSet presAssocID="{16C016F9-15EB-4B95-8884-544D353434B0}" presName="linear" presStyleCnt="0">
        <dgm:presLayoutVars>
          <dgm:animLvl val="lvl"/>
          <dgm:resizeHandles val="exact"/>
        </dgm:presLayoutVars>
      </dgm:prSet>
      <dgm:spPr/>
    </dgm:pt>
    <dgm:pt modelId="{D2AB5E2B-C1D8-43DE-AD37-4FD566F11B48}" type="pres">
      <dgm:prSet presAssocID="{47C08162-9997-49D7-992E-3661A0BFE8D2}" presName="parentText" presStyleLbl="node1" presStyleIdx="0" presStyleCnt="1" custLinFactNeighborX="94652" custLinFactNeighborY="-63312">
        <dgm:presLayoutVars>
          <dgm:chMax val="0"/>
          <dgm:bulletEnabled val="1"/>
        </dgm:presLayoutVars>
      </dgm:prSet>
      <dgm:spPr/>
    </dgm:pt>
  </dgm:ptLst>
  <dgm:cxnLst>
    <dgm:cxn modelId="{57805F5C-0652-40E5-9F4D-5820D7E8167D}" type="presOf" srcId="{16C016F9-15EB-4B95-8884-544D353434B0}" destId="{A261DC0C-40EF-44F9-9482-754F14F56434}" srcOrd="0" destOrd="0" presId="urn:microsoft.com/office/officeart/2005/8/layout/vList2"/>
    <dgm:cxn modelId="{B796297A-A02E-4A3C-9BE8-B85B0ACC7D4F}" srcId="{16C016F9-15EB-4B95-8884-544D353434B0}" destId="{47C08162-9997-49D7-992E-3661A0BFE8D2}" srcOrd="0" destOrd="0" parTransId="{0074E4E8-8F8E-4936-A77B-05B380226193}" sibTransId="{2BFE90EF-5823-49AE-A4DC-53E1531E5B1A}"/>
    <dgm:cxn modelId="{52845A8E-468F-4603-8655-F5E1E8EB1E89}" type="presOf" srcId="{47C08162-9997-49D7-992E-3661A0BFE8D2}" destId="{D2AB5E2B-C1D8-43DE-AD37-4FD566F11B48}" srcOrd="0" destOrd="0" presId="urn:microsoft.com/office/officeart/2005/8/layout/vList2"/>
    <dgm:cxn modelId="{372D9648-BF38-4538-A6A2-4043EC1E8CE8}" type="presParOf" srcId="{A261DC0C-40EF-44F9-9482-754F14F56434}" destId="{D2AB5E2B-C1D8-43DE-AD37-4FD566F11B48}"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6C016F9-15EB-4B95-8884-544D353434B0}"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47C08162-9997-49D7-992E-3661A0BFE8D2}">
      <dgm:prSet/>
      <dgm:spPr>
        <a:solidFill>
          <a:srgbClr val="002060"/>
        </a:solidFill>
        <a:ln>
          <a:solidFill>
            <a:schemeClr val="accent1"/>
          </a:solidFill>
        </a:ln>
      </dgm:spPr>
      <dgm:t>
        <a:bodyPr/>
        <a:lstStyle/>
        <a:p>
          <a:r>
            <a:rPr lang="en-US" dirty="0"/>
            <a:t>Comments on the result regarding to the professors </a:t>
          </a:r>
        </a:p>
      </dgm:t>
    </dgm:pt>
    <dgm:pt modelId="{0074E4E8-8F8E-4936-A77B-05B380226193}" type="parTrans" cxnId="{B796297A-A02E-4A3C-9BE8-B85B0ACC7D4F}">
      <dgm:prSet/>
      <dgm:spPr/>
      <dgm:t>
        <a:bodyPr/>
        <a:lstStyle/>
        <a:p>
          <a:endParaRPr lang="en-US"/>
        </a:p>
      </dgm:t>
    </dgm:pt>
    <dgm:pt modelId="{2BFE90EF-5823-49AE-A4DC-53E1531E5B1A}" type="sibTrans" cxnId="{B796297A-A02E-4A3C-9BE8-B85B0ACC7D4F}">
      <dgm:prSet/>
      <dgm:spPr/>
      <dgm:t>
        <a:bodyPr/>
        <a:lstStyle/>
        <a:p>
          <a:endParaRPr lang="en-US"/>
        </a:p>
      </dgm:t>
    </dgm:pt>
    <dgm:pt modelId="{A261DC0C-40EF-44F9-9482-754F14F56434}" type="pres">
      <dgm:prSet presAssocID="{16C016F9-15EB-4B95-8884-544D353434B0}" presName="linear" presStyleCnt="0">
        <dgm:presLayoutVars>
          <dgm:animLvl val="lvl"/>
          <dgm:resizeHandles val="exact"/>
        </dgm:presLayoutVars>
      </dgm:prSet>
      <dgm:spPr/>
    </dgm:pt>
    <dgm:pt modelId="{D2AB5E2B-C1D8-43DE-AD37-4FD566F11B48}" type="pres">
      <dgm:prSet presAssocID="{47C08162-9997-49D7-992E-3661A0BFE8D2}" presName="parentText" presStyleLbl="node1" presStyleIdx="0" presStyleCnt="1" custLinFactNeighborY="-82822">
        <dgm:presLayoutVars>
          <dgm:chMax val="0"/>
          <dgm:bulletEnabled val="1"/>
        </dgm:presLayoutVars>
      </dgm:prSet>
      <dgm:spPr/>
    </dgm:pt>
  </dgm:ptLst>
  <dgm:cxnLst>
    <dgm:cxn modelId="{57805F5C-0652-40E5-9F4D-5820D7E8167D}" type="presOf" srcId="{16C016F9-15EB-4B95-8884-544D353434B0}" destId="{A261DC0C-40EF-44F9-9482-754F14F56434}" srcOrd="0" destOrd="0" presId="urn:microsoft.com/office/officeart/2005/8/layout/vList2"/>
    <dgm:cxn modelId="{B796297A-A02E-4A3C-9BE8-B85B0ACC7D4F}" srcId="{16C016F9-15EB-4B95-8884-544D353434B0}" destId="{47C08162-9997-49D7-992E-3661A0BFE8D2}" srcOrd="0" destOrd="0" parTransId="{0074E4E8-8F8E-4936-A77B-05B380226193}" sibTransId="{2BFE90EF-5823-49AE-A4DC-53E1531E5B1A}"/>
    <dgm:cxn modelId="{52845A8E-468F-4603-8655-F5E1E8EB1E89}" type="presOf" srcId="{47C08162-9997-49D7-992E-3661A0BFE8D2}" destId="{D2AB5E2B-C1D8-43DE-AD37-4FD566F11B48}" srcOrd="0" destOrd="0" presId="urn:microsoft.com/office/officeart/2005/8/layout/vList2"/>
    <dgm:cxn modelId="{372D9648-BF38-4538-A6A2-4043EC1E8CE8}" type="presParOf" srcId="{A261DC0C-40EF-44F9-9482-754F14F56434}" destId="{D2AB5E2B-C1D8-43DE-AD37-4FD566F11B48}"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6C016F9-15EB-4B95-8884-544D353434B0}"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47C08162-9997-49D7-992E-3661A0BFE8D2}">
      <dgm:prSet/>
      <dgm:spPr>
        <a:solidFill>
          <a:srgbClr val="002060"/>
        </a:solidFill>
        <a:ln>
          <a:solidFill>
            <a:schemeClr val="accent1"/>
          </a:solidFill>
        </a:ln>
      </dgm:spPr>
      <dgm:t>
        <a:bodyPr/>
        <a:lstStyle/>
        <a:p>
          <a:r>
            <a:rPr lang="en-US" dirty="0"/>
            <a:t>Comments on the result, regarding to the course </a:t>
          </a:r>
        </a:p>
      </dgm:t>
    </dgm:pt>
    <dgm:pt modelId="{0074E4E8-8F8E-4936-A77B-05B380226193}" type="parTrans" cxnId="{B796297A-A02E-4A3C-9BE8-B85B0ACC7D4F}">
      <dgm:prSet/>
      <dgm:spPr/>
      <dgm:t>
        <a:bodyPr/>
        <a:lstStyle/>
        <a:p>
          <a:endParaRPr lang="en-US"/>
        </a:p>
      </dgm:t>
    </dgm:pt>
    <dgm:pt modelId="{2BFE90EF-5823-49AE-A4DC-53E1531E5B1A}" type="sibTrans" cxnId="{B796297A-A02E-4A3C-9BE8-B85B0ACC7D4F}">
      <dgm:prSet/>
      <dgm:spPr/>
      <dgm:t>
        <a:bodyPr/>
        <a:lstStyle/>
        <a:p>
          <a:endParaRPr lang="en-US"/>
        </a:p>
      </dgm:t>
    </dgm:pt>
    <dgm:pt modelId="{A261DC0C-40EF-44F9-9482-754F14F56434}" type="pres">
      <dgm:prSet presAssocID="{16C016F9-15EB-4B95-8884-544D353434B0}" presName="linear" presStyleCnt="0">
        <dgm:presLayoutVars>
          <dgm:animLvl val="lvl"/>
          <dgm:resizeHandles val="exact"/>
        </dgm:presLayoutVars>
      </dgm:prSet>
      <dgm:spPr/>
    </dgm:pt>
    <dgm:pt modelId="{D2AB5E2B-C1D8-43DE-AD37-4FD566F11B48}" type="pres">
      <dgm:prSet presAssocID="{47C08162-9997-49D7-992E-3661A0BFE8D2}" presName="parentText" presStyleLbl="node1" presStyleIdx="0" presStyleCnt="1" custLinFactNeighborX="94652" custLinFactNeighborY="-63312">
        <dgm:presLayoutVars>
          <dgm:chMax val="0"/>
          <dgm:bulletEnabled val="1"/>
        </dgm:presLayoutVars>
      </dgm:prSet>
      <dgm:spPr/>
    </dgm:pt>
  </dgm:ptLst>
  <dgm:cxnLst>
    <dgm:cxn modelId="{57805F5C-0652-40E5-9F4D-5820D7E8167D}" type="presOf" srcId="{16C016F9-15EB-4B95-8884-544D353434B0}" destId="{A261DC0C-40EF-44F9-9482-754F14F56434}" srcOrd="0" destOrd="0" presId="urn:microsoft.com/office/officeart/2005/8/layout/vList2"/>
    <dgm:cxn modelId="{B796297A-A02E-4A3C-9BE8-B85B0ACC7D4F}" srcId="{16C016F9-15EB-4B95-8884-544D353434B0}" destId="{47C08162-9997-49D7-992E-3661A0BFE8D2}" srcOrd="0" destOrd="0" parTransId="{0074E4E8-8F8E-4936-A77B-05B380226193}" sibTransId="{2BFE90EF-5823-49AE-A4DC-53E1531E5B1A}"/>
    <dgm:cxn modelId="{52845A8E-468F-4603-8655-F5E1E8EB1E89}" type="presOf" srcId="{47C08162-9997-49D7-992E-3661A0BFE8D2}" destId="{D2AB5E2B-C1D8-43DE-AD37-4FD566F11B48}" srcOrd="0" destOrd="0" presId="urn:microsoft.com/office/officeart/2005/8/layout/vList2"/>
    <dgm:cxn modelId="{372D9648-BF38-4538-A6A2-4043EC1E8CE8}" type="presParOf" srcId="{A261DC0C-40EF-44F9-9482-754F14F56434}" destId="{D2AB5E2B-C1D8-43DE-AD37-4FD566F11B48}"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088A6A7-D1E0-4B33-B205-0739944B5AA2}" type="doc">
      <dgm:prSet loTypeId="urn:microsoft.com/office/officeart/2005/8/layout/vList2" loCatId="list" qsTypeId="urn:microsoft.com/office/officeart/2005/8/quickstyle/simple5" qsCatId="simple" csTypeId="urn:microsoft.com/office/officeart/2005/8/colors/accent1_2" csCatId="accent1" phldr="1"/>
      <dgm:spPr/>
      <dgm:t>
        <a:bodyPr/>
        <a:lstStyle/>
        <a:p>
          <a:endParaRPr lang="en-US"/>
        </a:p>
      </dgm:t>
    </dgm:pt>
    <dgm:pt modelId="{CD511E10-11F4-4AAC-863C-EC2F5443AB02}">
      <dgm:prSet/>
      <dgm:spPr>
        <a:solidFill>
          <a:srgbClr val="002060"/>
        </a:solidFill>
      </dgm:spPr>
      <dgm:t>
        <a:bodyPr/>
        <a:lstStyle/>
        <a:p>
          <a:r>
            <a:rPr lang="en-US" dirty="0"/>
            <a:t>Using valhalla/distilbart-mnli-12-1 model</a:t>
          </a:r>
        </a:p>
      </dgm:t>
    </dgm:pt>
    <dgm:pt modelId="{AF341439-B311-46F0-8AED-AC2256CDF543}" type="parTrans" cxnId="{0D527944-CD47-401E-8D33-A763EB5358AB}">
      <dgm:prSet/>
      <dgm:spPr/>
      <dgm:t>
        <a:bodyPr/>
        <a:lstStyle/>
        <a:p>
          <a:endParaRPr lang="en-US"/>
        </a:p>
      </dgm:t>
    </dgm:pt>
    <dgm:pt modelId="{A9BB43C6-B944-4790-B1D9-63EAB8642D43}" type="sibTrans" cxnId="{0D527944-CD47-401E-8D33-A763EB5358AB}">
      <dgm:prSet/>
      <dgm:spPr/>
      <dgm:t>
        <a:bodyPr/>
        <a:lstStyle/>
        <a:p>
          <a:endParaRPr lang="en-US"/>
        </a:p>
      </dgm:t>
    </dgm:pt>
    <dgm:pt modelId="{DCA28DE5-1C11-47F4-90F6-0AF720EC8031}" type="pres">
      <dgm:prSet presAssocID="{C088A6A7-D1E0-4B33-B205-0739944B5AA2}" presName="linear" presStyleCnt="0">
        <dgm:presLayoutVars>
          <dgm:animLvl val="lvl"/>
          <dgm:resizeHandles val="exact"/>
        </dgm:presLayoutVars>
      </dgm:prSet>
      <dgm:spPr/>
    </dgm:pt>
    <dgm:pt modelId="{EACF29A7-6879-40BE-8AD4-96BA424F9349}" type="pres">
      <dgm:prSet presAssocID="{CD511E10-11F4-4AAC-863C-EC2F5443AB02}" presName="parentText" presStyleLbl="node1" presStyleIdx="0" presStyleCnt="1">
        <dgm:presLayoutVars>
          <dgm:chMax val="0"/>
          <dgm:bulletEnabled val="1"/>
        </dgm:presLayoutVars>
      </dgm:prSet>
      <dgm:spPr/>
    </dgm:pt>
  </dgm:ptLst>
  <dgm:cxnLst>
    <dgm:cxn modelId="{56F2480B-78A0-427B-B280-6BE1CBCD969D}" type="presOf" srcId="{C088A6A7-D1E0-4B33-B205-0739944B5AA2}" destId="{DCA28DE5-1C11-47F4-90F6-0AF720EC8031}" srcOrd="0" destOrd="0" presId="urn:microsoft.com/office/officeart/2005/8/layout/vList2"/>
    <dgm:cxn modelId="{E3A49C1B-1718-436E-91AE-FB719CFE911E}" type="presOf" srcId="{CD511E10-11F4-4AAC-863C-EC2F5443AB02}" destId="{EACF29A7-6879-40BE-8AD4-96BA424F9349}" srcOrd="0" destOrd="0" presId="urn:microsoft.com/office/officeart/2005/8/layout/vList2"/>
    <dgm:cxn modelId="{0D527944-CD47-401E-8D33-A763EB5358AB}" srcId="{C088A6A7-D1E0-4B33-B205-0739944B5AA2}" destId="{CD511E10-11F4-4AAC-863C-EC2F5443AB02}" srcOrd="0" destOrd="0" parTransId="{AF341439-B311-46F0-8AED-AC2256CDF543}" sibTransId="{A9BB43C6-B944-4790-B1D9-63EAB8642D43}"/>
    <dgm:cxn modelId="{35E48871-4310-42EF-8AA0-A8D797ABC309}" type="presParOf" srcId="{DCA28DE5-1C11-47F4-90F6-0AF720EC8031}" destId="{EACF29A7-6879-40BE-8AD4-96BA424F9349}"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E861CFC-3F14-489D-B4BE-4E55F712550C}" type="doc">
      <dgm:prSet loTypeId="urn:microsoft.com/office/officeart/2005/8/layout/vList3" loCatId="list" qsTypeId="urn:microsoft.com/office/officeart/2005/8/quickstyle/3d2" qsCatId="3D" csTypeId="urn:microsoft.com/office/officeart/2005/8/colors/accent1_2" csCatId="accent1" phldr="1"/>
      <dgm:spPr/>
      <dgm:t>
        <a:bodyPr/>
        <a:lstStyle/>
        <a:p>
          <a:endParaRPr lang="en-US"/>
        </a:p>
      </dgm:t>
    </dgm:pt>
    <dgm:pt modelId="{58EF8751-16F9-4DA1-A847-BAF2FD814E9A}">
      <dgm:prSet/>
      <dgm:spPr/>
      <dgm:t>
        <a:bodyPr/>
        <a:lstStyle/>
        <a:p>
          <a:r>
            <a:rPr lang="en-US" dirty="0"/>
            <a:t>Data Visualization</a:t>
          </a:r>
        </a:p>
      </dgm:t>
    </dgm:pt>
    <dgm:pt modelId="{BC4793E2-D757-4191-B01C-761845759B56}" type="parTrans" cxnId="{F530B72A-4E11-4683-8B93-2BAEEF1E85E2}">
      <dgm:prSet/>
      <dgm:spPr/>
      <dgm:t>
        <a:bodyPr/>
        <a:lstStyle/>
        <a:p>
          <a:endParaRPr lang="en-US"/>
        </a:p>
      </dgm:t>
    </dgm:pt>
    <dgm:pt modelId="{1E726F51-3C10-47D0-A308-FC1DA0DEBF44}" type="sibTrans" cxnId="{F530B72A-4E11-4683-8B93-2BAEEF1E85E2}">
      <dgm:prSet/>
      <dgm:spPr/>
      <dgm:t>
        <a:bodyPr/>
        <a:lstStyle/>
        <a:p>
          <a:endParaRPr lang="en-US"/>
        </a:p>
      </dgm:t>
    </dgm:pt>
    <dgm:pt modelId="{D9CC7AAE-EB66-43E5-A91B-AC7EF8D5B237}" type="pres">
      <dgm:prSet presAssocID="{DE861CFC-3F14-489D-B4BE-4E55F712550C}" presName="linearFlow" presStyleCnt="0">
        <dgm:presLayoutVars>
          <dgm:dir/>
          <dgm:resizeHandles val="exact"/>
        </dgm:presLayoutVars>
      </dgm:prSet>
      <dgm:spPr/>
    </dgm:pt>
    <dgm:pt modelId="{9CADF331-C962-4DFB-8CAC-72E0DE8E6076}" type="pres">
      <dgm:prSet presAssocID="{58EF8751-16F9-4DA1-A847-BAF2FD814E9A}" presName="composite" presStyleCnt="0"/>
      <dgm:spPr/>
    </dgm:pt>
    <dgm:pt modelId="{5250D230-8AEB-4724-9CCF-9002F1A6D26D}" type="pres">
      <dgm:prSet presAssocID="{58EF8751-16F9-4DA1-A847-BAF2FD814E9A}" presName="imgShp" presStyleLbl="fgImgPlace1" presStyleIdx="0" presStyleCnt="1"/>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F6E63706-3E86-4CFD-8ACC-5D9F8912203D}" type="pres">
      <dgm:prSet presAssocID="{58EF8751-16F9-4DA1-A847-BAF2FD814E9A}" presName="txShp" presStyleLbl="node1" presStyleIdx="0" presStyleCnt="1">
        <dgm:presLayoutVars>
          <dgm:bulletEnabled val="1"/>
        </dgm:presLayoutVars>
      </dgm:prSet>
      <dgm:spPr/>
    </dgm:pt>
  </dgm:ptLst>
  <dgm:cxnLst>
    <dgm:cxn modelId="{F530B72A-4E11-4683-8B93-2BAEEF1E85E2}" srcId="{DE861CFC-3F14-489D-B4BE-4E55F712550C}" destId="{58EF8751-16F9-4DA1-A847-BAF2FD814E9A}" srcOrd="0" destOrd="0" parTransId="{BC4793E2-D757-4191-B01C-761845759B56}" sibTransId="{1E726F51-3C10-47D0-A308-FC1DA0DEBF44}"/>
    <dgm:cxn modelId="{BFA40378-5C89-4269-8DBB-9BBB86347181}" type="presOf" srcId="{DE861CFC-3F14-489D-B4BE-4E55F712550C}" destId="{D9CC7AAE-EB66-43E5-A91B-AC7EF8D5B237}" srcOrd="0" destOrd="0" presId="urn:microsoft.com/office/officeart/2005/8/layout/vList3"/>
    <dgm:cxn modelId="{02FA44CD-9AFA-411C-BB34-27B55FBDB631}" type="presOf" srcId="{58EF8751-16F9-4DA1-A847-BAF2FD814E9A}" destId="{F6E63706-3E86-4CFD-8ACC-5D9F8912203D}" srcOrd="0" destOrd="0" presId="urn:microsoft.com/office/officeart/2005/8/layout/vList3"/>
    <dgm:cxn modelId="{16302AA6-9C43-465F-B988-FA3AA704A8F0}" type="presParOf" srcId="{D9CC7AAE-EB66-43E5-A91B-AC7EF8D5B237}" destId="{9CADF331-C962-4DFB-8CAC-72E0DE8E6076}" srcOrd="0" destOrd="0" presId="urn:microsoft.com/office/officeart/2005/8/layout/vList3"/>
    <dgm:cxn modelId="{7F0B561E-C547-4F4C-B0ED-1951B85240A8}" type="presParOf" srcId="{9CADF331-C962-4DFB-8CAC-72E0DE8E6076}" destId="{5250D230-8AEB-4724-9CCF-9002F1A6D26D}" srcOrd="0" destOrd="0" presId="urn:microsoft.com/office/officeart/2005/8/layout/vList3"/>
    <dgm:cxn modelId="{BFE24403-632D-4EFB-B445-AEC2091E5129}" type="presParOf" srcId="{9CADF331-C962-4DFB-8CAC-72E0DE8E6076}" destId="{F6E63706-3E86-4CFD-8ACC-5D9F8912203D}" srcOrd="1" destOrd="0" presId="urn:microsoft.com/office/officeart/2005/8/layout/vList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088A6A7-D1E0-4B33-B205-0739944B5AA2}" type="doc">
      <dgm:prSet loTypeId="urn:microsoft.com/office/officeart/2005/8/layout/vList2" loCatId="list" qsTypeId="urn:microsoft.com/office/officeart/2005/8/quickstyle/simple5" qsCatId="simple" csTypeId="urn:microsoft.com/office/officeart/2005/8/colors/accent1_2" csCatId="accent1" phldr="1"/>
      <dgm:spPr/>
      <dgm:t>
        <a:bodyPr/>
        <a:lstStyle/>
        <a:p>
          <a:endParaRPr lang="en-US"/>
        </a:p>
      </dgm:t>
    </dgm:pt>
    <dgm:pt modelId="{CD511E10-11F4-4AAC-863C-EC2F5443AB02}">
      <dgm:prSet/>
      <dgm:spPr>
        <a:solidFill>
          <a:srgbClr val="002060"/>
        </a:solidFill>
      </dgm:spPr>
      <dgm:t>
        <a:bodyPr/>
        <a:lstStyle/>
        <a:p>
          <a:r>
            <a:rPr lang="en-US" dirty="0"/>
            <a:t>Using valhalla/distilbart-mnli-12-1 model</a:t>
          </a:r>
        </a:p>
      </dgm:t>
    </dgm:pt>
    <dgm:pt modelId="{AF341439-B311-46F0-8AED-AC2256CDF543}" type="parTrans" cxnId="{0D527944-CD47-401E-8D33-A763EB5358AB}">
      <dgm:prSet/>
      <dgm:spPr/>
      <dgm:t>
        <a:bodyPr/>
        <a:lstStyle/>
        <a:p>
          <a:endParaRPr lang="en-US"/>
        </a:p>
      </dgm:t>
    </dgm:pt>
    <dgm:pt modelId="{A9BB43C6-B944-4790-B1D9-63EAB8642D43}" type="sibTrans" cxnId="{0D527944-CD47-401E-8D33-A763EB5358AB}">
      <dgm:prSet/>
      <dgm:spPr/>
      <dgm:t>
        <a:bodyPr/>
        <a:lstStyle/>
        <a:p>
          <a:endParaRPr lang="en-US"/>
        </a:p>
      </dgm:t>
    </dgm:pt>
    <dgm:pt modelId="{DCA28DE5-1C11-47F4-90F6-0AF720EC8031}" type="pres">
      <dgm:prSet presAssocID="{C088A6A7-D1E0-4B33-B205-0739944B5AA2}" presName="linear" presStyleCnt="0">
        <dgm:presLayoutVars>
          <dgm:animLvl val="lvl"/>
          <dgm:resizeHandles val="exact"/>
        </dgm:presLayoutVars>
      </dgm:prSet>
      <dgm:spPr/>
    </dgm:pt>
    <dgm:pt modelId="{EACF29A7-6879-40BE-8AD4-96BA424F9349}" type="pres">
      <dgm:prSet presAssocID="{CD511E10-11F4-4AAC-863C-EC2F5443AB02}" presName="parentText" presStyleLbl="node1" presStyleIdx="0" presStyleCnt="1" custLinFactX="-3615" custLinFactNeighborX="-100000" custLinFactNeighborY="89462">
        <dgm:presLayoutVars>
          <dgm:chMax val="0"/>
          <dgm:bulletEnabled val="1"/>
        </dgm:presLayoutVars>
      </dgm:prSet>
      <dgm:spPr/>
    </dgm:pt>
  </dgm:ptLst>
  <dgm:cxnLst>
    <dgm:cxn modelId="{56F2480B-78A0-427B-B280-6BE1CBCD969D}" type="presOf" srcId="{C088A6A7-D1E0-4B33-B205-0739944B5AA2}" destId="{DCA28DE5-1C11-47F4-90F6-0AF720EC8031}" srcOrd="0" destOrd="0" presId="urn:microsoft.com/office/officeart/2005/8/layout/vList2"/>
    <dgm:cxn modelId="{E3A49C1B-1718-436E-91AE-FB719CFE911E}" type="presOf" srcId="{CD511E10-11F4-4AAC-863C-EC2F5443AB02}" destId="{EACF29A7-6879-40BE-8AD4-96BA424F9349}" srcOrd="0" destOrd="0" presId="urn:microsoft.com/office/officeart/2005/8/layout/vList2"/>
    <dgm:cxn modelId="{0D527944-CD47-401E-8D33-A763EB5358AB}" srcId="{C088A6A7-D1E0-4B33-B205-0739944B5AA2}" destId="{CD511E10-11F4-4AAC-863C-EC2F5443AB02}" srcOrd="0" destOrd="0" parTransId="{AF341439-B311-46F0-8AED-AC2256CDF543}" sibTransId="{A9BB43C6-B944-4790-B1D9-63EAB8642D43}"/>
    <dgm:cxn modelId="{35E48871-4310-42EF-8AA0-A8D797ABC309}" type="presParOf" srcId="{DCA28DE5-1C11-47F4-90F6-0AF720EC8031}" destId="{EACF29A7-6879-40BE-8AD4-96BA424F9349}"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E861CFC-3F14-489D-B4BE-4E55F712550C}" type="doc">
      <dgm:prSet loTypeId="urn:microsoft.com/office/officeart/2005/8/layout/vList3" loCatId="list" qsTypeId="urn:microsoft.com/office/officeart/2005/8/quickstyle/3d2" qsCatId="3D" csTypeId="urn:microsoft.com/office/officeart/2005/8/colors/accent1_2" csCatId="accent1" phldr="1"/>
      <dgm:spPr/>
      <dgm:t>
        <a:bodyPr/>
        <a:lstStyle/>
        <a:p>
          <a:endParaRPr lang="en-US"/>
        </a:p>
      </dgm:t>
    </dgm:pt>
    <dgm:pt modelId="{58EF8751-16F9-4DA1-A847-BAF2FD814E9A}">
      <dgm:prSet/>
      <dgm:spPr/>
      <dgm:t>
        <a:bodyPr/>
        <a:lstStyle/>
        <a:p>
          <a:r>
            <a:rPr lang="en-US" dirty="0"/>
            <a:t>Data Visualization</a:t>
          </a:r>
        </a:p>
      </dgm:t>
    </dgm:pt>
    <dgm:pt modelId="{BC4793E2-D757-4191-B01C-761845759B56}" type="parTrans" cxnId="{F530B72A-4E11-4683-8B93-2BAEEF1E85E2}">
      <dgm:prSet/>
      <dgm:spPr/>
      <dgm:t>
        <a:bodyPr/>
        <a:lstStyle/>
        <a:p>
          <a:endParaRPr lang="en-US"/>
        </a:p>
      </dgm:t>
    </dgm:pt>
    <dgm:pt modelId="{1E726F51-3C10-47D0-A308-FC1DA0DEBF44}" type="sibTrans" cxnId="{F530B72A-4E11-4683-8B93-2BAEEF1E85E2}">
      <dgm:prSet/>
      <dgm:spPr/>
      <dgm:t>
        <a:bodyPr/>
        <a:lstStyle/>
        <a:p>
          <a:endParaRPr lang="en-US"/>
        </a:p>
      </dgm:t>
    </dgm:pt>
    <dgm:pt modelId="{D9CC7AAE-EB66-43E5-A91B-AC7EF8D5B237}" type="pres">
      <dgm:prSet presAssocID="{DE861CFC-3F14-489D-B4BE-4E55F712550C}" presName="linearFlow" presStyleCnt="0">
        <dgm:presLayoutVars>
          <dgm:dir/>
          <dgm:resizeHandles val="exact"/>
        </dgm:presLayoutVars>
      </dgm:prSet>
      <dgm:spPr/>
    </dgm:pt>
    <dgm:pt modelId="{9CADF331-C962-4DFB-8CAC-72E0DE8E6076}" type="pres">
      <dgm:prSet presAssocID="{58EF8751-16F9-4DA1-A847-BAF2FD814E9A}" presName="composite" presStyleCnt="0"/>
      <dgm:spPr/>
    </dgm:pt>
    <dgm:pt modelId="{5250D230-8AEB-4724-9CCF-9002F1A6D26D}" type="pres">
      <dgm:prSet presAssocID="{58EF8751-16F9-4DA1-A847-BAF2FD814E9A}" presName="imgShp" presStyleLbl="fgImgPlace1" presStyleIdx="0" presStyleCnt="1"/>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F6E63706-3E86-4CFD-8ACC-5D9F8912203D}" type="pres">
      <dgm:prSet presAssocID="{58EF8751-16F9-4DA1-A847-BAF2FD814E9A}" presName="txShp" presStyleLbl="node1" presStyleIdx="0" presStyleCnt="1">
        <dgm:presLayoutVars>
          <dgm:bulletEnabled val="1"/>
        </dgm:presLayoutVars>
      </dgm:prSet>
      <dgm:spPr/>
    </dgm:pt>
  </dgm:ptLst>
  <dgm:cxnLst>
    <dgm:cxn modelId="{F530B72A-4E11-4683-8B93-2BAEEF1E85E2}" srcId="{DE861CFC-3F14-489D-B4BE-4E55F712550C}" destId="{58EF8751-16F9-4DA1-A847-BAF2FD814E9A}" srcOrd="0" destOrd="0" parTransId="{BC4793E2-D757-4191-B01C-761845759B56}" sibTransId="{1E726F51-3C10-47D0-A308-FC1DA0DEBF44}"/>
    <dgm:cxn modelId="{BFA40378-5C89-4269-8DBB-9BBB86347181}" type="presOf" srcId="{DE861CFC-3F14-489D-B4BE-4E55F712550C}" destId="{D9CC7AAE-EB66-43E5-A91B-AC7EF8D5B237}" srcOrd="0" destOrd="0" presId="urn:microsoft.com/office/officeart/2005/8/layout/vList3"/>
    <dgm:cxn modelId="{02FA44CD-9AFA-411C-BB34-27B55FBDB631}" type="presOf" srcId="{58EF8751-16F9-4DA1-A847-BAF2FD814E9A}" destId="{F6E63706-3E86-4CFD-8ACC-5D9F8912203D}" srcOrd="0" destOrd="0" presId="urn:microsoft.com/office/officeart/2005/8/layout/vList3"/>
    <dgm:cxn modelId="{16302AA6-9C43-465F-B988-FA3AA704A8F0}" type="presParOf" srcId="{D9CC7AAE-EB66-43E5-A91B-AC7EF8D5B237}" destId="{9CADF331-C962-4DFB-8CAC-72E0DE8E6076}" srcOrd="0" destOrd="0" presId="urn:microsoft.com/office/officeart/2005/8/layout/vList3"/>
    <dgm:cxn modelId="{7F0B561E-C547-4F4C-B0ED-1951B85240A8}" type="presParOf" srcId="{9CADF331-C962-4DFB-8CAC-72E0DE8E6076}" destId="{5250D230-8AEB-4724-9CCF-9002F1A6D26D}" srcOrd="0" destOrd="0" presId="urn:microsoft.com/office/officeart/2005/8/layout/vList3"/>
    <dgm:cxn modelId="{BFE24403-632D-4EFB-B445-AEC2091E5129}" type="presParOf" srcId="{9CADF331-C962-4DFB-8CAC-72E0DE8E6076}" destId="{F6E63706-3E86-4CFD-8ACC-5D9F8912203D}" srcOrd="1" destOrd="0" presId="urn:microsoft.com/office/officeart/2005/8/layout/vList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A239A2-FEA2-41B4-90CD-8F42FBF9CE93}">
      <dsp:nvSpPr>
        <dsp:cNvPr id="0" name=""/>
        <dsp:cNvSpPr/>
      </dsp:nvSpPr>
      <dsp:spPr>
        <a:xfrm>
          <a:off x="0" y="59787"/>
          <a:ext cx="2205318" cy="77571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Objectives</a:t>
          </a:r>
        </a:p>
      </dsp:txBody>
      <dsp:txXfrm>
        <a:off x="37867" y="97654"/>
        <a:ext cx="2129584" cy="6999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AB5E2B-C1D8-43DE-AD37-4FD566F11B48}">
      <dsp:nvSpPr>
        <dsp:cNvPr id="0" name=""/>
        <dsp:cNvSpPr/>
      </dsp:nvSpPr>
      <dsp:spPr>
        <a:xfrm>
          <a:off x="0" y="0"/>
          <a:ext cx="5876926" cy="433485"/>
        </a:xfrm>
        <a:prstGeom prst="roundRect">
          <a:avLst/>
        </a:prstGeom>
        <a:solidFill>
          <a:srgbClr val="002060"/>
        </a:solidFill>
        <a:ln>
          <a:solidFill>
            <a:schemeClr val="accent1"/>
          </a:solid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Comments on the result, labels regarding to the professors </a:t>
          </a:r>
        </a:p>
      </dsp:txBody>
      <dsp:txXfrm>
        <a:off x="21161" y="21161"/>
        <a:ext cx="5834604" cy="39116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AB5E2B-C1D8-43DE-AD37-4FD566F11B48}">
      <dsp:nvSpPr>
        <dsp:cNvPr id="0" name=""/>
        <dsp:cNvSpPr/>
      </dsp:nvSpPr>
      <dsp:spPr>
        <a:xfrm>
          <a:off x="0" y="0"/>
          <a:ext cx="5876926" cy="456300"/>
        </a:xfrm>
        <a:prstGeom prst="roundRect">
          <a:avLst/>
        </a:prstGeom>
        <a:solidFill>
          <a:srgbClr val="002060"/>
        </a:solidFill>
        <a:ln>
          <a:solidFill>
            <a:schemeClr val="accent1"/>
          </a:solid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Comments on the result, labels regarding to the course </a:t>
          </a:r>
        </a:p>
      </dsp:txBody>
      <dsp:txXfrm>
        <a:off x="22275" y="22275"/>
        <a:ext cx="5832376" cy="4117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AB5E2B-C1D8-43DE-AD37-4FD566F11B48}">
      <dsp:nvSpPr>
        <dsp:cNvPr id="0" name=""/>
        <dsp:cNvSpPr/>
      </dsp:nvSpPr>
      <dsp:spPr>
        <a:xfrm>
          <a:off x="0" y="0"/>
          <a:ext cx="5876926" cy="456300"/>
        </a:xfrm>
        <a:prstGeom prst="roundRect">
          <a:avLst/>
        </a:prstGeom>
        <a:solidFill>
          <a:srgbClr val="002060"/>
        </a:solidFill>
        <a:ln>
          <a:solidFill>
            <a:schemeClr val="accent1"/>
          </a:solid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Comments on the result regarding to the professors </a:t>
          </a:r>
        </a:p>
      </dsp:txBody>
      <dsp:txXfrm>
        <a:off x="22275" y="22275"/>
        <a:ext cx="5832376" cy="41175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AB5E2B-C1D8-43DE-AD37-4FD566F11B48}">
      <dsp:nvSpPr>
        <dsp:cNvPr id="0" name=""/>
        <dsp:cNvSpPr/>
      </dsp:nvSpPr>
      <dsp:spPr>
        <a:xfrm>
          <a:off x="0" y="0"/>
          <a:ext cx="5876926" cy="456300"/>
        </a:xfrm>
        <a:prstGeom prst="roundRect">
          <a:avLst/>
        </a:prstGeom>
        <a:solidFill>
          <a:srgbClr val="002060"/>
        </a:solidFill>
        <a:ln>
          <a:solidFill>
            <a:schemeClr val="accent1"/>
          </a:solid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Comments on the result, regarding to the course </a:t>
          </a:r>
        </a:p>
      </dsp:txBody>
      <dsp:txXfrm>
        <a:off x="22275" y="22275"/>
        <a:ext cx="5832376" cy="41175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CF29A7-6879-40BE-8AD4-96BA424F9349}">
      <dsp:nvSpPr>
        <dsp:cNvPr id="0" name=""/>
        <dsp:cNvSpPr/>
      </dsp:nvSpPr>
      <dsp:spPr>
        <a:xfrm>
          <a:off x="0" y="7408"/>
          <a:ext cx="4886324" cy="479114"/>
        </a:xfrm>
        <a:prstGeom prst="roundRect">
          <a:avLst/>
        </a:prstGeom>
        <a:solidFill>
          <a:srgbClr val="002060"/>
        </a:soli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Using valhalla/distilbart-mnli-12-1 model</a:t>
          </a:r>
        </a:p>
      </dsp:txBody>
      <dsp:txXfrm>
        <a:off x="23388" y="30796"/>
        <a:ext cx="4839548" cy="43233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E63706-3E86-4CFD-8ACC-5D9F8912203D}">
      <dsp:nvSpPr>
        <dsp:cNvPr id="0" name=""/>
        <dsp:cNvSpPr/>
      </dsp:nvSpPr>
      <dsp:spPr>
        <a:xfrm rot="10800000">
          <a:off x="719210" y="0"/>
          <a:ext cx="2202543" cy="657736"/>
        </a:xfrm>
        <a:prstGeom prst="homePlate">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90044"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dirty="0"/>
            <a:t>Data Visualization</a:t>
          </a:r>
        </a:p>
      </dsp:txBody>
      <dsp:txXfrm rot="10800000">
        <a:off x="883644" y="0"/>
        <a:ext cx="2038109" cy="657736"/>
      </dsp:txXfrm>
    </dsp:sp>
    <dsp:sp modelId="{5250D230-8AEB-4724-9CCF-9002F1A6D26D}">
      <dsp:nvSpPr>
        <dsp:cNvPr id="0" name=""/>
        <dsp:cNvSpPr/>
      </dsp:nvSpPr>
      <dsp:spPr>
        <a:xfrm>
          <a:off x="390341" y="0"/>
          <a:ext cx="657736" cy="657736"/>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CF29A7-6879-40BE-8AD4-96BA424F9349}">
      <dsp:nvSpPr>
        <dsp:cNvPr id="0" name=""/>
        <dsp:cNvSpPr/>
      </dsp:nvSpPr>
      <dsp:spPr>
        <a:xfrm>
          <a:off x="0" y="14816"/>
          <a:ext cx="4886324" cy="479114"/>
        </a:xfrm>
        <a:prstGeom prst="roundRect">
          <a:avLst/>
        </a:prstGeom>
        <a:solidFill>
          <a:srgbClr val="002060"/>
        </a:soli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Using valhalla/distilbart-mnli-12-1 model</a:t>
          </a:r>
        </a:p>
      </dsp:txBody>
      <dsp:txXfrm>
        <a:off x="23388" y="38204"/>
        <a:ext cx="4839548" cy="43233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E63706-3E86-4CFD-8ACC-5D9F8912203D}">
      <dsp:nvSpPr>
        <dsp:cNvPr id="0" name=""/>
        <dsp:cNvSpPr/>
      </dsp:nvSpPr>
      <dsp:spPr>
        <a:xfrm rot="10800000">
          <a:off x="719210" y="0"/>
          <a:ext cx="2202543" cy="657736"/>
        </a:xfrm>
        <a:prstGeom prst="homePlate">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90044"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dirty="0"/>
            <a:t>Data Visualization</a:t>
          </a:r>
        </a:p>
      </dsp:txBody>
      <dsp:txXfrm rot="10800000">
        <a:off x="883644" y="0"/>
        <a:ext cx="2038109" cy="657736"/>
      </dsp:txXfrm>
    </dsp:sp>
    <dsp:sp modelId="{5250D230-8AEB-4724-9CCF-9002F1A6D26D}">
      <dsp:nvSpPr>
        <dsp:cNvPr id="0" name=""/>
        <dsp:cNvSpPr/>
      </dsp:nvSpPr>
      <dsp:spPr>
        <a:xfrm>
          <a:off x="390341" y="0"/>
          <a:ext cx="657736" cy="657736"/>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6/6/2022</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6/6/2022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B61BEF0D-F0BB-DE4B-95CE-6DB70DBA9567}" type="datetimeFigureOut">
              <a:rPr lang="en-US" smtClean="0"/>
              <a:pPr/>
              <a:t>6/6/2022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3218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33802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0375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6/6/2022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15430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6/6/2022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68513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6/6/2022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59590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6/6/2022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92109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6/6/2022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85962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6/6/2022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9101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94589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4123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61BEF0D-F0BB-DE4B-95CE-6DB70DBA9567}" type="datetimeFigureOut">
              <a:rPr lang="en-US" smtClean="0"/>
              <a:pPr/>
              <a:t>6/6/2022</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57F1E4F-1CFF-5643-939E-217C01CDF565}" type="slidenum">
              <a:rPr lang="en-US" smtClean="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7939662"/>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hyperlink" Target="https://education.ky.gov/curriculum/standards/teachtools/Pages/Characteristics-of-Highly-Effective-Teaching-and-Learning-(CHETL).aspx#:~:text=effectively%20allocates%20time%20for%20students,a%20natural%20part%20of%20learning"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12" Type="http://schemas.openxmlformats.org/officeDocument/2006/relationships/image" Target="../media/image8.png"/><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7.xml"/><Relationship Id="rId13" Type="http://schemas.openxmlformats.org/officeDocument/2006/relationships/image" Target="../media/image11.png"/><Relationship Id="rId3" Type="http://schemas.openxmlformats.org/officeDocument/2006/relationships/diagramLayout" Target="../diagrams/layout6.xml"/><Relationship Id="rId7" Type="http://schemas.openxmlformats.org/officeDocument/2006/relationships/image" Target="../media/image9.png"/><Relationship Id="rId12" Type="http://schemas.microsoft.com/office/2007/relationships/diagramDrawing" Target="../diagrams/drawing7.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11" Type="http://schemas.openxmlformats.org/officeDocument/2006/relationships/diagramColors" Target="../diagrams/colors7.xml"/><Relationship Id="rId5" Type="http://schemas.openxmlformats.org/officeDocument/2006/relationships/diagramColors" Target="../diagrams/colors6.xml"/><Relationship Id="rId10" Type="http://schemas.openxmlformats.org/officeDocument/2006/relationships/diagramQuickStyle" Target="../diagrams/quickStyle7.xml"/><Relationship Id="rId4" Type="http://schemas.openxmlformats.org/officeDocument/2006/relationships/diagramQuickStyle" Target="../diagrams/quickStyle6.xml"/><Relationship Id="rId9" Type="http://schemas.openxmlformats.org/officeDocument/2006/relationships/diagramLayout" Target="../diagrams/layout7.xml"/></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9.xml"/><Relationship Id="rId13" Type="http://schemas.openxmlformats.org/officeDocument/2006/relationships/image" Target="../media/image13.png"/><Relationship Id="rId3" Type="http://schemas.openxmlformats.org/officeDocument/2006/relationships/diagramLayout" Target="../diagrams/layout8.xml"/><Relationship Id="rId7" Type="http://schemas.openxmlformats.org/officeDocument/2006/relationships/image" Target="../media/image12.png"/><Relationship Id="rId12" Type="http://schemas.microsoft.com/office/2007/relationships/diagramDrawing" Target="../diagrams/drawing9.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11" Type="http://schemas.openxmlformats.org/officeDocument/2006/relationships/diagramColors" Target="../diagrams/colors9.xml"/><Relationship Id="rId5" Type="http://schemas.openxmlformats.org/officeDocument/2006/relationships/diagramColors" Target="../diagrams/colors8.xml"/><Relationship Id="rId10" Type="http://schemas.openxmlformats.org/officeDocument/2006/relationships/diagramQuickStyle" Target="../diagrams/quickStyle9.xml"/><Relationship Id="rId4" Type="http://schemas.openxmlformats.org/officeDocument/2006/relationships/diagramQuickStyle" Target="../diagrams/quickStyle8.xml"/><Relationship Id="rId9" Type="http://schemas.openxmlformats.org/officeDocument/2006/relationships/diagramLayout" Target="../diagrams/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sp>
        <p:nvSpPr>
          <p:cNvPr id="6" name="Rectangle 5">
            <a:extLst>
              <a:ext uri="{FF2B5EF4-FFF2-40B4-BE49-F238E27FC236}">
                <a16:creationId xmlns:a16="http://schemas.microsoft.com/office/drawing/2014/main" id="{50E0DF3E-3636-577E-458E-C031588AB4B2}"/>
              </a:ext>
            </a:extLst>
          </p:cNvPr>
          <p:cNvSpPr/>
          <p:nvPr/>
        </p:nvSpPr>
        <p:spPr>
          <a:xfrm>
            <a:off x="171450" y="4267200"/>
            <a:ext cx="11772900" cy="218122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7606A5C3-F83F-F64C-D22C-77F5CCA7DE82}"/>
              </a:ext>
            </a:extLst>
          </p:cNvPr>
          <p:cNvSpPr>
            <a:spLocks noGrp="1"/>
          </p:cNvSpPr>
          <p:nvPr>
            <p:ph type="ctrTitle"/>
          </p:nvPr>
        </p:nvSpPr>
        <p:spPr>
          <a:xfrm>
            <a:off x="427775" y="4419601"/>
            <a:ext cx="10993549" cy="895244"/>
          </a:xfrm>
        </p:spPr>
        <p:txBody>
          <a:bodyPr>
            <a:noAutofit/>
          </a:bodyPr>
          <a:lstStyle/>
          <a:p>
            <a:pPr algn="l"/>
            <a:r>
              <a:rPr lang="en-US" sz="7200" b="1" dirty="0">
                <a:solidFill>
                  <a:schemeClr val="bg1"/>
                </a:solidFill>
              </a:rPr>
              <a:t>Applied</a:t>
            </a:r>
            <a:r>
              <a:rPr lang="en-US" sz="7200" dirty="0">
                <a:solidFill>
                  <a:schemeClr val="bg1"/>
                </a:solidFill>
              </a:rPr>
              <a:t> </a:t>
            </a:r>
            <a:r>
              <a:rPr lang="en-US" sz="7200" b="1" dirty="0">
                <a:solidFill>
                  <a:schemeClr val="bg1"/>
                </a:solidFill>
              </a:rPr>
              <a:t>Machine Learning</a:t>
            </a:r>
            <a:endParaRPr lang="en-US" sz="7200" dirty="0">
              <a:solidFill>
                <a:schemeClr val="bg1"/>
              </a:solidFill>
            </a:endParaRPr>
          </a:p>
        </p:txBody>
      </p:sp>
      <p:sp>
        <p:nvSpPr>
          <p:cNvPr id="13" name="TextBox 12">
            <a:extLst>
              <a:ext uri="{FF2B5EF4-FFF2-40B4-BE49-F238E27FC236}">
                <a16:creationId xmlns:a16="http://schemas.microsoft.com/office/drawing/2014/main" id="{6595508D-F731-4301-6D5E-63113568FB01}"/>
              </a:ext>
            </a:extLst>
          </p:cNvPr>
          <p:cNvSpPr txBox="1"/>
          <p:nvPr/>
        </p:nvSpPr>
        <p:spPr>
          <a:xfrm>
            <a:off x="427775" y="5248065"/>
            <a:ext cx="9964000" cy="1077218"/>
          </a:xfrm>
          <a:prstGeom prst="rect">
            <a:avLst/>
          </a:prstGeom>
          <a:noFill/>
        </p:spPr>
        <p:txBody>
          <a:bodyPr wrap="square">
            <a:spAutoFit/>
          </a:bodyPr>
          <a:lstStyle/>
          <a:p>
            <a:r>
              <a:rPr lang="en-US" sz="3200" b="1" dirty="0">
                <a:solidFill>
                  <a:schemeClr val="bg1"/>
                </a:solidFill>
              </a:rPr>
              <a:t>AML_final_project on RMP dataset</a:t>
            </a:r>
          </a:p>
          <a:p>
            <a:r>
              <a:rPr lang="en-US" sz="3200" b="1" dirty="0">
                <a:solidFill>
                  <a:schemeClr val="bg1"/>
                </a:solidFill>
              </a:rPr>
              <a:t>Group 02 - Alpha Team</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oogle Shape;487;p25">
            <a:extLst>
              <a:ext uri="{FF2B5EF4-FFF2-40B4-BE49-F238E27FC236}">
                <a16:creationId xmlns:a16="http://schemas.microsoft.com/office/drawing/2014/main" id="{31749BC4-DB56-C556-A4FA-22F43693028E}"/>
              </a:ext>
            </a:extLst>
          </p:cNvPr>
          <p:cNvGrpSpPr/>
          <p:nvPr/>
        </p:nvGrpSpPr>
        <p:grpSpPr>
          <a:xfrm>
            <a:off x="2368103" y="1116864"/>
            <a:ext cx="9339793" cy="1648288"/>
            <a:chOff x="1785397" y="1161750"/>
            <a:chExt cx="6901403" cy="929001"/>
          </a:xfrm>
        </p:grpSpPr>
        <p:sp>
          <p:nvSpPr>
            <p:cNvPr id="4" name="Google Shape;488;p25">
              <a:extLst>
                <a:ext uri="{FF2B5EF4-FFF2-40B4-BE49-F238E27FC236}">
                  <a16:creationId xmlns:a16="http://schemas.microsoft.com/office/drawing/2014/main" id="{5EB919A8-EADE-8C54-2FEC-3D41D2AEA0B2}"/>
                </a:ext>
              </a:extLst>
            </p:cNvPr>
            <p:cNvSpPr/>
            <p:nvPr/>
          </p:nvSpPr>
          <p:spPr>
            <a:xfrm>
              <a:off x="3807687" y="1162100"/>
              <a:ext cx="539414" cy="928651"/>
            </a:xfrm>
            <a:custGeom>
              <a:avLst/>
              <a:gdLst/>
              <a:ahLst/>
              <a:cxnLst/>
              <a:rect l="l" t="t" r="r" b="b"/>
              <a:pathLst>
                <a:path w="19766" h="34029" extrusionOk="0">
                  <a:moveTo>
                    <a:pt x="19765" y="0"/>
                  </a:moveTo>
                  <a:lnTo>
                    <a:pt x="1" y="12299"/>
                  </a:lnTo>
                  <a:lnTo>
                    <a:pt x="1" y="34028"/>
                  </a:lnTo>
                  <a:lnTo>
                    <a:pt x="19765" y="27837"/>
                  </a:lnTo>
                  <a:lnTo>
                    <a:pt x="197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489;p25">
              <a:extLst>
                <a:ext uri="{FF2B5EF4-FFF2-40B4-BE49-F238E27FC236}">
                  <a16:creationId xmlns:a16="http://schemas.microsoft.com/office/drawing/2014/main" id="{0CC31C20-9C0E-2DB4-89C7-076BEE260490}"/>
                </a:ext>
              </a:extLst>
            </p:cNvPr>
            <p:cNvSpPr/>
            <p:nvPr/>
          </p:nvSpPr>
          <p:spPr>
            <a:xfrm rot="5400000">
              <a:off x="6137250" y="-627850"/>
              <a:ext cx="759600" cy="4339500"/>
            </a:xfrm>
            <a:prstGeom prst="round2SameRect">
              <a:avLst>
                <a:gd name="adj1" fmla="val 16667"/>
                <a:gd name="adj2" fmla="val 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90;p25">
              <a:extLst>
                <a:ext uri="{FF2B5EF4-FFF2-40B4-BE49-F238E27FC236}">
                  <a16:creationId xmlns:a16="http://schemas.microsoft.com/office/drawing/2014/main" id="{82CC0B3D-7B5B-A0DF-7D78-6CC144134E39}"/>
                </a:ext>
              </a:extLst>
            </p:cNvPr>
            <p:cNvSpPr/>
            <p:nvPr/>
          </p:nvSpPr>
          <p:spPr>
            <a:xfrm>
              <a:off x="1785397" y="1497725"/>
              <a:ext cx="2022468" cy="593012"/>
            </a:xfrm>
            <a:custGeom>
              <a:avLst/>
              <a:gdLst/>
              <a:ahLst/>
              <a:cxnLst/>
              <a:rect l="l" t="t" r="r" b="b"/>
              <a:pathLst>
                <a:path w="65378" h="21730" extrusionOk="0">
                  <a:moveTo>
                    <a:pt x="1" y="0"/>
                  </a:moveTo>
                  <a:lnTo>
                    <a:pt x="1" y="21729"/>
                  </a:lnTo>
                  <a:lnTo>
                    <a:pt x="65378" y="21729"/>
                  </a:lnTo>
                  <a:lnTo>
                    <a:pt x="65378" y="0"/>
                  </a:lnTo>
                  <a:close/>
                </a:path>
              </a:pathLst>
            </a:custGeom>
            <a:solidFill>
              <a:srgbClr val="A80C5D">
                <a:alpha val="85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91;p25">
              <a:extLst>
                <a:ext uri="{FF2B5EF4-FFF2-40B4-BE49-F238E27FC236}">
                  <a16:creationId xmlns:a16="http://schemas.microsoft.com/office/drawing/2014/main" id="{2BFD1A6C-C5BB-A0A5-4B0C-3AC8744EEA52}"/>
                </a:ext>
              </a:extLst>
            </p:cNvPr>
            <p:cNvSpPr/>
            <p:nvPr/>
          </p:nvSpPr>
          <p:spPr>
            <a:xfrm>
              <a:off x="3807687" y="1161750"/>
              <a:ext cx="539414" cy="928651"/>
            </a:xfrm>
            <a:custGeom>
              <a:avLst/>
              <a:gdLst/>
              <a:ahLst/>
              <a:cxnLst/>
              <a:rect l="l" t="t" r="r" b="b"/>
              <a:pathLst>
                <a:path w="19766" h="34029" extrusionOk="0">
                  <a:moveTo>
                    <a:pt x="19765" y="0"/>
                  </a:moveTo>
                  <a:lnTo>
                    <a:pt x="1" y="12299"/>
                  </a:lnTo>
                  <a:lnTo>
                    <a:pt x="1" y="34028"/>
                  </a:lnTo>
                  <a:lnTo>
                    <a:pt x="19765" y="27837"/>
                  </a:lnTo>
                  <a:lnTo>
                    <a:pt x="19765" y="0"/>
                  </a:lnTo>
                  <a:close/>
                </a:path>
              </a:pathLst>
            </a:custGeom>
            <a:solidFill>
              <a:srgbClr val="000000">
                <a:alpha val="312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 name="Google Shape;492;p25">
            <a:extLst>
              <a:ext uri="{FF2B5EF4-FFF2-40B4-BE49-F238E27FC236}">
                <a16:creationId xmlns:a16="http://schemas.microsoft.com/office/drawing/2014/main" id="{163BE1A3-1257-AD26-12B9-9B16BD3441D4}"/>
              </a:ext>
            </a:extLst>
          </p:cNvPr>
          <p:cNvGrpSpPr/>
          <p:nvPr/>
        </p:nvGrpSpPr>
        <p:grpSpPr>
          <a:xfrm>
            <a:off x="2368104" y="2503896"/>
            <a:ext cx="9339794" cy="1329197"/>
            <a:chOff x="1785397" y="1967548"/>
            <a:chExt cx="6901232" cy="760991"/>
          </a:xfrm>
        </p:grpSpPr>
        <p:sp>
          <p:nvSpPr>
            <p:cNvPr id="9" name="Google Shape;493;p25">
              <a:extLst>
                <a:ext uri="{FF2B5EF4-FFF2-40B4-BE49-F238E27FC236}">
                  <a16:creationId xmlns:a16="http://schemas.microsoft.com/office/drawing/2014/main" id="{23677C24-7B95-D5A7-9ACC-911900658BD6}"/>
                </a:ext>
              </a:extLst>
            </p:cNvPr>
            <p:cNvSpPr/>
            <p:nvPr/>
          </p:nvSpPr>
          <p:spPr>
            <a:xfrm rot="5400000">
              <a:off x="6136929" y="177900"/>
              <a:ext cx="759900" cy="4339500"/>
            </a:xfrm>
            <a:prstGeom prst="round2SameRect">
              <a:avLst>
                <a:gd name="adj1" fmla="val 16667"/>
                <a:gd name="adj2" fmla="val 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94;p25">
              <a:extLst>
                <a:ext uri="{FF2B5EF4-FFF2-40B4-BE49-F238E27FC236}">
                  <a16:creationId xmlns:a16="http://schemas.microsoft.com/office/drawing/2014/main" id="{311EAF58-97E4-AC39-7BE3-D4D4B5556259}"/>
                </a:ext>
              </a:extLst>
            </p:cNvPr>
            <p:cNvSpPr/>
            <p:nvPr/>
          </p:nvSpPr>
          <p:spPr>
            <a:xfrm>
              <a:off x="1785397" y="2135520"/>
              <a:ext cx="2022468" cy="593012"/>
            </a:xfrm>
            <a:custGeom>
              <a:avLst/>
              <a:gdLst/>
              <a:ahLst/>
              <a:cxnLst/>
              <a:rect l="l" t="t" r="r" b="b"/>
              <a:pathLst>
                <a:path w="65378" h="21730" extrusionOk="0">
                  <a:moveTo>
                    <a:pt x="1" y="0"/>
                  </a:moveTo>
                  <a:lnTo>
                    <a:pt x="1" y="21729"/>
                  </a:lnTo>
                  <a:lnTo>
                    <a:pt x="65378" y="21729"/>
                  </a:lnTo>
                  <a:lnTo>
                    <a:pt x="65378" y="0"/>
                  </a:lnTo>
                  <a:close/>
                </a:path>
              </a:pathLst>
            </a:custGeom>
            <a:solidFill>
              <a:srgbClr val="E81080">
                <a:alpha val="851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95;p25">
              <a:extLst>
                <a:ext uri="{FF2B5EF4-FFF2-40B4-BE49-F238E27FC236}">
                  <a16:creationId xmlns:a16="http://schemas.microsoft.com/office/drawing/2014/main" id="{4B8A7F21-9CD5-E881-F8D2-47CD954E7658}"/>
                </a:ext>
              </a:extLst>
            </p:cNvPr>
            <p:cNvSpPr/>
            <p:nvPr/>
          </p:nvSpPr>
          <p:spPr>
            <a:xfrm>
              <a:off x="3807687" y="1968185"/>
              <a:ext cx="539414" cy="760354"/>
            </a:xfrm>
            <a:custGeom>
              <a:avLst/>
              <a:gdLst/>
              <a:ahLst/>
              <a:cxnLst/>
              <a:rect l="l" t="t" r="r" b="b"/>
              <a:pathLst>
                <a:path w="19766" h="27862" extrusionOk="0">
                  <a:moveTo>
                    <a:pt x="19765" y="1"/>
                  </a:moveTo>
                  <a:lnTo>
                    <a:pt x="1" y="6132"/>
                  </a:lnTo>
                  <a:lnTo>
                    <a:pt x="1" y="27861"/>
                  </a:lnTo>
                  <a:lnTo>
                    <a:pt x="19765" y="27837"/>
                  </a:lnTo>
                  <a:lnTo>
                    <a:pt x="1976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96;p25">
              <a:extLst>
                <a:ext uri="{FF2B5EF4-FFF2-40B4-BE49-F238E27FC236}">
                  <a16:creationId xmlns:a16="http://schemas.microsoft.com/office/drawing/2014/main" id="{012464FB-E6DF-BC93-9B6D-55666E03E7D1}"/>
                </a:ext>
              </a:extLst>
            </p:cNvPr>
            <p:cNvSpPr/>
            <p:nvPr/>
          </p:nvSpPr>
          <p:spPr>
            <a:xfrm>
              <a:off x="3807687" y="1967548"/>
              <a:ext cx="539414" cy="760354"/>
            </a:xfrm>
            <a:custGeom>
              <a:avLst/>
              <a:gdLst/>
              <a:ahLst/>
              <a:cxnLst/>
              <a:rect l="l" t="t" r="r" b="b"/>
              <a:pathLst>
                <a:path w="19766" h="27862" extrusionOk="0">
                  <a:moveTo>
                    <a:pt x="19765" y="1"/>
                  </a:moveTo>
                  <a:lnTo>
                    <a:pt x="1" y="6132"/>
                  </a:lnTo>
                  <a:lnTo>
                    <a:pt x="1" y="27861"/>
                  </a:lnTo>
                  <a:lnTo>
                    <a:pt x="19765" y="27837"/>
                  </a:lnTo>
                  <a:lnTo>
                    <a:pt x="19765" y="1"/>
                  </a:lnTo>
                  <a:close/>
                </a:path>
              </a:pathLst>
            </a:custGeom>
            <a:solidFill>
              <a:srgbClr val="000000">
                <a:alpha val="312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497;p25">
            <a:extLst>
              <a:ext uri="{FF2B5EF4-FFF2-40B4-BE49-F238E27FC236}">
                <a16:creationId xmlns:a16="http://schemas.microsoft.com/office/drawing/2014/main" id="{91A8F672-E6E5-0AE4-F874-3AC21CC9890D}"/>
              </a:ext>
            </a:extLst>
          </p:cNvPr>
          <p:cNvGrpSpPr/>
          <p:nvPr/>
        </p:nvGrpSpPr>
        <p:grpSpPr>
          <a:xfrm>
            <a:off x="2368103" y="3845531"/>
            <a:ext cx="9339793" cy="1232628"/>
            <a:chOff x="1785397" y="2773293"/>
            <a:chExt cx="6901232" cy="760677"/>
          </a:xfrm>
        </p:grpSpPr>
        <p:sp>
          <p:nvSpPr>
            <p:cNvPr id="14" name="Google Shape;498;p25">
              <a:extLst>
                <a:ext uri="{FF2B5EF4-FFF2-40B4-BE49-F238E27FC236}">
                  <a16:creationId xmlns:a16="http://schemas.microsoft.com/office/drawing/2014/main" id="{C3152AE0-EA11-984A-B969-A753EBB37C88}"/>
                </a:ext>
              </a:extLst>
            </p:cNvPr>
            <p:cNvSpPr/>
            <p:nvPr/>
          </p:nvSpPr>
          <p:spPr>
            <a:xfrm rot="5400000">
              <a:off x="6137079" y="984100"/>
              <a:ext cx="759600" cy="4339500"/>
            </a:xfrm>
            <a:prstGeom prst="round2SameRect">
              <a:avLst>
                <a:gd name="adj1" fmla="val 16667"/>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99;p25">
              <a:extLst>
                <a:ext uri="{FF2B5EF4-FFF2-40B4-BE49-F238E27FC236}">
                  <a16:creationId xmlns:a16="http://schemas.microsoft.com/office/drawing/2014/main" id="{6BDED381-40FD-05A1-C00B-EF3A449D797D}"/>
                </a:ext>
              </a:extLst>
            </p:cNvPr>
            <p:cNvSpPr/>
            <p:nvPr/>
          </p:nvSpPr>
          <p:spPr>
            <a:xfrm>
              <a:off x="1785397" y="2773643"/>
              <a:ext cx="2022468" cy="593012"/>
            </a:xfrm>
            <a:custGeom>
              <a:avLst/>
              <a:gdLst/>
              <a:ahLst/>
              <a:cxnLst/>
              <a:rect l="l" t="t" r="r" b="b"/>
              <a:pathLst>
                <a:path w="65378" h="21730" extrusionOk="0">
                  <a:moveTo>
                    <a:pt x="1" y="0"/>
                  </a:moveTo>
                  <a:lnTo>
                    <a:pt x="1" y="21729"/>
                  </a:lnTo>
                  <a:lnTo>
                    <a:pt x="65378" y="21729"/>
                  </a:lnTo>
                  <a:lnTo>
                    <a:pt x="65378" y="0"/>
                  </a:lnTo>
                  <a:close/>
                </a:path>
              </a:pathLst>
            </a:custGeom>
            <a:solidFill>
              <a:srgbClr val="833CD8">
                <a:alpha val="851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00;p25">
              <a:extLst>
                <a:ext uri="{FF2B5EF4-FFF2-40B4-BE49-F238E27FC236}">
                  <a16:creationId xmlns:a16="http://schemas.microsoft.com/office/drawing/2014/main" id="{556E3AA1-A3EB-2FB9-8853-12FFCBF57B62}"/>
                </a:ext>
              </a:extLst>
            </p:cNvPr>
            <p:cNvSpPr/>
            <p:nvPr/>
          </p:nvSpPr>
          <p:spPr>
            <a:xfrm>
              <a:off x="3807687" y="2773643"/>
              <a:ext cx="539414" cy="760327"/>
            </a:xfrm>
            <a:custGeom>
              <a:avLst/>
              <a:gdLst/>
              <a:ahLst/>
              <a:cxnLst/>
              <a:rect l="l" t="t" r="r" b="b"/>
              <a:pathLst>
                <a:path w="19766" h="27861" extrusionOk="0">
                  <a:moveTo>
                    <a:pt x="1" y="0"/>
                  </a:moveTo>
                  <a:lnTo>
                    <a:pt x="1" y="21729"/>
                  </a:lnTo>
                  <a:lnTo>
                    <a:pt x="19765" y="27861"/>
                  </a:lnTo>
                  <a:lnTo>
                    <a:pt x="19765" y="24"/>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01;p25">
              <a:extLst>
                <a:ext uri="{FF2B5EF4-FFF2-40B4-BE49-F238E27FC236}">
                  <a16:creationId xmlns:a16="http://schemas.microsoft.com/office/drawing/2014/main" id="{8AA0041F-5FF1-B823-5774-43836C0BB8E9}"/>
                </a:ext>
              </a:extLst>
            </p:cNvPr>
            <p:cNvSpPr/>
            <p:nvPr/>
          </p:nvSpPr>
          <p:spPr>
            <a:xfrm>
              <a:off x="3807687" y="2773293"/>
              <a:ext cx="539414" cy="760327"/>
            </a:xfrm>
            <a:custGeom>
              <a:avLst/>
              <a:gdLst/>
              <a:ahLst/>
              <a:cxnLst/>
              <a:rect l="l" t="t" r="r" b="b"/>
              <a:pathLst>
                <a:path w="19766" h="27861" extrusionOk="0">
                  <a:moveTo>
                    <a:pt x="1" y="0"/>
                  </a:moveTo>
                  <a:lnTo>
                    <a:pt x="1" y="21729"/>
                  </a:lnTo>
                  <a:lnTo>
                    <a:pt x="19765" y="27861"/>
                  </a:lnTo>
                  <a:lnTo>
                    <a:pt x="19765" y="24"/>
                  </a:lnTo>
                  <a:lnTo>
                    <a:pt x="1" y="0"/>
                  </a:lnTo>
                  <a:close/>
                </a:path>
              </a:pathLst>
            </a:custGeom>
            <a:solidFill>
              <a:srgbClr val="000000">
                <a:alpha val="312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502;p25">
            <a:extLst>
              <a:ext uri="{FF2B5EF4-FFF2-40B4-BE49-F238E27FC236}">
                <a16:creationId xmlns:a16="http://schemas.microsoft.com/office/drawing/2014/main" id="{F9022D31-9879-4B08-5B25-C9C6A4D77C9A}"/>
              </a:ext>
            </a:extLst>
          </p:cNvPr>
          <p:cNvGrpSpPr/>
          <p:nvPr/>
        </p:nvGrpSpPr>
        <p:grpSpPr>
          <a:xfrm>
            <a:off x="2368104" y="4837884"/>
            <a:ext cx="9339792" cy="1553952"/>
            <a:chOff x="1785397" y="3411738"/>
            <a:chExt cx="6901232" cy="928351"/>
          </a:xfrm>
        </p:grpSpPr>
        <p:sp>
          <p:nvSpPr>
            <p:cNvPr id="19" name="Google Shape;503;p25">
              <a:extLst>
                <a:ext uri="{FF2B5EF4-FFF2-40B4-BE49-F238E27FC236}">
                  <a16:creationId xmlns:a16="http://schemas.microsoft.com/office/drawing/2014/main" id="{3D30DAF8-B4B2-2719-9FA9-AE5CBAE4FB6A}"/>
                </a:ext>
              </a:extLst>
            </p:cNvPr>
            <p:cNvSpPr/>
            <p:nvPr/>
          </p:nvSpPr>
          <p:spPr>
            <a:xfrm rot="5400000">
              <a:off x="6137079" y="1789750"/>
              <a:ext cx="759600" cy="4339500"/>
            </a:xfrm>
            <a:prstGeom prst="round2SameRect">
              <a:avLst>
                <a:gd name="adj1" fmla="val 16667"/>
                <a:gd name="adj2" fmla="val 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04;p25">
              <a:extLst>
                <a:ext uri="{FF2B5EF4-FFF2-40B4-BE49-F238E27FC236}">
                  <a16:creationId xmlns:a16="http://schemas.microsoft.com/office/drawing/2014/main" id="{4C948075-A01F-3C32-0157-18A6E10ABD4F}"/>
                </a:ext>
              </a:extLst>
            </p:cNvPr>
            <p:cNvSpPr/>
            <p:nvPr/>
          </p:nvSpPr>
          <p:spPr>
            <a:xfrm>
              <a:off x="1785397" y="3411738"/>
              <a:ext cx="2022468" cy="593012"/>
            </a:xfrm>
            <a:custGeom>
              <a:avLst/>
              <a:gdLst/>
              <a:ahLst/>
              <a:cxnLst/>
              <a:rect l="l" t="t" r="r" b="b"/>
              <a:pathLst>
                <a:path w="65378" h="21730" extrusionOk="0">
                  <a:moveTo>
                    <a:pt x="1" y="1"/>
                  </a:moveTo>
                  <a:lnTo>
                    <a:pt x="1" y="21730"/>
                  </a:lnTo>
                  <a:lnTo>
                    <a:pt x="65378" y="21730"/>
                  </a:lnTo>
                  <a:lnTo>
                    <a:pt x="65378" y="1"/>
                  </a:lnTo>
                  <a:close/>
                </a:path>
              </a:pathLst>
            </a:custGeom>
            <a:solidFill>
              <a:srgbClr val="AC71EC">
                <a:alpha val="851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05;p25">
              <a:extLst>
                <a:ext uri="{FF2B5EF4-FFF2-40B4-BE49-F238E27FC236}">
                  <a16:creationId xmlns:a16="http://schemas.microsoft.com/office/drawing/2014/main" id="{BD2CE84E-AA2F-F639-9DA3-BD5CB4B10073}"/>
                </a:ext>
              </a:extLst>
            </p:cNvPr>
            <p:cNvSpPr/>
            <p:nvPr/>
          </p:nvSpPr>
          <p:spPr>
            <a:xfrm>
              <a:off x="3807687" y="3411738"/>
              <a:ext cx="539414" cy="928351"/>
            </a:xfrm>
            <a:custGeom>
              <a:avLst/>
              <a:gdLst/>
              <a:ahLst/>
              <a:cxnLst/>
              <a:rect l="l" t="t" r="r" b="b"/>
              <a:pathLst>
                <a:path w="19766" h="34018" extrusionOk="0">
                  <a:moveTo>
                    <a:pt x="1" y="1"/>
                  </a:moveTo>
                  <a:lnTo>
                    <a:pt x="1" y="21730"/>
                  </a:lnTo>
                  <a:lnTo>
                    <a:pt x="19765" y="34017"/>
                  </a:lnTo>
                  <a:lnTo>
                    <a:pt x="19765" y="6180"/>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06;p25">
              <a:extLst>
                <a:ext uri="{FF2B5EF4-FFF2-40B4-BE49-F238E27FC236}">
                  <a16:creationId xmlns:a16="http://schemas.microsoft.com/office/drawing/2014/main" id="{FB022D8C-F243-C66C-7F0F-1F25883BC601}"/>
                </a:ext>
              </a:extLst>
            </p:cNvPr>
            <p:cNvSpPr/>
            <p:nvPr/>
          </p:nvSpPr>
          <p:spPr>
            <a:xfrm>
              <a:off x="3807687" y="3411738"/>
              <a:ext cx="539414" cy="928351"/>
            </a:xfrm>
            <a:custGeom>
              <a:avLst/>
              <a:gdLst/>
              <a:ahLst/>
              <a:cxnLst/>
              <a:rect l="l" t="t" r="r" b="b"/>
              <a:pathLst>
                <a:path w="19766" h="34018" extrusionOk="0">
                  <a:moveTo>
                    <a:pt x="1" y="1"/>
                  </a:moveTo>
                  <a:lnTo>
                    <a:pt x="1" y="21730"/>
                  </a:lnTo>
                  <a:lnTo>
                    <a:pt x="19765" y="34017"/>
                  </a:lnTo>
                  <a:lnTo>
                    <a:pt x="19765" y="6180"/>
                  </a:lnTo>
                  <a:lnTo>
                    <a:pt x="1" y="1"/>
                  </a:lnTo>
                  <a:close/>
                </a:path>
              </a:pathLst>
            </a:custGeom>
            <a:solidFill>
              <a:srgbClr val="000000">
                <a:alpha val="312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519;p25">
            <a:extLst>
              <a:ext uri="{FF2B5EF4-FFF2-40B4-BE49-F238E27FC236}">
                <a16:creationId xmlns:a16="http://schemas.microsoft.com/office/drawing/2014/main" id="{3A3D1998-1673-801C-E609-F4DC74EFD38C}"/>
              </a:ext>
            </a:extLst>
          </p:cNvPr>
          <p:cNvGrpSpPr/>
          <p:nvPr/>
        </p:nvGrpSpPr>
        <p:grpSpPr>
          <a:xfrm>
            <a:off x="494232" y="1672985"/>
            <a:ext cx="4172260" cy="4172217"/>
            <a:chOff x="1298650" y="1692900"/>
            <a:chExt cx="2423250" cy="2423225"/>
          </a:xfrm>
        </p:grpSpPr>
        <p:sp>
          <p:nvSpPr>
            <p:cNvPr id="36" name="Google Shape;520;p25">
              <a:extLst>
                <a:ext uri="{FF2B5EF4-FFF2-40B4-BE49-F238E27FC236}">
                  <a16:creationId xmlns:a16="http://schemas.microsoft.com/office/drawing/2014/main" id="{AA22F214-2176-90D0-65E4-BD918A5BBD45}"/>
                </a:ext>
              </a:extLst>
            </p:cNvPr>
            <p:cNvSpPr/>
            <p:nvPr/>
          </p:nvSpPr>
          <p:spPr>
            <a:xfrm>
              <a:off x="1298650" y="1692900"/>
              <a:ext cx="2423250" cy="2423225"/>
            </a:xfrm>
            <a:custGeom>
              <a:avLst/>
              <a:gdLst/>
              <a:ahLst/>
              <a:cxnLst/>
              <a:rect l="l" t="t" r="r" b="b"/>
              <a:pathLst>
                <a:path w="96930" h="96929" extrusionOk="0">
                  <a:moveTo>
                    <a:pt x="48459" y="0"/>
                  </a:moveTo>
                  <a:cubicBezTo>
                    <a:pt x="21694" y="0"/>
                    <a:pt x="1" y="21705"/>
                    <a:pt x="1" y="48471"/>
                  </a:cubicBezTo>
                  <a:cubicBezTo>
                    <a:pt x="1" y="75224"/>
                    <a:pt x="21694" y="96929"/>
                    <a:pt x="48459" y="96929"/>
                  </a:cubicBezTo>
                  <a:cubicBezTo>
                    <a:pt x="75225" y="96929"/>
                    <a:pt x="96930" y="75224"/>
                    <a:pt x="96930" y="48471"/>
                  </a:cubicBezTo>
                  <a:cubicBezTo>
                    <a:pt x="96930" y="21705"/>
                    <a:pt x="75225" y="0"/>
                    <a:pt x="48459" y="0"/>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521;p25">
              <a:extLst>
                <a:ext uri="{FF2B5EF4-FFF2-40B4-BE49-F238E27FC236}">
                  <a16:creationId xmlns:a16="http://schemas.microsoft.com/office/drawing/2014/main" id="{AA317CFB-8EF1-5862-2611-795E80D752D2}"/>
                </a:ext>
              </a:extLst>
            </p:cNvPr>
            <p:cNvSpPr/>
            <p:nvPr/>
          </p:nvSpPr>
          <p:spPr>
            <a:xfrm>
              <a:off x="1568625" y="1963175"/>
              <a:ext cx="1883000" cy="1882700"/>
            </a:xfrm>
            <a:custGeom>
              <a:avLst/>
              <a:gdLst/>
              <a:ahLst/>
              <a:cxnLst/>
              <a:rect l="l" t="t" r="r" b="b"/>
              <a:pathLst>
                <a:path w="75320" h="75308" extrusionOk="0">
                  <a:moveTo>
                    <a:pt x="37660" y="0"/>
                  </a:moveTo>
                  <a:cubicBezTo>
                    <a:pt x="16872" y="0"/>
                    <a:pt x="1" y="16859"/>
                    <a:pt x="1" y="37660"/>
                  </a:cubicBezTo>
                  <a:cubicBezTo>
                    <a:pt x="1" y="58448"/>
                    <a:pt x="16872" y="75307"/>
                    <a:pt x="37660" y="75307"/>
                  </a:cubicBezTo>
                  <a:cubicBezTo>
                    <a:pt x="58461" y="75307"/>
                    <a:pt x="75320" y="58448"/>
                    <a:pt x="75320" y="37660"/>
                  </a:cubicBezTo>
                  <a:cubicBezTo>
                    <a:pt x="75320" y="16859"/>
                    <a:pt x="58461" y="0"/>
                    <a:pt x="376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22;p25">
              <a:extLst>
                <a:ext uri="{FF2B5EF4-FFF2-40B4-BE49-F238E27FC236}">
                  <a16:creationId xmlns:a16="http://schemas.microsoft.com/office/drawing/2014/main" id="{1B58B019-E94A-FE3C-CEC8-904C762A35E1}"/>
                </a:ext>
              </a:extLst>
            </p:cNvPr>
            <p:cNvSpPr/>
            <p:nvPr/>
          </p:nvSpPr>
          <p:spPr>
            <a:xfrm>
              <a:off x="1888025" y="2282250"/>
              <a:ext cx="1244225" cy="1244525"/>
            </a:xfrm>
            <a:custGeom>
              <a:avLst/>
              <a:gdLst/>
              <a:ahLst/>
              <a:cxnLst/>
              <a:rect l="l" t="t" r="r" b="b"/>
              <a:pathLst>
                <a:path w="49769" h="49781" extrusionOk="0">
                  <a:moveTo>
                    <a:pt x="24884" y="1"/>
                  </a:moveTo>
                  <a:cubicBezTo>
                    <a:pt x="11145" y="1"/>
                    <a:pt x="0" y="11145"/>
                    <a:pt x="0" y="24897"/>
                  </a:cubicBezTo>
                  <a:cubicBezTo>
                    <a:pt x="0" y="38636"/>
                    <a:pt x="11145" y="49781"/>
                    <a:pt x="24884" y="49781"/>
                  </a:cubicBezTo>
                  <a:cubicBezTo>
                    <a:pt x="38636" y="49781"/>
                    <a:pt x="49768" y="38636"/>
                    <a:pt x="49768" y="24897"/>
                  </a:cubicBezTo>
                  <a:cubicBezTo>
                    <a:pt x="49768" y="11145"/>
                    <a:pt x="38636" y="1"/>
                    <a:pt x="24884"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23;p25">
              <a:extLst>
                <a:ext uri="{FF2B5EF4-FFF2-40B4-BE49-F238E27FC236}">
                  <a16:creationId xmlns:a16="http://schemas.microsoft.com/office/drawing/2014/main" id="{FB46C2BE-348D-1556-EA28-1EB259569B83}"/>
                </a:ext>
              </a:extLst>
            </p:cNvPr>
            <p:cNvSpPr/>
            <p:nvPr/>
          </p:nvSpPr>
          <p:spPr>
            <a:xfrm>
              <a:off x="2127050" y="2521275"/>
              <a:ext cx="766475" cy="766475"/>
            </a:xfrm>
            <a:custGeom>
              <a:avLst/>
              <a:gdLst/>
              <a:ahLst/>
              <a:cxnLst/>
              <a:rect l="l" t="t" r="r" b="b"/>
              <a:pathLst>
                <a:path w="30659" h="30659" extrusionOk="0">
                  <a:moveTo>
                    <a:pt x="15323" y="0"/>
                  </a:moveTo>
                  <a:cubicBezTo>
                    <a:pt x="6858" y="0"/>
                    <a:pt x="0" y="6870"/>
                    <a:pt x="0" y="15336"/>
                  </a:cubicBezTo>
                  <a:cubicBezTo>
                    <a:pt x="0" y="23789"/>
                    <a:pt x="6858" y="30659"/>
                    <a:pt x="15323" y="30659"/>
                  </a:cubicBezTo>
                  <a:cubicBezTo>
                    <a:pt x="23789" y="30659"/>
                    <a:pt x="30659" y="23789"/>
                    <a:pt x="30659" y="15336"/>
                  </a:cubicBezTo>
                  <a:cubicBezTo>
                    <a:pt x="30659" y="6870"/>
                    <a:pt x="23789" y="0"/>
                    <a:pt x="1532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524;p25">
              <a:extLst>
                <a:ext uri="{FF2B5EF4-FFF2-40B4-BE49-F238E27FC236}">
                  <a16:creationId xmlns:a16="http://schemas.microsoft.com/office/drawing/2014/main" id="{82565E8F-006A-5900-120F-053795392E32}"/>
                </a:ext>
              </a:extLst>
            </p:cNvPr>
            <p:cNvSpPr/>
            <p:nvPr/>
          </p:nvSpPr>
          <p:spPr>
            <a:xfrm>
              <a:off x="2363075" y="2757325"/>
              <a:ext cx="294400" cy="294400"/>
            </a:xfrm>
            <a:custGeom>
              <a:avLst/>
              <a:gdLst/>
              <a:ahLst/>
              <a:cxnLst/>
              <a:rect l="l" t="t" r="r" b="b"/>
              <a:pathLst>
                <a:path w="11776" h="11776" extrusionOk="0">
                  <a:moveTo>
                    <a:pt x="5882" y="0"/>
                  </a:moveTo>
                  <a:cubicBezTo>
                    <a:pt x="2632" y="0"/>
                    <a:pt x="1" y="2643"/>
                    <a:pt x="1" y="5894"/>
                  </a:cubicBezTo>
                  <a:cubicBezTo>
                    <a:pt x="1" y="9144"/>
                    <a:pt x="2632" y="11775"/>
                    <a:pt x="5882" y="11775"/>
                  </a:cubicBezTo>
                  <a:cubicBezTo>
                    <a:pt x="9133" y="11775"/>
                    <a:pt x="11776" y="9144"/>
                    <a:pt x="11776" y="5894"/>
                  </a:cubicBezTo>
                  <a:cubicBezTo>
                    <a:pt x="11776" y="2643"/>
                    <a:pt x="9133" y="0"/>
                    <a:pt x="5882" y="0"/>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oogle Shape;525;p25">
            <a:extLst>
              <a:ext uri="{FF2B5EF4-FFF2-40B4-BE49-F238E27FC236}">
                <a16:creationId xmlns:a16="http://schemas.microsoft.com/office/drawing/2014/main" id="{E18C69A0-8A7F-4BC9-FF5A-4566BB64FC94}"/>
              </a:ext>
            </a:extLst>
          </p:cNvPr>
          <p:cNvGrpSpPr/>
          <p:nvPr/>
        </p:nvGrpSpPr>
        <p:grpSpPr>
          <a:xfrm>
            <a:off x="490575" y="1705357"/>
            <a:ext cx="2089787" cy="2089083"/>
            <a:chOff x="592075" y="147288"/>
            <a:chExt cx="1193325" cy="1193025"/>
          </a:xfrm>
        </p:grpSpPr>
        <p:sp>
          <p:nvSpPr>
            <p:cNvPr id="42" name="Google Shape;526;p25">
              <a:extLst>
                <a:ext uri="{FF2B5EF4-FFF2-40B4-BE49-F238E27FC236}">
                  <a16:creationId xmlns:a16="http://schemas.microsoft.com/office/drawing/2014/main" id="{78E22EF3-2B1B-EC8F-4E71-9C3F088004BB}"/>
                </a:ext>
              </a:extLst>
            </p:cNvPr>
            <p:cNvSpPr/>
            <p:nvPr/>
          </p:nvSpPr>
          <p:spPr>
            <a:xfrm>
              <a:off x="847150" y="402088"/>
              <a:ext cx="938250" cy="938225"/>
            </a:xfrm>
            <a:custGeom>
              <a:avLst/>
              <a:gdLst/>
              <a:ahLst/>
              <a:cxnLst/>
              <a:rect l="l" t="t" r="r" b="b"/>
              <a:pathLst>
                <a:path w="37530" h="37529" fill="none" extrusionOk="0">
                  <a:moveTo>
                    <a:pt x="37529" y="37529"/>
                  </a:moveTo>
                  <a:lnTo>
                    <a:pt x="1" y="0"/>
                  </a:lnTo>
                </a:path>
              </a:pathLst>
            </a:custGeom>
            <a:noFill/>
            <a:ln w="38400"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527;p25">
              <a:extLst>
                <a:ext uri="{FF2B5EF4-FFF2-40B4-BE49-F238E27FC236}">
                  <a16:creationId xmlns:a16="http://schemas.microsoft.com/office/drawing/2014/main" id="{F18A435E-98ED-34C7-CC23-FF8F6CCA082E}"/>
                </a:ext>
              </a:extLst>
            </p:cNvPr>
            <p:cNvSpPr/>
            <p:nvPr/>
          </p:nvSpPr>
          <p:spPr>
            <a:xfrm>
              <a:off x="1043600" y="343738"/>
              <a:ext cx="173275" cy="423900"/>
            </a:xfrm>
            <a:custGeom>
              <a:avLst/>
              <a:gdLst/>
              <a:ahLst/>
              <a:cxnLst/>
              <a:rect l="l" t="t" r="r" b="b"/>
              <a:pathLst>
                <a:path w="6931" h="16956" extrusionOk="0">
                  <a:moveTo>
                    <a:pt x="167" y="1"/>
                  </a:moveTo>
                  <a:lnTo>
                    <a:pt x="1" y="10192"/>
                  </a:lnTo>
                  <a:lnTo>
                    <a:pt x="6752" y="16955"/>
                  </a:lnTo>
                  <a:lnTo>
                    <a:pt x="6930" y="6751"/>
                  </a:lnTo>
                  <a:lnTo>
                    <a:pt x="1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528;p25">
              <a:extLst>
                <a:ext uri="{FF2B5EF4-FFF2-40B4-BE49-F238E27FC236}">
                  <a16:creationId xmlns:a16="http://schemas.microsoft.com/office/drawing/2014/main" id="{6AB62220-0BCC-D0A4-CBC3-6DE1F91569EE}"/>
                </a:ext>
              </a:extLst>
            </p:cNvPr>
            <p:cNvSpPr/>
            <p:nvPr/>
          </p:nvSpPr>
          <p:spPr>
            <a:xfrm>
              <a:off x="846850" y="147288"/>
              <a:ext cx="173275" cy="423600"/>
            </a:xfrm>
            <a:custGeom>
              <a:avLst/>
              <a:gdLst/>
              <a:ahLst/>
              <a:cxnLst/>
              <a:rect l="l" t="t" r="r" b="b"/>
              <a:pathLst>
                <a:path w="6931" h="16944" extrusionOk="0">
                  <a:moveTo>
                    <a:pt x="179" y="1"/>
                  </a:moveTo>
                  <a:lnTo>
                    <a:pt x="1" y="10192"/>
                  </a:lnTo>
                  <a:lnTo>
                    <a:pt x="6764" y="16943"/>
                  </a:lnTo>
                  <a:lnTo>
                    <a:pt x="6930" y="6751"/>
                  </a:lnTo>
                  <a:lnTo>
                    <a:pt x="1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529;p25">
              <a:extLst>
                <a:ext uri="{FF2B5EF4-FFF2-40B4-BE49-F238E27FC236}">
                  <a16:creationId xmlns:a16="http://schemas.microsoft.com/office/drawing/2014/main" id="{7C1EED9B-976B-D23F-6AC2-FEA0923D3F25}"/>
                </a:ext>
              </a:extLst>
            </p:cNvPr>
            <p:cNvSpPr/>
            <p:nvPr/>
          </p:nvSpPr>
          <p:spPr>
            <a:xfrm>
              <a:off x="592075" y="402088"/>
              <a:ext cx="423875" cy="173250"/>
            </a:xfrm>
            <a:custGeom>
              <a:avLst/>
              <a:gdLst/>
              <a:ahLst/>
              <a:cxnLst/>
              <a:rect l="l" t="t" r="r" b="b"/>
              <a:pathLst>
                <a:path w="16955" h="6930" extrusionOk="0">
                  <a:moveTo>
                    <a:pt x="10192" y="0"/>
                  </a:moveTo>
                  <a:lnTo>
                    <a:pt x="0" y="179"/>
                  </a:lnTo>
                  <a:lnTo>
                    <a:pt x="6751" y="6930"/>
                  </a:lnTo>
                  <a:lnTo>
                    <a:pt x="16955" y="6751"/>
                  </a:lnTo>
                  <a:lnTo>
                    <a:pt x="1019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530;p25">
              <a:extLst>
                <a:ext uri="{FF2B5EF4-FFF2-40B4-BE49-F238E27FC236}">
                  <a16:creationId xmlns:a16="http://schemas.microsoft.com/office/drawing/2014/main" id="{3998055A-5CA1-ACA0-6880-024C46DAD6F6}"/>
                </a:ext>
              </a:extLst>
            </p:cNvPr>
            <p:cNvSpPr/>
            <p:nvPr/>
          </p:nvSpPr>
          <p:spPr>
            <a:xfrm>
              <a:off x="788825" y="598538"/>
              <a:ext cx="423575" cy="173250"/>
            </a:xfrm>
            <a:custGeom>
              <a:avLst/>
              <a:gdLst/>
              <a:ahLst/>
              <a:cxnLst/>
              <a:rect l="l" t="t" r="r" b="b"/>
              <a:pathLst>
                <a:path w="16943" h="6930" extrusionOk="0">
                  <a:moveTo>
                    <a:pt x="10192" y="0"/>
                  </a:moveTo>
                  <a:lnTo>
                    <a:pt x="0" y="179"/>
                  </a:lnTo>
                  <a:lnTo>
                    <a:pt x="6751" y="6930"/>
                  </a:lnTo>
                  <a:lnTo>
                    <a:pt x="16943" y="6763"/>
                  </a:lnTo>
                  <a:lnTo>
                    <a:pt x="1019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47" name="Diagram 46">
            <a:extLst>
              <a:ext uri="{FF2B5EF4-FFF2-40B4-BE49-F238E27FC236}">
                <a16:creationId xmlns:a16="http://schemas.microsoft.com/office/drawing/2014/main" id="{BA0F93C2-7658-E3F6-5D3D-9EFE9F7B5F3C}"/>
              </a:ext>
            </a:extLst>
          </p:cNvPr>
          <p:cNvGraphicFramePr/>
          <p:nvPr>
            <p:extLst>
              <p:ext uri="{D42A27DB-BD31-4B8C-83A1-F6EECF244321}">
                <p14:modId xmlns:p14="http://schemas.microsoft.com/office/powerpoint/2010/main" val="2121303722"/>
              </p:ext>
            </p:extLst>
          </p:nvPr>
        </p:nvGraphicFramePr>
        <p:xfrm>
          <a:off x="2912697" y="831881"/>
          <a:ext cx="2205318" cy="8354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9" name="TextBox 48">
            <a:extLst>
              <a:ext uri="{FF2B5EF4-FFF2-40B4-BE49-F238E27FC236}">
                <a16:creationId xmlns:a16="http://schemas.microsoft.com/office/drawing/2014/main" id="{8ABD4D0E-6E9E-FD68-8954-6E18D11D3A84}"/>
              </a:ext>
            </a:extLst>
          </p:cNvPr>
          <p:cNvSpPr txBox="1"/>
          <p:nvPr/>
        </p:nvSpPr>
        <p:spPr>
          <a:xfrm>
            <a:off x="5794406" y="1305985"/>
            <a:ext cx="6096000" cy="874535"/>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US" dirty="0">
                <a:solidFill>
                  <a:schemeClr val="bg1"/>
                </a:solidFill>
              </a:rPr>
              <a:t>Using RMP(ratemyprofessor.com) dataset extracting useful knowledge</a:t>
            </a:r>
          </a:p>
        </p:txBody>
      </p:sp>
      <p:sp>
        <p:nvSpPr>
          <p:cNvPr id="51" name="TextBox 50">
            <a:extLst>
              <a:ext uri="{FF2B5EF4-FFF2-40B4-BE49-F238E27FC236}">
                <a16:creationId xmlns:a16="http://schemas.microsoft.com/office/drawing/2014/main" id="{1434C849-A250-44AC-4491-9D3702E1AD43}"/>
              </a:ext>
            </a:extLst>
          </p:cNvPr>
          <p:cNvSpPr txBox="1"/>
          <p:nvPr/>
        </p:nvSpPr>
        <p:spPr>
          <a:xfrm>
            <a:off x="5794406" y="2522790"/>
            <a:ext cx="6096000" cy="1290033"/>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US" sz="1800" dirty="0">
                <a:solidFill>
                  <a:schemeClr val="bg1"/>
                </a:solidFill>
              </a:rPr>
              <a:t>We are going to use our own labels which in our opinion, these labels are fit to extract </a:t>
            </a:r>
            <a:r>
              <a:rPr lang="en-US" sz="1800" b="1" dirty="0">
                <a:solidFill>
                  <a:schemeClr val="bg1"/>
                </a:solidFill>
              </a:rPr>
              <a:t>“Effective teaching and learning” </a:t>
            </a:r>
            <a:r>
              <a:rPr lang="en-US" sz="1800" dirty="0">
                <a:solidFill>
                  <a:schemeClr val="bg1"/>
                </a:solidFill>
              </a:rPr>
              <a:t>from the students review </a:t>
            </a:r>
          </a:p>
        </p:txBody>
      </p:sp>
      <p:sp>
        <p:nvSpPr>
          <p:cNvPr id="53" name="TextBox 52">
            <a:extLst>
              <a:ext uri="{FF2B5EF4-FFF2-40B4-BE49-F238E27FC236}">
                <a16:creationId xmlns:a16="http://schemas.microsoft.com/office/drawing/2014/main" id="{3F4F8B77-7CB1-00D5-457F-F0686DC12F7A}"/>
              </a:ext>
            </a:extLst>
          </p:cNvPr>
          <p:cNvSpPr txBox="1"/>
          <p:nvPr/>
        </p:nvSpPr>
        <p:spPr>
          <a:xfrm>
            <a:off x="5794406" y="4018211"/>
            <a:ext cx="5913490" cy="463204"/>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US" sz="1800" dirty="0">
                <a:solidFill>
                  <a:schemeClr val="bg1"/>
                </a:solidFill>
              </a:rPr>
              <a:t> Train two zero-shot classifications based on the dataset</a:t>
            </a:r>
          </a:p>
        </p:txBody>
      </p:sp>
      <p:sp>
        <p:nvSpPr>
          <p:cNvPr id="55" name="TextBox 54">
            <a:extLst>
              <a:ext uri="{FF2B5EF4-FFF2-40B4-BE49-F238E27FC236}">
                <a16:creationId xmlns:a16="http://schemas.microsoft.com/office/drawing/2014/main" id="{C988B6A1-F086-E236-23A0-8D21F773FB89}"/>
              </a:ext>
            </a:extLst>
          </p:cNvPr>
          <p:cNvSpPr txBox="1"/>
          <p:nvPr/>
        </p:nvSpPr>
        <p:spPr>
          <a:xfrm>
            <a:off x="5794406" y="5530165"/>
            <a:ext cx="6096000" cy="369332"/>
          </a:xfrm>
          <a:prstGeom prst="rect">
            <a:avLst/>
          </a:prstGeom>
          <a:noFill/>
        </p:spPr>
        <p:txBody>
          <a:bodyPr wrap="square">
            <a:spAutoFit/>
          </a:bodyPr>
          <a:lstStyle/>
          <a:p>
            <a:pPr marL="285750" indent="-285750">
              <a:buFont typeface="Wingdings" panose="05000000000000000000" pitchFamily="2" charset="2"/>
              <a:buChar char="ü"/>
            </a:pPr>
            <a:r>
              <a:rPr lang="en-US" sz="1800" dirty="0">
                <a:solidFill>
                  <a:schemeClr val="bg1"/>
                </a:solidFill>
              </a:rPr>
              <a:t>Compare these two models result using cross-tabulation</a:t>
            </a:r>
            <a:endParaRPr lang="en-US" dirty="0">
              <a:solidFill>
                <a:schemeClr val="bg1"/>
              </a:solidFill>
            </a:endParaRPr>
          </a:p>
        </p:txBody>
      </p:sp>
    </p:spTree>
    <p:extLst>
      <p:ext uri="{BB962C8B-B14F-4D97-AF65-F5344CB8AC3E}">
        <p14:creationId xmlns:p14="http://schemas.microsoft.com/office/powerpoint/2010/main" val="2334856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 name="Google Shape;660;p40">
            <a:extLst>
              <a:ext uri="{FF2B5EF4-FFF2-40B4-BE49-F238E27FC236}">
                <a16:creationId xmlns:a16="http://schemas.microsoft.com/office/drawing/2014/main" id="{8E7A701F-56BC-AC19-C7F2-AECC38E53FBE}"/>
              </a:ext>
            </a:extLst>
          </p:cNvPr>
          <p:cNvGrpSpPr/>
          <p:nvPr/>
        </p:nvGrpSpPr>
        <p:grpSpPr>
          <a:xfrm>
            <a:off x="6845136" y="4058417"/>
            <a:ext cx="367052" cy="431126"/>
            <a:chOff x="-1021600" y="2061375"/>
            <a:chExt cx="411125" cy="638800"/>
          </a:xfrm>
        </p:grpSpPr>
        <p:sp>
          <p:nvSpPr>
            <p:cNvPr id="82" name="Google Shape;661;p40">
              <a:extLst>
                <a:ext uri="{FF2B5EF4-FFF2-40B4-BE49-F238E27FC236}">
                  <a16:creationId xmlns:a16="http://schemas.microsoft.com/office/drawing/2014/main" id="{0341C416-9E36-3F75-13DD-C8CF90CAD416}"/>
                </a:ext>
              </a:extLst>
            </p:cNvPr>
            <p:cNvSpPr/>
            <p:nvPr/>
          </p:nvSpPr>
          <p:spPr>
            <a:xfrm>
              <a:off x="-994925" y="2375750"/>
              <a:ext cx="360275" cy="305250"/>
            </a:xfrm>
            <a:custGeom>
              <a:avLst/>
              <a:gdLst/>
              <a:ahLst/>
              <a:cxnLst/>
              <a:rect l="l" t="t" r="r" b="b"/>
              <a:pathLst>
                <a:path w="14411" h="12210" extrusionOk="0">
                  <a:moveTo>
                    <a:pt x="5238" y="701"/>
                  </a:moveTo>
                  <a:cubicBezTo>
                    <a:pt x="5304" y="1002"/>
                    <a:pt x="5371" y="1268"/>
                    <a:pt x="5438" y="1535"/>
                  </a:cubicBezTo>
                  <a:cubicBezTo>
                    <a:pt x="5504" y="1769"/>
                    <a:pt x="5504" y="1969"/>
                    <a:pt x="5471" y="2202"/>
                  </a:cubicBezTo>
                  <a:cubicBezTo>
                    <a:pt x="5471" y="2603"/>
                    <a:pt x="5538" y="3036"/>
                    <a:pt x="5638" y="3437"/>
                  </a:cubicBezTo>
                  <a:cubicBezTo>
                    <a:pt x="5771" y="4037"/>
                    <a:pt x="6005" y="4571"/>
                    <a:pt x="6071" y="5171"/>
                  </a:cubicBezTo>
                  <a:cubicBezTo>
                    <a:pt x="6105" y="5672"/>
                    <a:pt x="6338" y="6172"/>
                    <a:pt x="6505" y="6639"/>
                  </a:cubicBezTo>
                  <a:cubicBezTo>
                    <a:pt x="6538" y="6772"/>
                    <a:pt x="6639" y="6939"/>
                    <a:pt x="6739" y="7039"/>
                  </a:cubicBezTo>
                  <a:cubicBezTo>
                    <a:pt x="7039" y="7339"/>
                    <a:pt x="7406" y="7306"/>
                    <a:pt x="7673" y="7039"/>
                  </a:cubicBezTo>
                  <a:cubicBezTo>
                    <a:pt x="7773" y="6939"/>
                    <a:pt x="7873" y="6839"/>
                    <a:pt x="7906" y="6706"/>
                  </a:cubicBezTo>
                  <a:cubicBezTo>
                    <a:pt x="8073" y="6172"/>
                    <a:pt x="8240" y="5638"/>
                    <a:pt x="8373" y="5105"/>
                  </a:cubicBezTo>
                  <a:cubicBezTo>
                    <a:pt x="8507" y="4704"/>
                    <a:pt x="8540" y="4304"/>
                    <a:pt x="8673" y="3904"/>
                  </a:cubicBezTo>
                  <a:cubicBezTo>
                    <a:pt x="8873" y="3203"/>
                    <a:pt x="9007" y="2469"/>
                    <a:pt x="9107" y="1735"/>
                  </a:cubicBezTo>
                  <a:cubicBezTo>
                    <a:pt x="9140" y="1402"/>
                    <a:pt x="9240" y="1068"/>
                    <a:pt x="9307" y="701"/>
                  </a:cubicBezTo>
                  <a:cubicBezTo>
                    <a:pt x="9607" y="535"/>
                    <a:pt x="9908" y="334"/>
                    <a:pt x="10241" y="168"/>
                  </a:cubicBezTo>
                  <a:cubicBezTo>
                    <a:pt x="10475" y="34"/>
                    <a:pt x="10708" y="101"/>
                    <a:pt x="10908" y="234"/>
                  </a:cubicBezTo>
                  <a:cubicBezTo>
                    <a:pt x="11509" y="535"/>
                    <a:pt x="11976" y="1002"/>
                    <a:pt x="12343" y="1569"/>
                  </a:cubicBezTo>
                  <a:cubicBezTo>
                    <a:pt x="13143" y="2803"/>
                    <a:pt x="13543" y="4204"/>
                    <a:pt x="13777" y="5605"/>
                  </a:cubicBezTo>
                  <a:cubicBezTo>
                    <a:pt x="13944" y="6539"/>
                    <a:pt x="14311" y="7440"/>
                    <a:pt x="14211" y="8407"/>
                  </a:cubicBezTo>
                  <a:cubicBezTo>
                    <a:pt x="14177" y="8841"/>
                    <a:pt x="14311" y="9274"/>
                    <a:pt x="14377" y="9708"/>
                  </a:cubicBezTo>
                  <a:cubicBezTo>
                    <a:pt x="14377" y="9808"/>
                    <a:pt x="14411" y="9941"/>
                    <a:pt x="14377" y="10041"/>
                  </a:cubicBezTo>
                  <a:cubicBezTo>
                    <a:pt x="14144" y="10875"/>
                    <a:pt x="14077" y="11176"/>
                    <a:pt x="13177" y="11176"/>
                  </a:cubicBezTo>
                  <a:cubicBezTo>
                    <a:pt x="12676" y="11176"/>
                    <a:pt x="12142" y="11376"/>
                    <a:pt x="11642" y="11476"/>
                  </a:cubicBezTo>
                  <a:cubicBezTo>
                    <a:pt x="11542" y="11476"/>
                    <a:pt x="11475" y="11542"/>
                    <a:pt x="11375" y="11576"/>
                  </a:cubicBezTo>
                  <a:cubicBezTo>
                    <a:pt x="10808" y="11643"/>
                    <a:pt x="10241" y="11676"/>
                    <a:pt x="9674" y="11743"/>
                  </a:cubicBezTo>
                  <a:cubicBezTo>
                    <a:pt x="9240" y="11809"/>
                    <a:pt x="8773" y="11876"/>
                    <a:pt x="8373" y="12009"/>
                  </a:cubicBezTo>
                  <a:cubicBezTo>
                    <a:pt x="7639" y="12210"/>
                    <a:pt x="6905" y="12143"/>
                    <a:pt x="6172" y="12076"/>
                  </a:cubicBezTo>
                  <a:cubicBezTo>
                    <a:pt x="5971" y="12076"/>
                    <a:pt x="5771" y="12043"/>
                    <a:pt x="5538" y="12009"/>
                  </a:cubicBezTo>
                  <a:cubicBezTo>
                    <a:pt x="4704" y="11909"/>
                    <a:pt x="3837" y="11809"/>
                    <a:pt x="3003" y="11676"/>
                  </a:cubicBezTo>
                  <a:cubicBezTo>
                    <a:pt x="2869" y="11676"/>
                    <a:pt x="2736" y="11609"/>
                    <a:pt x="2602" y="11542"/>
                  </a:cubicBezTo>
                  <a:cubicBezTo>
                    <a:pt x="2102" y="11276"/>
                    <a:pt x="1535" y="11142"/>
                    <a:pt x="934" y="11142"/>
                  </a:cubicBezTo>
                  <a:cubicBezTo>
                    <a:pt x="534" y="11142"/>
                    <a:pt x="301" y="10975"/>
                    <a:pt x="201" y="10575"/>
                  </a:cubicBezTo>
                  <a:cubicBezTo>
                    <a:pt x="0" y="10008"/>
                    <a:pt x="34" y="9474"/>
                    <a:pt x="101" y="8874"/>
                  </a:cubicBezTo>
                  <a:cubicBezTo>
                    <a:pt x="201" y="7973"/>
                    <a:pt x="301" y="7039"/>
                    <a:pt x="534" y="6172"/>
                  </a:cubicBezTo>
                  <a:cubicBezTo>
                    <a:pt x="634" y="5805"/>
                    <a:pt x="668" y="5438"/>
                    <a:pt x="734" y="5071"/>
                  </a:cubicBezTo>
                  <a:cubicBezTo>
                    <a:pt x="868" y="4504"/>
                    <a:pt x="1001" y="3904"/>
                    <a:pt x="1235" y="3337"/>
                  </a:cubicBezTo>
                  <a:cubicBezTo>
                    <a:pt x="1602" y="2436"/>
                    <a:pt x="1969" y="1502"/>
                    <a:pt x="2736" y="801"/>
                  </a:cubicBezTo>
                  <a:cubicBezTo>
                    <a:pt x="2936" y="601"/>
                    <a:pt x="3203" y="401"/>
                    <a:pt x="3436" y="268"/>
                  </a:cubicBezTo>
                  <a:cubicBezTo>
                    <a:pt x="3770" y="68"/>
                    <a:pt x="4103" y="1"/>
                    <a:pt x="4470" y="301"/>
                  </a:cubicBezTo>
                  <a:cubicBezTo>
                    <a:pt x="4670" y="501"/>
                    <a:pt x="4971" y="568"/>
                    <a:pt x="5238" y="70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662;p40">
              <a:extLst>
                <a:ext uri="{FF2B5EF4-FFF2-40B4-BE49-F238E27FC236}">
                  <a16:creationId xmlns:a16="http://schemas.microsoft.com/office/drawing/2014/main" id="{AC8103F1-2F44-2FD5-D922-D0AF9267C3FE}"/>
                </a:ext>
              </a:extLst>
            </p:cNvPr>
            <p:cNvSpPr/>
            <p:nvPr/>
          </p:nvSpPr>
          <p:spPr>
            <a:xfrm>
              <a:off x="-932375" y="2083875"/>
              <a:ext cx="224350" cy="296900"/>
            </a:xfrm>
            <a:custGeom>
              <a:avLst/>
              <a:gdLst/>
              <a:ahLst/>
              <a:cxnLst/>
              <a:rect l="l" t="t" r="r" b="b"/>
              <a:pathLst>
                <a:path w="8974" h="11876" extrusionOk="0">
                  <a:moveTo>
                    <a:pt x="8973" y="6372"/>
                  </a:moveTo>
                  <a:cubicBezTo>
                    <a:pt x="8873" y="7139"/>
                    <a:pt x="8840" y="7907"/>
                    <a:pt x="8673" y="8640"/>
                  </a:cubicBezTo>
                  <a:cubicBezTo>
                    <a:pt x="8540" y="9207"/>
                    <a:pt x="8239" y="9741"/>
                    <a:pt x="7973" y="10275"/>
                  </a:cubicBezTo>
                  <a:cubicBezTo>
                    <a:pt x="7873" y="10475"/>
                    <a:pt x="7639" y="10608"/>
                    <a:pt x="7472" y="10742"/>
                  </a:cubicBezTo>
                  <a:cubicBezTo>
                    <a:pt x="7005" y="11009"/>
                    <a:pt x="6705" y="11542"/>
                    <a:pt x="6138" y="11676"/>
                  </a:cubicBezTo>
                  <a:cubicBezTo>
                    <a:pt x="5838" y="11743"/>
                    <a:pt x="5571" y="11809"/>
                    <a:pt x="5271" y="11843"/>
                  </a:cubicBezTo>
                  <a:cubicBezTo>
                    <a:pt x="4837" y="11843"/>
                    <a:pt x="4403" y="11843"/>
                    <a:pt x="3936" y="11843"/>
                  </a:cubicBezTo>
                  <a:cubicBezTo>
                    <a:pt x="3369" y="11876"/>
                    <a:pt x="2902" y="11709"/>
                    <a:pt x="2502" y="11242"/>
                  </a:cubicBezTo>
                  <a:cubicBezTo>
                    <a:pt x="2202" y="10942"/>
                    <a:pt x="1802" y="10709"/>
                    <a:pt x="1535" y="10408"/>
                  </a:cubicBezTo>
                  <a:cubicBezTo>
                    <a:pt x="1301" y="10175"/>
                    <a:pt x="1168" y="9875"/>
                    <a:pt x="1001" y="9608"/>
                  </a:cubicBezTo>
                  <a:cubicBezTo>
                    <a:pt x="934" y="9508"/>
                    <a:pt x="968" y="9308"/>
                    <a:pt x="868" y="9207"/>
                  </a:cubicBezTo>
                  <a:cubicBezTo>
                    <a:pt x="367" y="8540"/>
                    <a:pt x="367" y="7673"/>
                    <a:pt x="200" y="6906"/>
                  </a:cubicBezTo>
                  <a:cubicBezTo>
                    <a:pt x="0" y="6005"/>
                    <a:pt x="0" y="5038"/>
                    <a:pt x="267" y="4104"/>
                  </a:cubicBezTo>
                  <a:cubicBezTo>
                    <a:pt x="401" y="3703"/>
                    <a:pt x="534" y="3303"/>
                    <a:pt x="667" y="2936"/>
                  </a:cubicBezTo>
                  <a:cubicBezTo>
                    <a:pt x="968" y="2069"/>
                    <a:pt x="1535" y="1435"/>
                    <a:pt x="2135" y="835"/>
                  </a:cubicBezTo>
                  <a:cubicBezTo>
                    <a:pt x="2602" y="301"/>
                    <a:pt x="3303" y="201"/>
                    <a:pt x="3970" y="101"/>
                  </a:cubicBezTo>
                  <a:cubicBezTo>
                    <a:pt x="4570" y="1"/>
                    <a:pt x="5204" y="1"/>
                    <a:pt x="5804" y="201"/>
                  </a:cubicBezTo>
                  <a:cubicBezTo>
                    <a:pt x="6538" y="468"/>
                    <a:pt x="7105" y="901"/>
                    <a:pt x="7572" y="1502"/>
                  </a:cubicBezTo>
                  <a:cubicBezTo>
                    <a:pt x="7639" y="1569"/>
                    <a:pt x="7639" y="1669"/>
                    <a:pt x="7706" y="1735"/>
                  </a:cubicBezTo>
                  <a:cubicBezTo>
                    <a:pt x="8506" y="2403"/>
                    <a:pt x="8540" y="3403"/>
                    <a:pt x="8706" y="4304"/>
                  </a:cubicBezTo>
                  <a:cubicBezTo>
                    <a:pt x="8807" y="5004"/>
                    <a:pt x="8873" y="5672"/>
                    <a:pt x="8973" y="637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663;p40">
              <a:extLst>
                <a:ext uri="{FF2B5EF4-FFF2-40B4-BE49-F238E27FC236}">
                  <a16:creationId xmlns:a16="http://schemas.microsoft.com/office/drawing/2014/main" id="{A3FAECA9-F04B-AA1C-E9A1-7231915C948E}"/>
                </a:ext>
              </a:extLst>
            </p:cNvPr>
            <p:cNvSpPr/>
            <p:nvPr/>
          </p:nvSpPr>
          <p:spPr>
            <a:xfrm>
              <a:off x="-843975" y="2400775"/>
              <a:ext cx="55875" cy="105100"/>
            </a:xfrm>
            <a:custGeom>
              <a:avLst/>
              <a:gdLst/>
              <a:ahLst/>
              <a:cxnLst/>
              <a:rect l="l" t="t" r="r" b="b"/>
              <a:pathLst>
                <a:path w="2235" h="4204" extrusionOk="0">
                  <a:moveTo>
                    <a:pt x="1134" y="4204"/>
                  </a:moveTo>
                  <a:cubicBezTo>
                    <a:pt x="767" y="2769"/>
                    <a:pt x="400" y="1402"/>
                    <a:pt x="0" y="1"/>
                  </a:cubicBezTo>
                  <a:lnTo>
                    <a:pt x="2235" y="1"/>
                  </a:lnTo>
                  <a:cubicBezTo>
                    <a:pt x="2168" y="701"/>
                    <a:pt x="1434" y="3536"/>
                    <a:pt x="1134" y="4204"/>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664;p40">
              <a:extLst>
                <a:ext uri="{FF2B5EF4-FFF2-40B4-BE49-F238E27FC236}">
                  <a16:creationId xmlns:a16="http://schemas.microsoft.com/office/drawing/2014/main" id="{A065F5B9-848B-541B-A627-D4002BCB0C61}"/>
                </a:ext>
              </a:extLst>
            </p:cNvPr>
            <p:cNvSpPr/>
            <p:nvPr/>
          </p:nvSpPr>
          <p:spPr>
            <a:xfrm>
              <a:off x="-1021600" y="2061375"/>
              <a:ext cx="411125" cy="638800"/>
            </a:xfrm>
            <a:custGeom>
              <a:avLst/>
              <a:gdLst/>
              <a:ahLst/>
              <a:cxnLst/>
              <a:rect l="l" t="t" r="r" b="b"/>
              <a:pathLst>
                <a:path w="16445" h="25552" extrusionOk="0">
                  <a:moveTo>
                    <a:pt x="4537" y="11809"/>
                  </a:moveTo>
                  <a:cubicBezTo>
                    <a:pt x="4170" y="11609"/>
                    <a:pt x="4036" y="11208"/>
                    <a:pt x="3903" y="10875"/>
                  </a:cubicBezTo>
                  <a:cubicBezTo>
                    <a:pt x="3769" y="10574"/>
                    <a:pt x="3603" y="10308"/>
                    <a:pt x="3469" y="10007"/>
                  </a:cubicBezTo>
                  <a:cubicBezTo>
                    <a:pt x="3336" y="9741"/>
                    <a:pt x="3269" y="9507"/>
                    <a:pt x="3202" y="9240"/>
                  </a:cubicBezTo>
                  <a:cubicBezTo>
                    <a:pt x="3136" y="9007"/>
                    <a:pt x="3136" y="8773"/>
                    <a:pt x="3069" y="8540"/>
                  </a:cubicBezTo>
                  <a:cubicBezTo>
                    <a:pt x="2702" y="7172"/>
                    <a:pt x="2669" y="5771"/>
                    <a:pt x="3136" y="4403"/>
                  </a:cubicBezTo>
                  <a:cubicBezTo>
                    <a:pt x="3369" y="3736"/>
                    <a:pt x="3503" y="3069"/>
                    <a:pt x="3936" y="2502"/>
                  </a:cubicBezTo>
                  <a:cubicBezTo>
                    <a:pt x="4303" y="2002"/>
                    <a:pt x="4670" y="1535"/>
                    <a:pt x="5070" y="1101"/>
                  </a:cubicBezTo>
                  <a:cubicBezTo>
                    <a:pt x="5737" y="434"/>
                    <a:pt x="6638" y="200"/>
                    <a:pt x="7539" y="100"/>
                  </a:cubicBezTo>
                  <a:cubicBezTo>
                    <a:pt x="8239" y="0"/>
                    <a:pt x="8940" y="34"/>
                    <a:pt x="9674" y="267"/>
                  </a:cubicBezTo>
                  <a:cubicBezTo>
                    <a:pt x="10608" y="567"/>
                    <a:pt x="11308" y="1201"/>
                    <a:pt x="11909" y="1902"/>
                  </a:cubicBezTo>
                  <a:cubicBezTo>
                    <a:pt x="11975" y="1968"/>
                    <a:pt x="11975" y="2035"/>
                    <a:pt x="12009" y="2102"/>
                  </a:cubicBezTo>
                  <a:cubicBezTo>
                    <a:pt x="12943" y="2902"/>
                    <a:pt x="12943" y="4070"/>
                    <a:pt x="13209" y="5104"/>
                  </a:cubicBezTo>
                  <a:cubicBezTo>
                    <a:pt x="13443" y="6071"/>
                    <a:pt x="13276" y="7005"/>
                    <a:pt x="13410" y="7939"/>
                  </a:cubicBezTo>
                  <a:cubicBezTo>
                    <a:pt x="13443" y="8273"/>
                    <a:pt x="13310" y="8640"/>
                    <a:pt x="13243" y="8973"/>
                  </a:cubicBezTo>
                  <a:cubicBezTo>
                    <a:pt x="13076" y="9874"/>
                    <a:pt x="12776" y="10775"/>
                    <a:pt x="12476" y="11609"/>
                  </a:cubicBezTo>
                  <a:cubicBezTo>
                    <a:pt x="12409" y="11742"/>
                    <a:pt x="12376" y="11842"/>
                    <a:pt x="12342" y="11975"/>
                  </a:cubicBezTo>
                  <a:cubicBezTo>
                    <a:pt x="12509" y="12109"/>
                    <a:pt x="12676" y="12242"/>
                    <a:pt x="12843" y="12342"/>
                  </a:cubicBezTo>
                  <a:cubicBezTo>
                    <a:pt x="13443" y="12776"/>
                    <a:pt x="13910" y="13310"/>
                    <a:pt x="14310" y="13944"/>
                  </a:cubicBezTo>
                  <a:cubicBezTo>
                    <a:pt x="15111" y="15211"/>
                    <a:pt x="15378" y="16612"/>
                    <a:pt x="15811" y="17980"/>
                  </a:cubicBezTo>
                  <a:cubicBezTo>
                    <a:pt x="15778" y="18947"/>
                    <a:pt x="16245" y="19814"/>
                    <a:pt x="16278" y="20782"/>
                  </a:cubicBezTo>
                  <a:cubicBezTo>
                    <a:pt x="16312" y="21482"/>
                    <a:pt x="16445" y="22183"/>
                    <a:pt x="16378" y="22883"/>
                  </a:cubicBezTo>
                  <a:cubicBezTo>
                    <a:pt x="16312" y="23617"/>
                    <a:pt x="16078" y="24251"/>
                    <a:pt x="15311" y="24551"/>
                  </a:cubicBezTo>
                  <a:cubicBezTo>
                    <a:pt x="15211" y="24584"/>
                    <a:pt x="15044" y="24651"/>
                    <a:pt x="14911" y="24618"/>
                  </a:cubicBezTo>
                  <a:cubicBezTo>
                    <a:pt x="14010" y="24584"/>
                    <a:pt x="13143" y="24951"/>
                    <a:pt x="12275" y="25051"/>
                  </a:cubicBezTo>
                  <a:cubicBezTo>
                    <a:pt x="11708" y="25118"/>
                    <a:pt x="11175" y="25285"/>
                    <a:pt x="10641" y="25318"/>
                  </a:cubicBezTo>
                  <a:cubicBezTo>
                    <a:pt x="9073" y="25418"/>
                    <a:pt x="7472" y="25552"/>
                    <a:pt x="5938" y="25318"/>
                  </a:cubicBezTo>
                  <a:cubicBezTo>
                    <a:pt x="4837" y="25185"/>
                    <a:pt x="3803" y="24951"/>
                    <a:pt x="2735" y="24751"/>
                  </a:cubicBezTo>
                  <a:cubicBezTo>
                    <a:pt x="2402" y="24718"/>
                    <a:pt x="2102" y="24651"/>
                    <a:pt x="1768" y="24651"/>
                  </a:cubicBezTo>
                  <a:cubicBezTo>
                    <a:pt x="1168" y="24618"/>
                    <a:pt x="734" y="24351"/>
                    <a:pt x="434" y="23817"/>
                  </a:cubicBezTo>
                  <a:cubicBezTo>
                    <a:pt x="0" y="22983"/>
                    <a:pt x="133" y="22116"/>
                    <a:pt x="200" y="21249"/>
                  </a:cubicBezTo>
                  <a:cubicBezTo>
                    <a:pt x="200" y="21115"/>
                    <a:pt x="300" y="20982"/>
                    <a:pt x="300" y="20848"/>
                  </a:cubicBezTo>
                  <a:cubicBezTo>
                    <a:pt x="300" y="20181"/>
                    <a:pt x="534" y="19548"/>
                    <a:pt x="600" y="18947"/>
                  </a:cubicBezTo>
                  <a:cubicBezTo>
                    <a:pt x="734" y="17846"/>
                    <a:pt x="1067" y="16812"/>
                    <a:pt x="1401" y="15778"/>
                  </a:cubicBezTo>
                  <a:cubicBezTo>
                    <a:pt x="1735" y="14644"/>
                    <a:pt x="2268" y="13577"/>
                    <a:pt x="3202" y="12776"/>
                  </a:cubicBezTo>
                  <a:cubicBezTo>
                    <a:pt x="3569" y="12409"/>
                    <a:pt x="4036" y="12176"/>
                    <a:pt x="4537" y="11809"/>
                  </a:cubicBezTo>
                  <a:close/>
                  <a:moveTo>
                    <a:pt x="6305" y="13276"/>
                  </a:moveTo>
                  <a:cubicBezTo>
                    <a:pt x="6038" y="13143"/>
                    <a:pt x="5737" y="13076"/>
                    <a:pt x="5537" y="12876"/>
                  </a:cubicBezTo>
                  <a:cubicBezTo>
                    <a:pt x="5204" y="12576"/>
                    <a:pt x="4870" y="12643"/>
                    <a:pt x="4537" y="12843"/>
                  </a:cubicBezTo>
                  <a:cubicBezTo>
                    <a:pt x="4270" y="12976"/>
                    <a:pt x="4036" y="13176"/>
                    <a:pt x="3803" y="13376"/>
                  </a:cubicBezTo>
                  <a:cubicBezTo>
                    <a:pt x="3069" y="14077"/>
                    <a:pt x="2669" y="15011"/>
                    <a:pt x="2302" y="15912"/>
                  </a:cubicBezTo>
                  <a:cubicBezTo>
                    <a:pt x="2068" y="16479"/>
                    <a:pt x="1968" y="17079"/>
                    <a:pt x="1801" y="17646"/>
                  </a:cubicBezTo>
                  <a:cubicBezTo>
                    <a:pt x="1735" y="18013"/>
                    <a:pt x="1701" y="18380"/>
                    <a:pt x="1635" y="18747"/>
                  </a:cubicBezTo>
                  <a:cubicBezTo>
                    <a:pt x="1368" y="19614"/>
                    <a:pt x="1301" y="20548"/>
                    <a:pt x="1168" y="21449"/>
                  </a:cubicBezTo>
                  <a:cubicBezTo>
                    <a:pt x="1101" y="22049"/>
                    <a:pt x="1067" y="22583"/>
                    <a:pt x="1268" y="23150"/>
                  </a:cubicBezTo>
                  <a:cubicBezTo>
                    <a:pt x="1401" y="23550"/>
                    <a:pt x="1635" y="23717"/>
                    <a:pt x="2035" y="23717"/>
                  </a:cubicBezTo>
                  <a:cubicBezTo>
                    <a:pt x="2602" y="23717"/>
                    <a:pt x="3169" y="23851"/>
                    <a:pt x="3703" y="24117"/>
                  </a:cubicBezTo>
                  <a:cubicBezTo>
                    <a:pt x="3803" y="24184"/>
                    <a:pt x="3936" y="24251"/>
                    <a:pt x="4070" y="24284"/>
                  </a:cubicBezTo>
                  <a:cubicBezTo>
                    <a:pt x="4937" y="24384"/>
                    <a:pt x="5771" y="24484"/>
                    <a:pt x="6638" y="24584"/>
                  </a:cubicBezTo>
                  <a:cubicBezTo>
                    <a:pt x="6838" y="24618"/>
                    <a:pt x="7038" y="24651"/>
                    <a:pt x="7239" y="24651"/>
                  </a:cubicBezTo>
                  <a:cubicBezTo>
                    <a:pt x="7972" y="24718"/>
                    <a:pt x="8706" y="24785"/>
                    <a:pt x="9440" y="24584"/>
                  </a:cubicBezTo>
                  <a:cubicBezTo>
                    <a:pt x="9874" y="24451"/>
                    <a:pt x="10307" y="24384"/>
                    <a:pt x="10741" y="24318"/>
                  </a:cubicBezTo>
                  <a:cubicBezTo>
                    <a:pt x="11308" y="24251"/>
                    <a:pt x="11875" y="24218"/>
                    <a:pt x="12442" y="24151"/>
                  </a:cubicBezTo>
                  <a:cubicBezTo>
                    <a:pt x="12542" y="24117"/>
                    <a:pt x="12609" y="24084"/>
                    <a:pt x="12709" y="24051"/>
                  </a:cubicBezTo>
                  <a:cubicBezTo>
                    <a:pt x="13209" y="23951"/>
                    <a:pt x="13743" y="23751"/>
                    <a:pt x="14277" y="23751"/>
                  </a:cubicBezTo>
                  <a:cubicBezTo>
                    <a:pt x="15178" y="23751"/>
                    <a:pt x="15244" y="23450"/>
                    <a:pt x="15444" y="22616"/>
                  </a:cubicBezTo>
                  <a:cubicBezTo>
                    <a:pt x="15478" y="22516"/>
                    <a:pt x="15478" y="22383"/>
                    <a:pt x="15444" y="22283"/>
                  </a:cubicBezTo>
                  <a:cubicBezTo>
                    <a:pt x="15411" y="21849"/>
                    <a:pt x="15278" y="21416"/>
                    <a:pt x="15311" y="20982"/>
                  </a:cubicBezTo>
                  <a:cubicBezTo>
                    <a:pt x="15378" y="20015"/>
                    <a:pt x="15011" y="19114"/>
                    <a:pt x="14877" y="18180"/>
                  </a:cubicBezTo>
                  <a:cubicBezTo>
                    <a:pt x="14610" y="16779"/>
                    <a:pt x="14210" y="15411"/>
                    <a:pt x="13410" y="14177"/>
                  </a:cubicBezTo>
                  <a:cubicBezTo>
                    <a:pt x="13043" y="13577"/>
                    <a:pt x="12576" y="13110"/>
                    <a:pt x="11975" y="12809"/>
                  </a:cubicBezTo>
                  <a:cubicBezTo>
                    <a:pt x="11775" y="12676"/>
                    <a:pt x="11542" y="12609"/>
                    <a:pt x="11308" y="12743"/>
                  </a:cubicBezTo>
                  <a:cubicBezTo>
                    <a:pt x="10975" y="12909"/>
                    <a:pt x="10674" y="13110"/>
                    <a:pt x="10374" y="13276"/>
                  </a:cubicBezTo>
                  <a:cubicBezTo>
                    <a:pt x="10307" y="13643"/>
                    <a:pt x="10207" y="13977"/>
                    <a:pt x="10174" y="14310"/>
                  </a:cubicBezTo>
                  <a:cubicBezTo>
                    <a:pt x="10107" y="15044"/>
                    <a:pt x="9974" y="15778"/>
                    <a:pt x="9740" y="16479"/>
                  </a:cubicBezTo>
                  <a:cubicBezTo>
                    <a:pt x="9607" y="16879"/>
                    <a:pt x="9574" y="17279"/>
                    <a:pt x="9473" y="17680"/>
                  </a:cubicBezTo>
                  <a:cubicBezTo>
                    <a:pt x="9307" y="18213"/>
                    <a:pt x="9140" y="18747"/>
                    <a:pt x="8973" y="19281"/>
                  </a:cubicBezTo>
                  <a:cubicBezTo>
                    <a:pt x="8940" y="19414"/>
                    <a:pt x="8840" y="19514"/>
                    <a:pt x="8740" y="19614"/>
                  </a:cubicBezTo>
                  <a:cubicBezTo>
                    <a:pt x="8473" y="19914"/>
                    <a:pt x="8106" y="19914"/>
                    <a:pt x="7839" y="19614"/>
                  </a:cubicBezTo>
                  <a:cubicBezTo>
                    <a:pt x="7706" y="19514"/>
                    <a:pt x="7605" y="19347"/>
                    <a:pt x="7572" y="19214"/>
                  </a:cubicBezTo>
                  <a:cubicBezTo>
                    <a:pt x="7405" y="18747"/>
                    <a:pt x="7172" y="18247"/>
                    <a:pt x="7138" y="17746"/>
                  </a:cubicBezTo>
                  <a:cubicBezTo>
                    <a:pt x="7072" y="17146"/>
                    <a:pt x="6838" y="16612"/>
                    <a:pt x="6705" y="16012"/>
                  </a:cubicBezTo>
                  <a:cubicBezTo>
                    <a:pt x="6605" y="15611"/>
                    <a:pt x="6538" y="15211"/>
                    <a:pt x="6571" y="14777"/>
                  </a:cubicBezTo>
                  <a:cubicBezTo>
                    <a:pt x="6571" y="14544"/>
                    <a:pt x="6571" y="14344"/>
                    <a:pt x="6505" y="14110"/>
                  </a:cubicBezTo>
                  <a:cubicBezTo>
                    <a:pt x="6438" y="13843"/>
                    <a:pt x="6371" y="13577"/>
                    <a:pt x="6305" y="13276"/>
                  </a:cubicBezTo>
                  <a:close/>
                  <a:moveTo>
                    <a:pt x="12542" y="7272"/>
                  </a:moveTo>
                  <a:cubicBezTo>
                    <a:pt x="12442" y="6572"/>
                    <a:pt x="12376" y="5904"/>
                    <a:pt x="12275" y="5204"/>
                  </a:cubicBezTo>
                  <a:cubicBezTo>
                    <a:pt x="12109" y="4303"/>
                    <a:pt x="12075" y="3336"/>
                    <a:pt x="11308" y="2635"/>
                  </a:cubicBezTo>
                  <a:cubicBezTo>
                    <a:pt x="11241" y="2569"/>
                    <a:pt x="11208" y="2469"/>
                    <a:pt x="11141" y="2402"/>
                  </a:cubicBezTo>
                  <a:cubicBezTo>
                    <a:pt x="10674" y="1801"/>
                    <a:pt x="10107" y="1368"/>
                    <a:pt x="9373" y="1101"/>
                  </a:cubicBezTo>
                  <a:cubicBezTo>
                    <a:pt x="8773" y="901"/>
                    <a:pt x="8139" y="901"/>
                    <a:pt x="7539" y="1001"/>
                  </a:cubicBezTo>
                  <a:cubicBezTo>
                    <a:pt x="6872" y="1101"/>
                    <a:pt x="6171" y="1201"/>
                    <a:pt x="5704" y="1735"/>
                  </a:cubicBezTo>
                  <a:cubicBezTo>
                    <a:pt x="5104" y="2369"/>
                    <a:pt x="4537" y="3002"/>
                    <a:pt x="4236" y="3836"/>
                  </a:cubicBezTo>
                  <a:cubicBezTo>
                    <a:pt x="4103" y="4237"/>
                    <a:pt x="3970" y="4603"/>
                    <a:pt x="3869" y="5004"/>
                  </a:cubicBezTo>
                  <a:cubicBezTo>
                    <a:pt x="3569" y="5938"/>
                    <a:pt x="3569" y="6905"/>
                    <a:pt x="3769" y="7839"/>
                  </a:cubicBezTo>
                  <a:cubicBezTo>
                    <a:pt x="3936" y="8606"/>
                    <a:pt x="3936" y="9440"/>
                    <a:pt x="4437" y="10107"/>
                  </a:cubicBezTo>
                  <a:cubicBezTo>
                    <a:pt x="4537" y="10208"/>
                    <a:pt x="4503" y="10408"/>
                    <a:pt x="4570" y="10508"/>
                  </a:cubicBezTo>
                  <a:cubicBezTo>
                    <a:pt x="4737" y="10775"/>
                    <a:pt x="4870" y="11075"/>
                    <a:pt x="5104" y="11308"/>
                  </a:cubicBezTo>
                  <a:cubicBezTo>
                    <a:pt x="5371" y="11609"/>
                    <a:pt x="5771" y="11842"/>
                    <a:pt x="6071" y="12142"/>
                  </a:cubicBezTo>
                  <a:cubicBezTo>
                    <a:pt x="6438" y="12643"/>
                    <a:pt x="6938" y="12776"/>
                    <a:pt x="7505" y="12743"/>
                  </a:cubicBezTo>
                  <a:cubicBezTo>
                    <a:pt x="7972" y="12743"/>
                    <a:pt x="8406" y="12776"/>
                    <a:pt x="8840" y="12743"/>
                  </a:cubicBezTo>
                  <a:cubicBezTo>
                    <a:pt x="9140" y="12709"/>
                    <a:pt x="9440" y="12643"/>
                    <a:pt x="9707" y="12576"/>
                  </a:cubicBezTo>
                  <a:cubicBezTo>
                    <a:pt x="10274" y="12442"/>
                    <a:pt x="10574" y="11909"/>
                    <a:pt x="11041" y="11642"/>
                  </a:cubicBezTo>
                  <a:cubicBezTo>
                    <a:pt x="11208" y="11542"/>
                    <a:pt x="11442" y="11375"/>
                    <a:pt x="11542" y="11175"/>
                  </a:cubicBezTo>
                  <a:cubicBezTo>
                    <a:pt x="11808" y="10641"/>
                    <a:pt x="12109" y="10107"/>
                    <a:pt x="12242" y="9540"/>
                  </a:cubicBezTo>
                  <a:cubicBezTo>
                    <a:pt x="12409" y="8807"/>
                    <a:pt x="12442" y="8039"/>
                    <a:pt x="12542" y="7272"/>
                  </a:cubicBezTo>
                  <a:close/>
                  <a:moveTo>
                    <a:pt x="8239" y="17780"/>
                  </a:moveTo>
                  <a:cubicBezTo>
                    <a:pt x="8539" y="17112"/>
                    <a:pt x="9273" y="14277"/>
                    <a:pt x="9340" y="13577"/>
                  </a:cubicBezTo>
                  <a:lnTo>
                    <a:pt x="7105" y="13577"/>
                  </a:lnTo>
                  <a:cubicBezTo>
                    <a:pt x="7505" y="14978"/>
                    <a:pt x="7872" y="16345"/>
                    <a:pt x="8239" y="1778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 name="Google Shape;665;p40">
            <a:extLst>
              <a:ext uri="{FF2B5EF4-FFF2-40B4-BE49-F238E27FC236}">
                <a16:creationId xmlns:a16="http://schemas.microsoft.com/office/drawing/2014/main" id="{35869D26-C96B-A0C9-D666-DDCFBD651784}"/>
              </a:ext>
            </a:extLst>
          </p:cNvPr>
          <p:cNvGrpSpPr/>
          <p:nvPr/>
        </p:nvGrpSpPr>
        <p:grpSpPr>
          <a:xfrm>
            <a:off x="6820314" y="5593935"/>
            <a:ext cx="452825" cy="430588"/>
            <a:chOff x="-820625" y="2809987"/>
            <a:chExt cx="452825" cy="430588"/>
          </a:xfrm>
        </p:grpSpPr>
        <p:sp>
          <p:nvSpPr>
            <p:cNvPr id="87" name="Google Shape;666;p40">
              <a:extLst>
                <a:ext uri="{FF2B5EF4-FFF2-40B4-BE49-F238E27FC236}">
                  <a16:creationId xmlns:a16="http://schemas.microsoft.com/office/drawing/2014/main" id="{27CEB572-3CDC-A071-58DD-0DD9CB59D7E4}"/>
                </a:ext>
              </a:extLst>
            </p:cNvPr>
            <p:cNvSpPr/>
            <p:nvPr/>
          </p:nvSpPr>
          <p:spPr>
            <a:xfrm>
              <a:off x="-518750" y="2956175"/>
              <a:ext cx="65075" cy="257700"/>
            </a:xfrm>
            <a:custGeom>
              <a:avLst/>
              <a:gdLst/>
              <a:ahLst/>
              <a:cxnLst/>
              <a:rect l="l" t="t" r="r" b="b"/>
              <a:pathLst>
                <a:path w="2603" h="10308" extrusionOk="0">
                  <a:moveTo>
                    <a:pt x="0" y="601"/>
                  </a:moveTo>
                  <a:cubicBezTo>
                    <a:pt x="100" y="467"/>
                    <a:pt x="234" y="367"/>
                    <a:pt x="367" y="234"/>
                  </a:cubicBezTo>
                  <a:cubicBezTo>
                    <a:pt x="534" y="67"/>
                    <a:pt x="734" y="0"/>
                    <a:pt x="968" y="101"/>
                  </a:cubicBezTo>
                  <a:cubicBezTo>
                    <a:pt x="1401" y="201"/>
                    <a:pt x="1835" y="301"/>
                    <a:pt x="2269" y="434"/>
                  </a:cubicBezTo>
                  <a:cubicBezTo>
                    <a:pt x="2369" y="501"/>
                    <a:pt x="2469" y="668"/>
                    <a:pt x="2536" y="834"/>
                  </a:cubicBezTo>
                  <a:cubicBezTo>
                    <a:pt x="2602" y="934"/>
                    <a:pt x="2569" y="1068"/>
                    <a:pt x="2569" y="1201"/>
                  </a:cubicBezTo>
                  <a:cubicBezTo>
                    <a:pt x="2569" y="3970"/>
                    <a:pt x="2569" y="6739"/>
                    <a:pt x="2536" y="9507"/>
                  </a:cubicBezTo>
                  <a:cubicBezTo>
                    <a:pt x="2536" y="9707"/>
                    <a:pt x="2502" y="9908"/>
                    <a:pt x="2502" y="10108"/>
                  </a:cubicBezTo>
                  <a:cubicBezTo>
                    <a:pt x="2135" y="10308"/>
                    <a:pt x="1768" y="10141"/>
                    <a:pt x="1401" y="10174"/>
                  </a:cubicBezTo>
                  <a:cubicBezTo>
                    <a:pt x="1068" y="10208"/>
                    <a:pt x="734" y="10174"/>
                    <a:pt x="434" y="10174"/>
                  </a:cubicBezTo>
                  <a:cubicBezTo>
                    <a:pt x="100" y="9841"/>
                    <a:pt x="100" y="9507"/>
                    <a:pt x="100" y="9140"/>
                  </a:cubicBezTo>
                  <a:cubicBezTo>
                    <a:pt x="100" y="7739"/>
                    <a:pt x="100" y="6338"/>
                    <a:pt x="67" y="4904"/>
                  </a:cubicBezTo>
                  <a:cubicBezTo>
                    <a:pt x="67" y="3470"/>
                    <a:pt x="34" y="2035"/>
                    <a:pt x="0" y="60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667;p40">
              <a:extLst>
                <a:ext uri="{FF2B5EF4-FFF2-40B4-BE49-F238E27FC236}">
                  <a16:creationId xmlns:a16="http://schemas.microsoft.com/office/drawing/2014/main" id="{5B0F70AA-B204-C6BC-A89A-3A78F1A58236}"/>
                </a:ext>
              </a:extLst>
            </p:cNvPr>
            <p:cNvSpPr/>
            <p:nvPr/>
          </p:nvSpPr>
          <p:spPr>
            <a:xfrm>
              <a:off x="-644675" y="3006200"/>
              <a:ext cx="59225" cy="205175"/>
            </a:xfrm>
            <a:custGeom>
              <a:avLst/>
              <a:gdLst/>
              <a:ahLst/>
              <a:cxnLst/>
              <a:rect l="l" t="t" r="r" b="b"/>
              <a:pathLst>
                <a:path w="2369" h="8207" extrusionOk="0">
                  <a:moveTo>
                    <a:pt x="0" y="101"/>
                  </a:moveTo>
                  <a:cubicBezTo>
                    <a:pt x="534" y="1"/>
                    <a:pt x="1035" y="34"/>
                    <a:pt x="1568" y="68"/>
                  </a:cubicBezTo>
                  <a:cubicBezTo>
                    <a:pt x="1935" y="101"/>
                    <a:pt x="2169" y="401"/>
                    <a:pt x="2169" y="768"/>
                  </a:cubicBezTo>
                  <a:cubicBezTo>
                    <a:pt x="2169" y="1335"/>
                    <a:pt x="2169" y="1869"/>
                    <a:pt x="2169" y="2403"/>
                  </a:cubicBezTo>
                  <a:cubicBezTo>
                    <a:pt x="2169" y="2936"/>
                    <a:pt x="2102" y="3503"/>
                    <a:pt x="2302" y="4037"/>
                  </a:cubicBezTo>
                  <a:cubicBezTo>
                    <a:pt x="2369" y="4137"/>
                    <a:pt x="2335" y="4271"/>
                    <a:pt x="2335" y="4404"/>
                  </a:cubicBezTo>
                  <a:cubicBezTo>
                    <a:pt x="2335" y="5472"/>
                    <a:pt x="2335" y="6572"/>
                    <a:pt x="2335" y="7640"/>
                  </a:cubicBezTo>
                  <a:cubicBezTo>
                    <a:pt x="2335" y="7807"/>
                    <a:pt x="2302" y="7940"/>
                    <a:pt x="2269" y="8140"/>
                  </a:cubicBezTo>
                  <a:cubicBezTo>
                    <a:pt x="1568" y="8207"/>
                    <a:pt x="868" y="8207"/>
                    <a:pt x="101" y="8140"/>
                  </a:cubicBezTo>
                  <a:cubicBezTo>
                    <a:pt x="67" y="5438"/>
                    <a:pt x="34" y="2803"/>
                    <a:pt x="0" y="10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668;p40">
              <a:extLst>
                <a:ext uri="{FF2B5EF4-FFF2-40B4-BE49-F238E27FC236}">
                  <a16:creationId xmlns:a16="http://schemas.microsoft.com/office/drawing/2014/main" id="{35925947-6072-7B23-64B0-8E7894E5E089}"/>
                </a:ext>
              </a:extLst>
            </p:cNvPr>
            <p:cNvSpPr/>
            <p:nvPr/>
          </p:nvSpPr>
          <p:spPr>
            <a:xfrm>
              <a:off x="-762250" y="3070425"/>
              <a:ext cx="50875" cy="150975"/>
            </a:xfrm>
            <a:custGeom>
              <a:avLst/>
              <a:gdLst/>
              <a:ahLst/>
              <a:cxnLst/>
              <a:rect l="l" t="t" r="r" b="b"/>
              <a:pathLst>
                <a:path w="2035" h="6039" extrusionOk="0">
                  <a:moveTo>
                    <a:pt x="1935" y="5871"/>
                  </a:moveTo>
                  <a:cubicBezTo>
                    <a:pt x="1301" y="6038"/>
                    <a:pt x="734" y="5671"/>
                    <a:pt x="134" y="5738"/>
                  </a:cubicBezTo>
                  <a:cubicBezTo>
                    <a:pt x="67" y="5571"/>
                    <a:pt x="0" y="5404"/>
                    <a:pt x="0" y="5238"/>
                  </a:cubicBezTo>
                  <a:cubicBezTo>
                    <a:pt x="0" y="3770"/>
                    <a:pt x="0" y="2302"/>
                    <a:pt x="33" y="868"/>
                  </a:cubicBezTo>
                  <a:cubicBezTo>
                    <a:pt x="33" y="701"/>
                    <a:pt x="167" y="534"/>
                    <a:pt x="234" y="367"/>
                  </a:cubicBezTo>
                  <a:cubicBezTo>
                    <a:pt x="767" y="334"/>
                    <a:pt x="1301" y="0"/>
                    <a:pt x="1868" y="201"/>
                  </a:cubicBezTo>
                  <a:cubicBezTo>
                    <a:pt x="2002" y="768"/>
                    <a:pt x="2035" y="5071"/>
                    <a:pt x="1935" y="587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669;p40">
              <a:extLst>
                <a:ext uri="{FF2B5EF4-FFF2-40B4-BE49-F238E27FC236}">
                  <a16:creationId xmlns:a16="http://schemas.microsoft.com/office/drawing/2014/main" id="{A17CF3C0-0F94-8F2D-0AF1-67829DDF7F9F}"/>
                </a:ext>
              </a:extLst>
            </p:cNvPr>
            <p:cNvSpPr/>
            <p:nvPr/>
          </p:nvSpPr>
          <p:spPr>
            <a:xfrm>
              <a:off x="-813975" y="2932825"/>
              <a:ext cx="446175" cy="307750"/>
            </a:xfrm>
            <a:custGeom>
              <a:avLst/>
              <a:gdLst/>
              <a:ahLst/>
              <a:cxnLst/>
              <a:rect l="l" t="t" r="r" b="b"/>
              <a:pathLst>
                <a:path w="17847" h="12310" extrusionOk="0">
                  <a:moveTo>
                    <a:pt x="4938" y="11108"/>
                  </a:moveTo>
                  <a:lnTo>
                    <a:pt x="5905" y="11108"/>
                  </a:lnTo>
                  <a:cubicBezTo>
                    <a:pt x="5905" y="10808"/>
                    <a:pt x="5905" y="10541"/>
                    <a:pt x="5939" y="10275"/>
                  </a:cubicBezTo>
                  <a:cubicBezTo>
                    <a:pt x="5939" y="8206"/>
                    <a:pt x="5939" y="6138"/>
                    <a:pt x="5972" y="4103"/>
                  </a:cubicBezTo>
                  <a:cubicBezTo>
                    <a:pt x="5972" y="3703"/>
                    <a:pt x="6005" y="3303"/>
                    <a:pt x="6039" y="2903"/>
                  </a:cubicBezTo>
                  <a:cubicBezTo>
                    <a:pt x="6139" y="2369"/>
                    <a:pt x="6339" y="2202"/>
                    <a:pt x="6906" y="2169"/>
                  </a:cubicBezTo>
                  <a:cubicBezTo>
                    <a:pt x="7373" y="2169"/>
                    <a:pt x="7840" y="2202"/>
                    <a:pt x="8307" y="2169"/>
                  </a:cubicBezTo>
                  <a:cubicBezTo>
                    <a:pt x="8707" y="2169"/>
                    <a:pt x="9041" y="2335"/>
                    <a:pt x="9341" y="2536"/>
                  </a:cubicBezTo>
                  <a:cubicBezTo>
                    <a:pt x="9641" y="2769"/>
                    <a:pt x="9841" y="3069"/>
                    <a:pt x="9808" y="3503"/>
                  </a:cubicBezTo>
                  <a:cubicBezTo>
                    <a:pt x="9808" y="3937"/>
                    <a:pt x="9808" y="4370"/>
                    <a:pt x="9841" y="4837"/>
                  </a:cubicBezTo>
                  <a:cubicBezTo>
                    <a:pt x="9841" y="5471"/>
                    <a:pt x="9775" y="6105"/>
                    <a:pt x="10008" y="6739"/>
                  </a:cubicBezTo>
                  <a:cubicBezTo>
                    <a:pt x="10041" y="6905"/>
                    <a:pt x="10008" y="7072"/>
                    <a:pt x="10008" y="7272"/>
                  </a:cubicBezTo>
                  <a:cubicBezTo>
                    <a:pt x="10008" y="8273"/>
                    <a:pt x="10008" y="9307"/>
                    <a:pt x="10008" y="10308"/>
                  </a:cubicBezTo>
                  <a:cubicBezTo>
                    <a:pt x="10008" y="10541"/>
                    <a:pt x="10041" y="10808"/>
                    <a:pt x="10041" y="11075"/>
                  </a:cubicBezTo>
                  <a:lnTo>
                    <a:pt x="10942" y="11075"/>
                  </a:lnTo>
                  <a:cubicBezTo>
                    <a:pt x="10975" y="10908"/>
                    <a:pt x="10975" y="10708"/>
                    <a:pt x="11009" y="10541"/>
                  </a:cubicBezTo>
                  <a:cubicBezTo>
                    <a:pt x="11042" y="7706"/>
                    <a:pt x="11076" y="4871"/>
                    <a:pt x="11109" y="2035"/>
                  </a:cubicBezTo>
                  <a:cubicBezTo>
                    <a:pt x="11109" y="1468"/>
                    <a:pt x="11309" y="1001"/>
                    <a:pt x="11643" y="534"/>
                  </a:cubicBezTo>
                  <a:cubicBezTo>
                    <a:pt x="11909" y="167"/>
                    <a:pt x="12276" y="0"/>
                    <a:pt x="12743" y="101"/>
                  </a:cubicBezTo>
                  <a:cubicBezTo>
                    <a:pt x="13310" y="234"/>
                    <a:pt x="13911" y="334"/>
                    <a:pt x="14478" y="534"/>
                  </a:cubicBezTo>
                  <a:cubicBezTo>
                    <a:pt x="15145" y="734"/>
                    <a:pt x="15312" y="1001"/>
                    <a:pt x="15312" y="1802"/>
                  </a:cubicBezTo>
                  <a:cubicBezTo>
                    <a:pt x="15312" y="4604"/>
                    <a:pt x="15312" y="7406"/>
                    <a:pt x="15312" y="10241"/>
                  </a:cubicBezTo>
                  <a:lnTo>
                    <a:pt x="15312" y="11042"/>
                  </a:lnTo>
                  <a:cubicBezTo>
                    <a:pt x="15779" y="11209"/>
                    <a:pt x="16213" y="11108"/>
                    <a:pt x="16613" y="11142"/>
                  </a:cubicBezTo>
                  <a:cubicBezTo>
                    <a:pt x="16880" y="11142"/>
                    <a:pt x="17113" y="11142"/>
                    <a:pt x="17380" y="11142"/>
                  </a:cubicBezTo>
                  <a:cubicBezTo>
                    <a:pt x="17680" y="11175"/>
                    <a:pt x="17847" y="11375"/>
                    <a:pt x="17847" y="11609"/>
                  </a:cubicBezTo>
                  <a:cubicBezTo>
                    <a:pt x="17847" y="11842"/>
                    <a:pt x="17647" y="12009"/>
                    <a:pt x="17347" y="12042"/>
                  </a:cubicBezTo>
                  <a:cubicBezTo>
                    <a:pt x="17180" y="12042"/>
                    <a:pt x="16980" y="12042"/>
                    <a:pt x="16813" y="12042"/>
                  </a:cubicBezTo>
                  <a:cubicBezTo>
                    <a:pt x="13911" y="12042"/>
                    <a:pt x="11009" y="12042"/>
                    <a:pt x="8107" y="12076"/>
                  </a:cubicBezTo>
                  <a:cubicBezTo>
                    <a:pt x="7406" y="12076"/>
                    <a:pt x="6672" y="12243"/>
                    <a:pt x="5972" y="12276"/>
                  </a:cubicBezTo>
                  <a:cubicBezTo>
                    <a:pt x="4404" y="12276"/>
                    <a:pt x="2836" y="12243"/>
                    <a:pt x="1302" y="12243"/>
                  </a:cubicBezTo>
                  <a:cubicBezTo>
                    <a:pt x="1035" y="12243"/>
                    <a:pt x="802" y="12276"/>
                    <a:pt x="568" y="12276"/>
                  </a:cubicBezTo>
                  <a:cubicBezTo>
                    <a:pt x="234" y="12309"/>
                    <a:pt x="34" y="12143"/>
                    <a:pt x="34" y="11909"/>
                  </a:cubicBezTo>
                  <a:cubicBezTo>
                    <a:pt x="1" y="11642"/>
                    <a:pt x="168" y="11475"/>
                    <a:pt x="501" y="11442"/>
                  </a:cubicBezTo>
                  <a:cubicBezTo>
                    <a:pt x="735" y="11409"/>
                    <a:pt x="1002" y="11375"/>
                    <a:pt x="1302" y="11342"/>
                  </a:cubicBezTo>
                  <a:lnTo>
                    <a:pt x="1302" y="10708"/>
                  </a:lnTo>
                  <a:cubicBezTo>
                    <a:pt x="1302" y="9307"/>
                    <a:pt x="1302" y="7940"/>
                    <a:pt x="1302" y="6539"/>
                  </a:cubicBezTo>
                  <a:cubicBezTo>
                    <a:pt x="1335" y="6138"/>
                    <a:pt x="1435" y="5771"/>
                    <a:pt x="1535" y="5371"/>
                  </a:cubicBezTo>
                  <a:cubicBezTo>
                    <a:pt x="1569" y="5238"/>
                    <a:pt x="1736" y="5071"/>
                    <a:pt x="1869" y="5037"/>
                  </a:cubicBezTo>
                  <a:cubicBezTo>
                    <a:pt x="2569" y="4937"/>
                    <a:pt x="3237" y="4704"/>
                    <a:pt x="4004" y="4771"/>
                  </a:cubicBezTo>
                  <a:cubicBezTo>
                    <a:pt x="4638" y="4837"/>
                    <a:pt x="4904" y="5071"/>
                    <a:pt x="4904" y="5738"/>
                  </a:cubicBezTo>
                  <a:cubicBezTo>
                    <a:pt x="4938" y="7272"/>
                    <a:pt x="4938" y="8773"/>
                    <a:pt x="4938" y="10308"/>
                  </a:cubicBezTo>
                  <a:cubicBezTo>
                    <a:pt x="4938" y="10541"/>
                    <a:pt x="4938" y="10775"/>
                    <a:pt x="4938" y="11108"/>
                  </a:cubicBezTo>
                  <a:close/>
                  <a:moveTo>
                    <a:pt x="11809" y="1535"/>
                  </a:moveTo>
                  <a:cubicBezTo>
                    <a:pt x="11843" y="2969"/>
                    <a:pt x="11876" y="4404"/>
                    <a:pt x="11876" y="5838"/>
                  </a:cubicBezTo>
                  <a:cubicBezTo>
                    <a:pt x="11909" y="7272"/>
                    <a:pt x="11909" y="8673"/>
                    <a:pt x="11909" y="10074"/>
                  </a:cubicBezTo>
                  <a:cubicBezTo>
                    <a:pt x="11909" y="10441"/>
                    <a:pt x="11909" y="10775"/>
                    <a:pt x="12243" y="11108"/>
                  </a:cubicBezTo>
                  <a:cubicBezTo>
                    <a:pt x="12543" y="11108"/>
                    <a:pt x="12877" y="11142"/>
                    <a:pt x="13210" y="11108"/>
                  </a:cubicBezTo>
                  <a:cubicBezTo>
                    <a:pt x="13577" y="11075"/>
                    <a:pt x="13944" y="11242"/>
                    <a:pt x="14311" y="11042"/>
                  </a:cubicBezTo>
                  <a:cubicBezTo>
                    <a:pt x="14345" y="10842"/>
                    <a:pt x="14345" y="10641"/>
                    <a:pt x="14345" y="10441"/>
                  </a:cubicBezTo>
                  <a:cubicBezTo>
                    <a:pt x="14378" y="7673"/>
                    <a:pt x="14378" y="4904"/>
                    <a:pt x="14378" y="2102"/>
                  </a:cubicBezTo>
                  <a:cubicBezTo>
                    <a:pt x="14378" y="2002"/>
                    <a:pt x="14411" y="1868"/>
                    <a:pt x="14345" y="1735"/>
                  </a:cubicBezTo>
                  <a:cubicBezTo>
                    <a:pt x="14278" y="1602"/>
                    <a:pt x="14178" y="1435"/>
                    <a:pt x="14078" y="1368"/>
                  </a:cubicBezTo>
                  <a:cubicBezTo>
                    <a:pt x="13644" y="1235"/>
                    <a:pt x="13210" y="1135"/>
                    <a:pt x="12777" y="1035"/>
                  </a:cubicBezTo>
                  <a:cubicBezTo>
                    <a:pt x="12543" y="934"/>
                    <a:pt x="12343" y="1001"/>
                    <a:pt x="12176" y="1168"/>
                  </a:cubicBezTo>
                  <a:cubicBezTo>
                    <a:pt x="12043" y="1301"/>
                    <a:pt x="11909" y="1435"/>
                    <a:pt x="11809" y="1535"/>
                  </a:cubicBezTo>
                  <a:close/>
                  <a:moveTo>
                    <a:pt x="6772" y="3036"/>
                  </a:moveTo>
                  <a:cubicBezTo>
                    <a:pt x="6806" y="5738"/>
                    <a:pt x="6839" y="8373"/>
                    <a:pt x="6873" y="11075"/>
                  </a:cubicBezTo>
                  <a:cubicBezTo>
                    <a:pt x="7640" y="11142"/>
                    <a:pt x="8340" y="11142"/>
                    <a:pt x="9041" y="11075"/>
                  </a:cubicBezTo>
                  <a:cubicBezTo>
                    <a:pt x="9074" y="10875"/>
                    <a:pt x="9074" y="10742"/>
                    <a:pt x="9107" y="10575"/>
                  </a:cubicBezTo>
                  <a:cubicBezTo>
                    <a:pt x="9107" y="9507"/>
                    <a:pt x="9107" y="8407"/>
                    <a:pt x="9107" y="7339"/>
                  </a:cubicBezTo>
                  <a:cubicBezTo>
                    <a:pt x="9107" y="7206"/>
                    <a:pt x="9141" y="7072"/>
                    <a:pt x="9074" y="6972"/>
                  </a:cubicBezTo>
                  <a:cubicBezTo>
                    <a:pt x="8874" y="6438"/>
                    <a:pt x="8941" y="5871"/>
                    <a:pt x="8941" y="5338"/>
                  </a:cubicBezTo>
                  <a:cubicBezTo>
                    <a:pt x="8941" y="4804"/>
                    <a:pt x="8941" y="4270"/>
                    <a:pt x="8941" y="3703"/>
                  </a:cubicBezTo>
                  <a:cubicBezTo>
                    <a:pt x="8941" y="3336"/>
                    <a:pt x="8674" y="3036"/>
                    <a:pt x="8340" y="3003"/>
                  </a:cubicBezTo>
                  <a:cubicBezTo>
                    <a:pt x="7807" y="2969"/>
                    <a:pt x="7306" y="2936"/>
                    <a:pt x="6772" y="3036"/>
                  </a:cubicBezTo>
                  <a:close/>
                  <a:moveTo>
                    <a:pt x="4004" y="11375"/>
                  </a:moveTo>
                  <a:cubicBezTo>
                    <a:pt x="4104" y="10575"/>
                    <a:pt x="4071" y="6272"/>
                    <a:pt x="3937" y="5705"/>
                  </a:cubicBezTo>
                  <a:cubicBezTo>
                    <a:pt x="3370" y="5504"/>
                    <a:pt x="2836" y="5838"/>
                    <a:pt x="2303" y="5871"/>
                  </a:cubicBezTo>
                  <a:cubicBezTo>
                    <a:pt x="2236" y="6038"/>
                    <a:pt x="2102" y="6205"/>
                    <a:pt x="2102" y="6372"/>
                  </a:cubicBezTo>
                  <a:cubicBezTo>
                    <a:pt x="2069" y="7806"/>
                    <a:pt x="2069" y="9274"/>
                    <a:pt x="2069" y="10742"/>
                  </a:cubicBezTo>
                  <a:cubicBezTo>
                    <a:pt x="2069" y="10908"/>
                    <a:pt x="2136" y="11042"/>
                    <a:pt x="2203" y="11242"/>
                  </a:cubicBezTo>
                  <a:cubicBezTo>
                    <a:pt x="2803" y="11175"/>
                    <a:pt x="3337" y="11542"/>
                    <a:pt x="4004" y="113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670;p40">
              <a:extLst>
                <a:ext uri="{FF2B5EF4-FFF2-40B4-BE49-F238E27FC236}">
                  <a16:creationId xmlns:a16="http://schemas.microsoft.com/office/drawing/2014/main" id="{AF5BDAB8-23B5-6CE5-761A-2496744334F7}"/>
                </a:ext>
              </a:extLst>
            </p:cNvPr>
            <p:cNvSpPr/>
            <p:nvPr/>
          </p:nvSpPr>
          <p:spPr>
            <a:xfrm>
              <a:off x="-820625" y="2809987"/>
              <a:ext cx="398625" cy="187650"/>
            </a:xfrm>
            <a:custGeom>
              <a:avLst/>
              <a:gdLst/>
              <a:ahLst/>
              <a:cxnLst/>
              <a:rect l="l" t="t" r="r" b="b"/>
              <a:pathLst>
                <a:path w="15945" h="7506" extrusionOk="0">
                  <a:moveTo>
                    <a:pt x="13710" y="1201"/>
                  </a:moveTo>
                  <a:cubicBezTo>
                    <a:pt x="13343" y="1201"/>
                    <a:pt x="13143" y="1201"/>
                    <a:pt x="12909" y="1201"/>
                  </a:cubicBezTo>
                  <a:cubicBezTo>
                    <a:pt x="12776" y="1201"/>
                    <a:pt x="12609" y="1201"/>
                    <a:pt x="12476" y="1168"/>
                  </a:cubicBezTo>
                  <a:cubicBezTo>
                    <a:pt x="12142" y="1068"/>
                    <a:pt x="11909" y="901"/>
                    <a:pt x="11975" y="701"/>
                  </a:cubicBezTo>
                  <a:cubicBezTo>
                    <a:pt x="12042" y="400"/>
                    <a:pt x="12276" y="334"/>
                    <a:pt x="12542" y="300"/>
                  </a:cubicBezTo>
                  <a:cubicBezTo>
                    <a:pt x="12809" y="267"/>
                    <a:pt x="13076" y="300"/>
                    <a:pt x="13343" y="267"/>
                  </a:cubicBezTo>
                  <a:cubicBezTo>
                    <a:pt x="13677" y="234"/>
                    <a:pt x="13977" y="167"/>
                    <a:pt x="14277" y="134"/>
                  </a:cubicBezTo>
                  <a:cubicBezTo>
                    <a:pt x="14377" y="100"/>
                    <a:pt x="14477" y="67"/>
                    <a:pt x="14577" y="67"/>
                  </a:cubicBezTo>
                  <a:cubicBezTo>
                    <a:pt x="15578" y="0"/>
                    <a:pt x="15945" y="67"/>
                    <a:pt x="15878" y="1201"/>
                  </a:cubicBezTo>
                  <a:cubicBezTo>
                    <a:pt x="15845" y="1568"/>
                    <a:pt x="15778" y="1935"/>
                    <a:pt x="15711" y="2302"/>
                  </a:cubicBezTo>
                  <a:cubicBezTo>
                    <a:pt x="15645" y="2735"/>
                    <a:pt x="15545" y="3169"/>
                    <a:pt x="15478" y="3603"/>
                  </a:cubicBezTo>
                  <a:cubicBezTo>
                    <a:pt x="15444" y="3870"/>
                    <a:pt x="15344" y="4070"/>
                    <a:pt x="15078" y="4170"/>
                  </a:cubicBezTo>
                  <a:cubicBezTo>
                    <a:pt x="14711" y="4337"/>
                    <a:pt x="14344" y="4103"/>
                    <a:pt x="14410" y="3669"/>
                  </a:cubicBezTo>
                  <a:cubicBezTo>
                    <a:pt x="14444" y="3369"/>
                    <a:pt x="14577" y="3069"/>
                    <a:pt x="14644" y="2735"/>
                  </a:cubicBezTo>
                  <a:cubicBezTo>
                    <a:pt x="14677" y="2502"/>
                    <a:pt x="14677" y="2268"/>
                    <a:pt x="14711" y="1935"/>
                  </a:cubicBezTo>
                  <a:cubicBezTo>
                    <a:pt x="14344" y="2135"/>
                    <a:pt x="14043" y="2202"/>
                    <a:pt x="13843" y="2402"/>
                  </a:cubicBezTo>
                  <a:cubicBezTo>
                    <a:pt x="13510" y="2702"/>
                    <a:pt x="13143" y="2869"/>
                    <a:pt x="12776" y="3069"/>
                  </a:cubicBezTo>
                  <a:cubicBezTo>
                    <a:pt x="11742" y="3569"/>
                    <a:pt x="10641" y="3970"/>
                    <a:pt x="9640" y="4537"/>
                  </a:cubicBezTo>
                  <a:cubicBezTo>
                    <a:pt x="8973" y="4937"/>
                    <a:pt x="8206" y="5137"/>
                    <a:pt x="7505" y="5404"/>
                  </a:cubicBezTo>
                  <a:cubicBezTo>
                    <a:pt x="6972" y="5604"/>
                    <a:pt x="6405" y="5738"/>
                    <a:pt x="5904" y="6004"/>
                  </a:cubicBezTo>
                  <a:cubicBezTo>
                    <a:pt x="4370" y="6738"/>
                    <a:pt x="2735" y="6972"/>
                    <a:pt x="1134" y="7439"/>
                  </a:cubicBezTo>
                  <a:cubicBezTo>
                    <a:pt x="934" y="7506"/>
                    <a:pt x="667" y="7506"/>
                    <a:pt x="400" y="7472"/>
                  </a:cubicBezTo>
                  <a:cubicBezTo>
                    <a:pt x="167" y="7439"/>
                    <a:pt x="0" y="7272"/>
                    <a:pt x="33" y="7005"/>
                  </a:cubicBezTo>
                  <a:cubicBezTo>
                    <a:pt x="33" y="6772"/>
                    <a:pt x="167" y="6705"/>
                    <a:pt x="500" y="6672"/>
                  </a:cubicBezTo>
                  <a:cubicBezTo>
                    <a:pt x="734" y="6672"/>
                    <a:pt x="967" y="6638"/>
                    <a:pt x="1201" y="6572"/>
                  </a:cubicBezTo>
                  <a:cubicBezTo>
                    <a:pt x="1635" y="6438"/>
                    <a:pt x="2068" y="6271"/>
                    <a:pt x="2502" y="6171"/>
                  </a:cubicBezTo>
                  <a:cubicBezTo>
                    <a:pt x="3403" y="6004"/>
                    <a:pt x="4236" y="5671"/>
                    <a:pt x="5104" y="5337"/>
                  </a:cubicBezTo>
                  <a:cubicBezTo>
                    <a:pt x="6305" y="4837"/>
                    <a:pt x="7505" y="4403"/>
                    <a:pt x="8706" y="3936"/>
                  </a:cubicBezTo>
                  <a:cubicBezTo>
                    <a:pt x="9073" y="3770"/>
                    <a:pt x="9440" y="3569"/>
                    <a:pt x="9840" y="3403"/>
                  </a:cubicBezTo>
                  <a:cubicBezTo>
                    <a:pt x="10408" y="3102"/>
                    <a:pt x="11008" y="2869"/>
                    <a:pt x="11575" y="2602"/>
                  </a:cubicBezTo>
                  <a:cubicBezTo>
                    <a:pt x="12309" y="2268"/>
                    <a:pt x="13043" y="1935"/>
                    <a:pt x="13710" y="120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 name="Google Shape;671;p40">
            <a:extLst>
              <a:ext uri="{FF2B5EF4-FFF2-40B4-BE49-F238E27FC236}">
                <a16:creationId xmlns:a16="http://schemas.microsoft.com/office/drawing/2014/main" id="{2A1E359D-D3C2-D55F-69EC-D668C1655234}"/>
              </a:ext>
            </a:extLst>
          </p:cNvPr>
          <p:cNvGrpSpPr/>
          <p:nvPr/>
        </p:nvGrpSpPr>
        <p:grpSpPr>
          <a:xfrm>
            <a:off x="6779544" y="4629114"/>
            <a:ext cx="448350" cy="387362"/>
            <a:chOff x="-1440250" y="1523475"/>
            <a:chExt cx="533750" cy="461200"/>
          </a:xfrm>
        </p:grpSpPr>
        <p:sp>
          <p:nvSpPr>
            <p:cNvPr id="93" name="Google Shape;672;p40">
              <a:extLst>
                <a:ext uri="{FF2B5EF4-FFF2-40B4-BE49-F238E27FC236}">
                  <a16:creationId xmlns:a16="http://schemas.microsoft.com/office/drawing/2014/main" id="{992DC189-9F15-7416-6530-F43388B670D2}"/>
                </a:ext>
              </a:extLst>
            </p:cNvPr>
            <p:cNvSpPr/>
            <p:nvPr/>
          </p:nvSpPr>
          <p:spPr>
            <a:xfrm>
              <a:off x="-1276800" y="1545225"/>
              <a:ext cx="344450" cy="334375"/>
            </a:xfrm>
            <a:custGeom>
              <a:avLst/>
              <a:gdLst/>
              <a:ahLst/>
              <a:cxnLst/>
              <a:rect l="l" t="t" r="r" b="b"/>
              <a:pathLst>
                <a:path w="13778" h="13375" extrusionOk="0">
                  <a:moveTo>
                    <a:pt x="3256" y="1"/>
                  </a:moveTo>
                  <a:cubicBezTo>
                    <a:pt x="2593" y="1"/>
                    <a:pt x="1914" y="120"/>
                    <a:pt x="1235" y="198"/>
                  </a:cubicBezTo>
                  <a:cubicBezTo>
                    <a:pt x="601" y="265"/>
                    <a:pt x="401" y="532"/>
                    <a:pt x="201" y="1166"/>
                  </a:cubicBezTo>
                  <a:cubicBezTo>
                    <a:pt x="67" y="1699"/>
                    <a:pt x="34" y="2200"/>
                    <a:pt x="34" y="2733"/>
                  </a:cubicBezTo>
                  <a:cubicBezTo>
                    <a:pt x="34" y="3868"/>
                    <a:pt x="34" y="5035"/>
                    <a:pt x="34" y="6203"/>
                  </a:cubicBezTo>
                  <a:cubicBezTo>
                    <a:pt x="34" y="7070"/>
                    <a:pt x="1" y="7937"/>
                    <a:pt x="34" y="8804"/>
                  </a:cubicBezTo>
                  <a:cubicBezTo>
                    <a:pt x="34" y="9605"/>
                    <a:pt x="801" y="10406"/>
                    <a:pt x="1535" y="10439"/>
                  </a:cubicBezTo>
                  <a:cubicBezTo>
                    <a:pt x="3003" y="10439"/>
                    <a:pt x="4471" y="10439"/>
                    <a:pt x="5972" y="10606"/>
                  </a:cubicBezTo>
                  <a:cubicBezTo>
                    <a:pt x="6416" y="10650"/>
                    <a:pt x="6865" y="10665"/>
                    <a:pt x="7316" y="10665"/>
                  </a:cubicBezTo>
                  <a:cubicBezTo>
                    <a:pt x="8218" y="10665"/>
                    <a:pt x="9129" y="10606"/>
                    <a:pt x="10041" y="10606"/>
                  </a:cubicBezTo>
                  <a:cubicBezTo>
                    <a:pt x="10508" y="10606"/>
                    <a:pt x="10642" y="10672"/>
                    <a:pt x="10742" y="11173"/>
                  </a:cubicBezTo>
                  <a:cubicBezTo>
                    <a:pt x="10775" y="11273"/>
                    <a:pt x="10775" y="11406"/>
                    <a:pt x="10808" y="11506"/>
                  </a:cubicBezTo>
                  <a:cubicBezTo>
                    <a:pt x="10909" y="12540"/>
                    <a:pt x="11542" y="13107"/>
                    <a:pt x="12510" y="13374"/>
                  </a:cubicBezTo>
                  <a:cubicBezTo>
                    <a:pt x="12310" y="12574"/>
                    <a:pt x="12109" y="11773"/>
                    <a:pt x="11909" y="11006"/>
                  </a:cubicBezTo>
                  <a:cubicBezTo>
                    <a:pt x="11812" y="10554"/>
                    <a:pt x="11903" y="10070"/>
                    <a:pt x="12605" y="10070"/>
                  </a:cubicBezTo>
                  <a:cubicBezTo>
                    <a:pt x="12628" y="10070"/>
                    <a:pt x="12652" y="10071"/>
                    <a:pt x="12676" y="10072"/>
                  </a:cubicBezTo>
                  <a:cubicBezTo>
                    <a:pt x="12819" y="10072"/>
                    <a:pt x="12975" y="10090"/>
                    <a:pt x="13134" y="10090"/>
                  </a:cubicBezTo>
                  <a:cubicBezTo>
                    <a:pt x="13347" y="10090"/>
                    <a:pt x="13568" y="10058"/>
                    <a:pt x="13777" y="9905"/>
                  </a:cubicBezTo>
                  <a:cubicBezTo>
                    <a:pt x="13777" y="8904"/>
                    <a:pt x="13777" y="7904"/>
                    <a:pt x="13777" y="6903"/>
                  </a:cubicBezTo>
                  <a:cubicBezTo>
                    <a:pt x="13744" y="5836"/>
                    <a:pt x="13444" y="4802"/>
                    <a:pt x="13477" y="3701"/>
                  </a:cubicBezTo>
                  <a:cubicBezTo>
                    <a:pt x="13477" y="2700"/>
                    <a:pt x="13310" y="1699"/>
                    <a:pt x="13244" y="665"/>
                  </a:cubicBezTo>
                  <a:cubicBezTo>
                    <a:pt x="13043" y="565"/>
                    <a:pt x="12910" y="532"/>
                    <a:pt x="12810" y="532"/>
                  </a:cubicBezTo>
                  <a:cubicBezTo>
                    <a:pt x="11843" y="465"/>
                    <a:pt x="10842" y="599"/>
                    <a:pt x="9874" y="265"/>
                  </a:cubicBezTo>
                  <a:cubicBezTo>
                    <a:pt x="7873" y="165"/>
                    <a:pt x="5838" y="332"/>
                    <a:pt x="3803" y="31"/>
                  </a:cubicBezTo>
                  <a:cubicBezTo>
                    <a:pt x="3623" y="10"/>
                    <a:pt x="3440" y="1"/>
                    <a:pt x="32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673;p40">
              <a:extLst>
                <a:ext uri="{FF2B5EF4-FFF2-40B4-BE49-F238E27FC236}">
                  <a16:creationId xmlns:a16="http://schemas.microsoft.com/office/drawing/2014/main" id="{1E9DCC67-5999-7EC4-E183-838E2A7197F3}"/>
                </a:ext>
              </a:extLst>
            </p:cNvPr>
            <p:cNvSpPr/>
            <p:nvPr/>
          </p:nvSpPr>
          <p:spPr>
            <a:xfrm>
              <a:off x="-1424400" y="1643575"/>
              <a:ext cx="324425" cy="300225"/>
            </a:xfrm>
            <a:custGeom>
              <a:avLst/>
              <a:gdLst/>
              <a:ahLst/>
              <a:cxnLst/>
              <a:rect l="l" t="t" r="r" b="b"/>
              <a:pathLst>
                <a:path w="12977" h="12009" extrusionOk="0">
                  <a:moveTo>
                    <a:pt x="501" y="8540"/>
                  </a:moveTo>
                  <a:lnTo>
                    <a:pt x="501" y="5204"/>
                  </a:lnTo>
                  <a:cubicBezTo>
                    <a:pt x="501" y="5137"/>
                    <a:pt x="501" y="5037"/>
                    <a:pt x="468" y="4970"/>
                  </a:cubicBezTo>
                  <a:cubicBezTo>
                    <a:pt x="1" y="3703"/>
                    <a:pt x="201" y="2402"/>
                    <a:pt x="367" y="1101"/>
                  </a:cubicBezTo>
                  <a:cubicBezTo>
                    <a:pt x="401" y="567"/>
                    <a:pt x="634" y="167"/>
                    <a:pt x="1268" y="100"/>
                  </a:cubicBezTo>
                  <a:cubicBezTo>
                    <a:pt x="1368" y="100"/>
                    <a:pt x="1468" y="0"/>
                    <a:pt x="1568" y="0"/>
                  </a:cubicBezTo>
                  <a:cubicBezTo>
                    <a:pt x="2636" y="0"/>
                    <a:pt x="3670" y="0"/>
                    <a:pt x="4771" y="0"/>
                  </a:cubicBezTo>
                  <a:cubicBezTo>
                    <a:pt x="4804" y="367"/>
                    <a:pt x="4837" y="634"/>
                    <a:pt x="4871" y="901"/>
                  </a:cubicBezTo>
                  <a:cubicBezTo>
                    <a:pt x="4937" y="2269"/>
                    <a:pt x="5004" y="3636"/>
                    <a:pt x="5071" y="5004"/>
                  </a:cubicBezTo>
                  <a:cubicBezTo>
                    <a:pt x="5104" y="6005"/>
                    <a:pt x="5638" y="6772"/>
                    <a:pt x="6438" y="7272"/>
                  </a:cubicBezTo>
                  <a:cubicBezTo>
                    <a:pt x="6805" y="7539"/>
                    <a:pt x="7339" y="7572"/>
                    <a:pt x="7839" y="7606"/>
                  </a:cubicBezTo>
                  <a:cubicBezTo>
                    <a:pt x="8607" y="7639"/>
                    <a:pt x="9407" y="7606"/>
                    <a:pt x="10174" y="7639"/>
                  </a:cubicBezTo>
                  <a:cubicBezTo>
                    <a:pt x="11108" y="7672"/>
                    <a:pt x="12009" y="7739"/>
                    <a:pt x="12943" y="7806"/>
                  </a:cubicBezTo>
                  <a:cubicBezTo>
                    <a:pt x="12976" y="8706"/>
                    <a:pt x="12776" y="8940"/>
                    <a:pt x="11942" y="8907"/>
                  </a:cubicBezTo>
                  <a:cubicBezTo>
                    <a:pt x="10441" y="8840"/>
                    <a:pt x="8940" y="9107"/>
                    <a:pt x="7439" y="9140"/>
                  </a:cubicBezTo>
                  <a:cubicBezTo>
                    <a:pt x="6405" y="9140"/>
                    <a:pt x="5371" y="9140"/>
                    <a:pt x="4337" y="9107"/>
                  </a:cubicBezTo>
                  <a:cubicBezTo>
                    <a:pt x="3703" y="9073"/>
                    <a:pt x="3603" y="9140"/>
                    <a:pt x="3470" y="9807"/>
                  </a:cubicBezTo>
                  <a:cubicBezTo>
                    <a:pt x="3436" y="10007"/>
                    <a:pt x="3370" y="10241"/>
                    <a:pt x="3336" y="10474"/>
                  </a:cubicBezTo>
                  <a:cubicBezTo>
                    <a:pt x="3203" y="10975"/>
                    <a:pt x="2969" y="11375"/>
                    <a:pt x="2436" y="11542"/>
                  </a:cubicBezTo>
                  <a:cubicBezTo>
                    <a:pt x="2202" y="11642"/>
                    <a:pt x="2002" y="11809"/>
                    <a:pt x="1635" y="12009"/>
                  </a:cubicBezTo>
                  <a:cubicBezTo>
                    <a:pt x="1735" y="11709"/>
                    <a:pt x="1802" y="11542"/>
                    <a:pt x="1835" y="11408"/>
                  </a:cubicBezTo>
                  <a:cubicBezTo>
                    <a:pt x="2002" y="10708"/>
                    <a:pt x="2202" y="10007"/>
                    <a:pt x="2336" y="9307"/>
                  </a:cubicBezTo>
                  <a:cubicBezTo>
                    <a:pt x="2436" y="8840"/>
                    <a:pt x="2235" y="8606"/>
                    <a:pt x="1735" y="8573"/>
                  </a:cubicBezTo>
                  <a:cubicBezTo>
                    <a:pt x="1335" y="8540"/>
                    <a:pt x="935" y="8540"/>
                    <a:pt x="501" y="854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674;p40">
              <a:extLst>
                <a:ext uri="{FF2B5EF4-FFF2-40B4-BE49-F238E27FC236}">
                  <a16:creationId xmlns:a16="http://schemas.microsoft.com/office/drawing/2014/main" id="{588EC81B-074B-4995-2E83-85002926872B}"/>
                </a:ext>
              </a:extLst>
            </p:cNvPr>
            <p:cNvSpPr/>
            <p:nvPr/>
          </p:nvSpPr>
          <p:spPr>
            <a:xfrm>
              <a:off x="-1440250" y="1523475"/>
              <a:ext cx="533750" cy="461200"/>
            </a:xfrm>
            <a:custGeom>
              <a:avLst/>
              <a:gdLst/>
              <a:ahLst/>
              <a:cxnLst/>
              <a:rect l="l" t="t" r="r" b="b"/>
              <a:pathLst>
                <a:path w="21350" h="18448" extrusionOk="0">
                  <a:moveTo>
                    <a:pt x="5271" y="3837"/>
                  </a:moveTo>
                  <a:cubicBezTo>
                    <a:pt x="5738" y="3136"/>
                    <a:pt x="5638" y="2436"/>
                    <a:pt x="5605" y="1802"/>
                  </a:cubicBezTo>
                  <a:cubicBezTo>
                    <a:pt x="5571" y="1235"/>
                    <a:pt x="5772" y="835"/>
                    <a:pt x="6138" y="468"/>
                  </a:cubicBezTo>
                  <a:cubicBezTo>
                    <a:pt x="6505" y="134"/>
                    <a:pt x="6872" y="34"/>
                    <a:pt x="7373" y="34"/>
                  </a:cubicBezTo>
                  <a:cubicBezTo>
                    <a:pt x="8440" y="101"/>
                    <a:pt x="9474" y="34"/>
                    <a:pt x="10508" y="34"/>
                  </a:cubicBezTo>
                  <a:cubicBezTo>
                    <a:pt x="11042" y="34"/>
                    <a:pt x="11609" y="68"/>
                    <a:pt x="12143" y="68"/>
                  </a:cubicBezTo>
                  <a:cubicBezTo>
                    <a:pt x="13344" y="68"/>
                    <a:pt x="14544" y="34"/>
                    <a:pt x="15712" y="34"/>
                  </a:cubicBezTo>
                  <a:cubicBezTo>
                    <a:pt x="16346" y="34"/>
                    <a:pt x="16980" y="1"/>
                    <a:pt x="17613" y="201"/>
                  </a:cubicBezTo>
                  <a:cubicBezTo>
                    <a:pt x="17847" y="301"/>
                    <a:pt x="18114" y="234"/>
                    <a:pt x="18381" y="268"/>
                  </a:cubicBezTo>
                  <a:cubicBezTo>
                    <a:pt x="18848" y="268"/>
                    <a:pt x="19315" y="234"/>
                    <a:pt x="19782" y="268"/>
                  </a:cubicBezTo>
                  <a:cubicBezTo>
                    <a:pt x="20582" y="368"/>
                    <a:pt x="20882" y="701"/>
                    <a:pt x="20916" y="1502"/>
                  </a:cubicBezTo>
                  <a:cubicBezTo>
                    <a:pt x="20916" y="2069"/>
                    <a:pt x="20916" y="2669"/>
                    <a:pt x="21149" y="3203"/>
                  </a:cubicBezTo>
                  <a:cubicBezTo>
                    <a:pt x="21149" y="3236"/>
                    <a:pt x="21183" y="3303"/>
                    <a:pt x="21183" y="3370"/>
                  </a:cubicBezTo>
                  <a:cubicBezTo>
                    <a:pt x="21216" y="4704"/>
                    <a:pt x="21283" y="6038"/>
                    <a:pt x="21316" y="7373"/>
                  </a:cubicBezTo>
                  <a:cubicBezTo>
                    <a:pt x="21316" y="8707"/>
                    <a:pt x="21249" y="10008"/>
                    <a:pt x="21216" y="11376"/>
                  </a:cubicBezTo>
                  <a:cubicBezTo>
                    <a:pt x="20949" y="11542"/>
                    <a:pt x="20682" y="11709"/>
                    <a:pt x="20449" y="11876"/>
                  </a:cubicBezTo>
                  <a:cubicBezTo>
                    <a:pt x="20182" y="11843"/>
                    <a:pt x="19882" y="11776"/>
                    <a:pt x="19581" y="11743"/>
                  </a:cubicBezTo>
                  <a:cubicBezTo>
                    <a:pt x="19415" y="12243"/>
                    <a:pt x="19448" y="12643"/>
                    <a:pt x="19615" y="13077"/>
                  </a:cubicBezTo>
                  <a:cubicBezTo>
                    <a:pt x="19715" y="13277"/>
                    <a:pt x="19815" y="13477"/>
                    <a:pt x="19882" y="13711"/>
                  </a:cubicBezTo>
                  <a:cubicBezTo>
                    <a:pt x="20048" y="14244"/>
                    <a:pt x="20315" y="14711"/>
                    <a:pt x="20882" y="14911"/>
                  </a:cubicBezTo>
                  <a:cubicBezTo>
                    <a:pt x="20982" y="14945"/>
                    <a:pt x="21082" y="15045"/>
                    <a:pt x="21149" y="15145"/>
                  </a:cubicBezTo>
                  <a:cubicBezTo>
                    <a:pt x="21349" y="15412"/>
                    <a:pt x="21183" y="15812"/>
                    <a:pt x="20849" y="15912"/>
                  </a:cubicBezTo>
                  <a:cubicBezTo>
                    <a:pt x="20482" y="15979"/>
                    <a:pt x="20115" y="15946"/>
                    <a:pt x="19748" y="15745"/>
                  </a:cubicBezTo>
                  <a:cubicBezTo>
                    <a:pt x="19415" y="15545"/>
                    <a:pt x="19048" y="15378"/>
                    <a:pt x="18647" y="15312"/>
                  </a:cubicBezTo>
                  <a:cubicBezTo>
                    <a:pt x="17880" y="15178"/>
                    <a:pt x="17413" y="14745"/>
                    <a:pt x="17080" y="14078"/>
                  </a:cubicBezTo>
                  <a:cubicBezTo>
                    <a:pt x="16779" y="13544"/>
                    <a:pt x="16546" y="13010"/>
                    <a:pt x="16246" y="12410"/>
                  </a:cubicBezTo>
                  <a:cubicBezTo>
                    <a:pt x="15645" y="12443"/>
                    <a:pt x="15045" y="12510"/>
                    <a:pt x="14444" y="12576"/>
                  </a:cubicBezTo>
                  <a:cubicBezTo>
                    <a:pt x="14444" y="12910"/>
                    <a:pt x="14444" y="13144"/>
                    <a:pt x="14444" y="13410"/>
                  </a:cubicBezTo>
                  <a:cubicBezTo>
                    <a:pt x="14378" y="14244"/>
                    <a:pt x="13744" y="14845"/>
                    <a:pt x="12910" y="14878"/>
                  </a:cubicBezTo>
                  <a:cubicBezTo>
                    <a:pt x="11042" y="14911"/>
                    <a:pt x="9141" y="14978"/>
                    <a:pt x="7273" y="14978"/>
                  </a:cubicBezTo>
                  <a:cubicBezTo>
                    <a:pt x="6572" y="14978"/>
                    <a:pt x="5905" y="14911"/>
                    <a:pt x="5171" y="14845"/>
                  </a:cubicBezTo>
                  <a:cubicBezTo>
                    <a:pt x="4904" y="15345"/>
                    <a:pt x="4671" y="15845"/>
                    <a:pt x="4437" y="16346"/>
                  </a:cubicBezTo>
                  <a:cubicBezTo>
                    <a:pt x="4070" y="17113"/>
                    <a:pt x="3537" y="17647"/>
                    <a:pt x="2636" y="17780"/>
                  </a:cubicBezTo>
                  <a:cubicBezTo>
                    <a:pt x="2302" y="17847"/>
                    <a:pt x="1969" y="17980"/>
                    <a:pt x="1702" y="18180"/>
                  </a:cubicBezTo>
                  <a:cubicBezTo>
                    <a:pt x="1335" y="18381"/>
                    <a:pt x="968" y="18447"/>
                    <a:pt x="601" y="18347"/>
                  </a:cubicBezTo>
                  <a:cubicBezTo>
                    <a:pt x="434" y="18314"/>
                    <a:pt x="234" y="18114"/>
                    <a:pt x="201" y="17980"/>
                  </a:cubicBezTo>
                  <a:cubicBezTo>
                    <a:pt x="168" y="17814"/>
                    <a:pt x="268" y="17480"/>
                    <a:pt x="401" y="17447"/>
                  </a:cubicBezTo>
                  <a:cubicBezTo>
                    <a:pt x="1302" y="17180"/>
                    <a:pt x="1402" y="16346"/>
                    <a:pt x="1735" y="15645"/>
                  </a:cubicBezTo>
                  <a:cubicBezTo>
                    <a:pt x="1935" y="15212"/>
                    <a:pt x="1935" y="14745"/>
                    <a:pt x="1835" y="14211"/>
                  </a:cubicBezTo>
                  <a:cubicBezTo>
                    <a:pt x="1535" y="14244"/>
                    <a:pt x="1268" y="14278"/>
                    <a:pt x="968" y="14311"/>
                  </a:cubicBezTo>
                  <a:cubicBezTo>
                    <a:pt x="735" y="14178"/>
                    <a:pt x="468" y="14011"/>
                    <a:pt x="134" y="13811"/>
                  </a:cubicBezTo>
                  <a:cubicBezTo>
                    <a:pt x="134" y="13577"/>
                    <a:pt x="134" y="13344"/>
                    <a:pt x="134" y="13077"/>
                  </a:cubicBezTo>
                  <a:cubicBezTo>
                    <a:pt x="67" y="10909"/>
                    <a:pt x="1" y="8740"/>
                    <a:pt x="1" y="6572"/>
                  </a:cubicBezTo>
                  <a:cubicBezTo>
                    <a:pt x="1" y="6038"/>
                    <a:pt x="101" y="5471"/>
                    <a:pt x="301" y="4971"/>
                  </a:cubicBezTo>
                  <a:cubicBezTo>
                    <a:pt x="368" y="4704"/>
                    <a:pt x="668" y="4437"/>
                    <a:pt x="935" y="4304"/>
                  </a:cubicBezTo>
                  <a:cubicBezTo>
                    <a:pt x="1402" y="4037"/>
                    <a:pt x="1935" y="3837"/>
                    <a:pt x="2503" y="3837"/>
                  </a:cubicBezTo>
                  <a:cubicBezTo>
                    <a:pt x="3437" y="3870"/>
                    <a:pt x="4371" y="3837"/>
                    <a:pt x="5271" y="3837"/>
                  </a:cubicBezTo>
                  <a:close/>
                  <a:moveTo>
                    <a:pt x="19782" y="1535"/>
                  </a:moveTo>
                  <a:cubicBezTo>
                    <a:pt x="19581" y="1435"/>
                    <a:pt x="19448" y="1402"/>
                    <a:pt x="19348" y="1402"/>
                  </a:cubicBezTo>
                  <a:cubicBezTo>
                    <a:pt x="18381" y="1335"/>
                    <a:pt x="17380" y="1469"/>
                    <a:pt x="16412" y="1135"/>
                  </a:cubicBezTo>
                  <a:cubicBezTo>
                    <a:pt x="14411" y="1035"/>
                    <a:pt x="12376" y="1202"/>
                    <a:pt x="10341" y="901"/>
                  </a:cubicBezTo>
                  <a:cubicBezTo>
                    <a:pt x="9508" y="801"/>
                    <a:pt x="8640" y="968"/>
                    <a:pt x="7773" y="1068"/>
                  </a:cubicBezTo>
                  <a:cubicBezTo>
                    <a:pt x="7139" y="1135"/>
                    <a:pt x="6939" y="1402"/>
                    <a:pt x="6739" y="2036"/>
                  </a:cubicBezTo>
                  <a:cubicBezTo>
                    <a:pt x="6605" y="2569"/>
                    <a:pt x="6572" y="3070"/>
                    <a:pt x="6572" y="3603"/>
                  </a:cubicBezTo>
                  <a:cubicBezTo>
                    <a:pt x="6572" y="4738"/>
                    <a:pt x="6572" y="5905"/>
                    <a:pt x="6572" y="7073"/>
                  </a:cubicBezTo>
                  <a:cubicBezTo>
                    <a:pt x="6572" y="7940"/>
                    <a:pt x="6539" y="8807"/>
                    <a:pt x="6572" y="9674"/>
                  </a:cubicBezTo>
                  <a:cubicBezTo>
                    <a:pt x="6572" y="10475"/>
                    <a:pt x="7339" y="11276"/>
                    <a:pt x="8073" y="11309"/>
                  </a:cubicBezTo>
                  <a:cubicBezTo>
                    <a:pt x="9541" y="11309"/>
                    <a:pt x="11009" y="11309"/>
                    <a:pt x="12510" y="11476"/>
                  </a:cubicBezTo>
                  <a:cubicBezTo>
                    <a:pt x="13844" y="11609"/>
                    <a:pt x="15212" y="11476"/>
                    <a:pt x="16579" y="11476"/>
                  </a:cubicBezTo>
                  <a:cubicBezTo>
                    <a:pt x="17046" y="11476"/>
                    <a:pt x="17180" y="11542"/>
                    <a:pt x="17280" y="12043"/>
                  </a:cubicBezTo>
                  <a:cubicBezTo>
                    <a:pt x="17313" y="12143"/>
                    <a:pt x="17313" y="12276"/>
                    <a:pt x="17346" y="12376"/>
                  </a:cubicBezTo>
                  <a:cubicBezTo>
                    <a:pt x="17447" y="13410"/>
                    <a:pt x="18080" y="13977"/>
                    <a:pt x="19048" y="14244"/>
                  </a:cubicBezTo>
                  <a:cubicBezTo>
                    <a:pt x="18848" y="13444"/>
                    <a:pt x="18647" y="12643"/>
                    <a:pt x="18447" y="11876"/>
                  </a:cubicBezTo>
                  <a:cubicBezTo>
                    <a:pt x="18347" y="11409"/>
                    <a:pt x="18447" y="10909"/>
                    <a:pt x="19214" y="10942"/>
                  </a:cubicBezTo>
                  <a:cubicBezTo>
                    <a:pt x="19548" y="10942"/>
                    <a:pt x="19948" y="11042"/>
                    <a:pt x="20315" y="10775"/>
                  </a:cubicBezTo>
                  <a:cubicBezTo>
                    <a:pt x="20315" y="9774"/>
                    <a:pt x="20315" y="8774"/>
                    <a:pt x="20315" y="7773"/>
                  </a:cubicBezTo>
                  <a:cubicBezTo>
                    <a:pt x="20282" y="6706"/>
                    <a:pt x="19982" y="5672"/>
                    <a:pt x="20015" y="4571"/>
                  </a:cubicBezTo>
                  <a:cubicBezTo>
                    <a:pt x="20015" y="3570"/>
                    <a:pt x="19848" y="2569"/>
                    <a:pt x="19782" y="1535"/>
                  </a:cubicBezTo>
                  <a:close/>
                  <a:moveTo>
                    <a:pt x="1135" y="13344"/>
                  </a:moveTo>
                  <a:cubicBezTo>
                    <a:pt x="1569" y="13344"/>
                    <a:pt x="1969" y="13344"/>
                    <a:pt x="2369" y="13377"/>
                  </a:cubicBezTo>
                  <a:cubicBezTo>
                    <a:pt x="2836" y="13410"/>
                    <a:pt x="3070" y="13644"/>
                    <a:pt x="2970" y="14111"/>
                  </a:cubicBezTo>
                  <a:cubicBezTo>
                    <a:pt x="2836" y="14811"/>
                    <a:pt x="2636" y="15512"/>
                    <a:pt x="2469" y="16212"/>
                  </a:cubicBezTo>
                  <a:cubicBezTo>
                    <a:pt x="2436" y="16346"/>
                    <a:pt x="2369" y="16513"/>
                    <a:pt x="2269" y="16813"/>
                  </a:cubicBezTo>
                  <a:cubicBezTo>
                    <a:pt x="2636" y="16613"/>
                    <a:pt x="2836" y="16446"/>
                    <a:pt x="3070" y="16346"/>
                  </a:cubicBezTo>
                  <a:cubicBezTo>
                    <a:pt x="3603" y="16179"/>
                    <a:pt x="3837" y="15779"/>
                    <a:pt x="3970" y="15278"/>
                  </a:cubicBezTo>
                  <a:cubicBezTo>
                    <a:pt x="4004" y="15045"/>
                    <a:pt x="4070" y="14811"/>
                    <a:pt x="4104" y="14611"/>
                  </a:cubicBezTo>
                  <a:cubicBezTo>
                    <a:pt x="4204" y="13944"/>
                    <a:pt x="4304" y="13877"/>
                    <a:pt x="4938" y="13911"/>
                  </a:cubicBezTo>
                  <a:cubicBezTo>
                    <a:pt x="6005" y="13944"/>
                    <a:pt x="7039" y="13944"/>
                    <a:pt x="8073" y="13944"/>
                  </a:cubicBezTo>
                  <a:cubicBezTo>
                    <a:pt x="9574" y="13911"/>
                    <a:pt x="11075" y="13644"/>
                    <a:pt x="12576" y="13711"/>
                  </a:cubicBezTo>
                  <a:cubicBezTo>
                    <a:pt x="13410" y="13777"/>
                    <a:pt x="13577" y="13510"/>
                    <a:pt x="13544" y="12610"/>
                  </a:cubicBezTo>
                  <a:cubicBezTo>
                    <a:pt x="12643" y="12543"/>
                    <a:pt x="11709" y="12476"/>
                    <a:pt x="10808" y="12443"/>
                  </a:cubicBezTo>
                  <a:cubicBezTo>
                    <a:pt x="10008" y="12410"/>
                    <a:pt x="9241" y="12443"/>
                    <a:pt x="8440" y="12410"/>
                  </a:cubicBezTo>
                  <a:cubicBezTo>
                    <a:pt x="7973" y="12376"/>
                    <a:pt x="7439" y="12343"/>
                    <a:pt x="7039" y="12076"/>
                  </a:cubicBezTo>
                  <a:cubicBezTo>
                    <a:pt x="6239" y="11576"/>
                    <a:pt x="5738" y="10809"/>
                    <a:pt x="5671" y="9808"/>
                  </a:cubicBezTo>
                  <a:cubicBezTo>
                    <a:pt x="5638" y="8440"/>
                    <a:pt x="5571" y="7073"/>
                    <a:pt x="5471" y="5705"/>
                  </a:cubicBezTo>
                  <a:cubicBezTo>
                    <a:pt x="5471" y="5438"/>
                    <a:pt x="5438" y="5171"/>
                    <a:pt x="5371" y="4804"/>
                  </a:cubicBezTo>
                  <a:cubicBezTo>
                    <a:pt x="4270" y="4804"/>
                    <a:pt x="3236" y="4804"/>
                    <a:pt x="2202" y="4804"/>
                  </a:cubicBezTo>
                  <a:cubicBezTo>
                    <a:pt x="2102" y="4804"/>
                    <a:pt x="2002" y="4904"/>
                    <a:pt x="1869" y="4904"/>
                  </a:cubicBezTo>
                  <a:cubicBezTo>
                    <a:pt x="1268" y="4971"/>
                    <a:pt x="1035" y="5371"/>
                    <a:pt x="968" y="5905"/>
                  </a:cubicBezTo>
                  <a:cubicBezTo>
                    <a:pt x="835" y="7206"/>
                    <a:pt x="635" y="8507"/>
                    <a:pt x="1102" y="9774"/>
                  </a:cubicBezTo>
                  <a:cubicBezTo>
                    <a:pt x="1135" y="9841"/>
                    <a:pt x="1135" y="9941"/>
                    <a:pt x="1135" y="10008"/>
                  </a:cubicBezTo>
                  <a:cubicBezTo>
                    <a:pt x="1135" y="11075"/>
                    <a:pt x="1135" y="12143"/>
                    <a:pt x="1135" y="133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675;p40">
              <a:extLst>
                <a:ext uri="{FF2B5EF4-FFF2-40B4-BE49-F238E27FC236}">
                  <a16:creationId xmlns:a16="http://schemas.microsoft.com/office/drawing/2014/main" id="{47CA43C5-2D96-622E-6DF6-40065DFC3C9B}"/>
                </a:ext>
              </a:extLst>
            </p:cNvPr>
            <p:cNvSpPr/>
            <p:nvPr/>
          </p:nvSpPr>
          <p:spPr>
            <a:xfrm>
              <a:off x="-1224250" y="1718625"/>
              <a:ext cx="236025" cy="29200"/>
            </a:xfrm>
            <a:custGeom>
              <a:avLst/>
              <a:gdLst/>
              <a:ahLst/>
              <a:cxnLst/>
              <a:rect l="l" t="t" r="r" b="b"/>
              <a:pathLst>
                <a:path w="9441" h="1168" extrusionOk="0">
                  <a:moveTo>
                    <a:pt x="4237" y="34"/>
                  </a:moveTo>
                  <a:cubicBezTo>
                    <a:pt x="5037" y="34"/>
                    <a:pt x="5838" y="67"/>
                    <a:pt x="6672" y="34"/>
                  </a:cubicBezTo>
                  <a:cubicBezTo>
                    <a:pt x="7439" y="0"/>
                    <a:pt x="8206" y="167"/>
                    <a:pt x="8973" y="267"/>
                  </a:cubicBezTo>
                  <a:cubicBezTo>
                    <a:pt x="9207" y="301"/>
                    <a:pt x="9440" y="401"/>
                    <a:pt x="9407" y="701"/>
                  </a:cubicBezTo>
                  <a:cubicBezTo>
                    <a:pt x="9407" y="1001"/>
                    <a:pt x="9207" y="1101"/>
                    <a:pt x="8940" y="1101"/>
                  </a:cubicBezTo>
                  <a:cubicBezTo>
                    <a:pt x="8673" y="1101"/>
                    <a:pt x="8406" y="1168"/>
                    <a:pt x="8173" y="1068"/>
                  </a:cubicBezTo>
                  <a:cubicBezTo>
                    <a:pt x="7706" y="868"/>
                    <a:pt x="7272" y="901"/>
                    <a:pt x="6805" y="901"/>
                  </a:cubicBezTo>
                  <a:cubicBezTo>
                    <a:pt x="4937" y="901"/>
                    <a:pt x="3036" y="901"/>
                    <a:pt x="1168" y="901"/>
                  </a:cubicBezTo>
                  <a:cubicBezTo>
                    <a:pt x="868" y="901"/>
                    <a:pt x="567" y="868"/>
                    <a:pt x="300" y="801"/>
                  </a:cubicBezTo>
                  <a:cubicBezTo>
                    <a:pt x="167" y="768"/>
                    <a:pt x="0" y="567"/>
                    <a:pt x="0" y="467"/>
                  </a:cubicBezTo>
                  <a:cubicBezTo>
                    <a:pt x="34" y="334"/>
                    <a:pt x="200" y="167"/>
                    <a:pt x="334" y="134"/>
                  </a:cubicBezTo>
                  <a:cubicBezTo>
                    <a:pt x="501" y="67"/>
                    <a:pt x="734" y="67"/>
                    <a:pt x="934" y="67"/>
                  </a:cubicBezTo>
                  <a:cubicBezTo>
                    <a:pt x="2035" y="67"/>
                    <a:pt x="3136" y="67"/>
                    <a:pt x="4237" y="67"/>
                  </a:cubicBezTo>
                  <a:cubicBezTo>
                    <a:pt x="4237" y="67"/>
                    <a:pt x="4237" y="34"/>
                    <a:pt x="4237" y="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676;p40">
              <a:extLst>
                <a:ext uri="{FF2B5EF4-FFF2-40B4-BE49-F238E27FC236}">
                  <a16:creationId xmlns:a16="http://schemas.microsoft.com/office/drawing/2014/main" id="{B26B3566-65B7-A697-530E-23C149AB0AE1}"/>
                </a:ext>
              </a:extLst>
            </p:cNvPr>
            <p:cNvSpPr/>
            <p:nvPr/>
          </p:nvSpPr>
          <p:spPr>
            <a:xfrm>
              <a:off x="-1226750" y="1658575"/>
              <a:ext cx="226000" cy="25875"/>
            </a:xfrm>
            <a:custGeom>
              <a:avLst/>
              <a:gdLst/>
              <a:ahLst/>
              <a:cxnLst/>
              <a:rect l="l" t="t" r="r" b="b"/>
              <a:pathLst>
                <a:path w="9040" h="1035" extrusionOk="0">
                  <a:moveTo>
                    <a:pt x="0" y="368"/>
                  </a:moveTo>
                  <a:cubicBezTo>
                    <a:pt x="200" y="268"/>
                    <a:pt x="367" y="134"/>
                    <a:pt x="534" y="67"/>
                  </a:cubicBezTo>
                  <a:cubicBezTo>
                    <a:pt x="701" y="1"/>
                    <a:pt x="867" y="34"/>
                    <a:pt x="1034" y="34"/>
                  </a:cubicBezTo>
                  <a:cubicBezTo>
                    <a:pt x="3369" y="34"/>
                    <a:pt x="5671" y="34"/>
                    <a:pt x="7973" y="34"/>
                  </a:cubicBezTo>
                  <a:cubicBezTo>
                    <a:pt x="8373" y="34"/>
                    <a:pt x="8740" y="67"/>
                    <a:pt x="8940" y="434"/>
                  </a:cubicBezTo>
                  <a:cubicBezTo>
                    <a:pt x="9007" y="568"/>
                    <a:pt x="9040" y="735"/>
                    <a:pt x="8973" y="835"/>
                  </a:cubicBezTo>
                  <a:cubicBezTo>
                    <a:pt x="8907" y="935"/>
                    <a:pt x="8740" y="1035"/>
                    <a:pt x="8640" y="1035"/>
                  </a:cubicBezTo>
                  <a:cubicBezTo>
                    <a:pt x="6071" y="735"/>
                    <a:pt x="3503" y="1001"/>
                    <a:pt x="934" y="901"/>
                  </a:cubicBezTo>
                  <a:cubicBezTo>
                    <a:pt x="601" y="868"/>
                    <a:pt x="234" y="901"/>
                    <a:pt x="0" y="36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677;p40">
              <a:extLst>
                <a:ext uri="{FF2B5EF4-FFF2-40B4-BE49-F238E27FC236}">
                  <a16:creationId xmlns:a16="http://schemas.microsoft.com/office/drawing/2014/main" id="{EE7A14E8-C81E-1DBA-BC75-640D2BB5BBA9}"/>
                </a:ext>
              </a:extLst>
            </p:cNvPr>
            <p:cNvSpPr/>
            <p:nvPr/>
          </p:nvSpPr>
          <p:spPr>
            <a:xfrm>
              <a:off x="-1225100" y="1599375"/>
              <a:ext cx="234375" cy="25875"/>
            </a:xfrm>
            <a:custGeom>
              <a:avLst/>
              <a:gdLst/>
              <a:ahLst/>
              <a:cxnLst/>
              <a:rect l="l" t="t" r="r" b="b"/>
              <a:pathLst>
                <a:path w="9375" h="1035" extrusionOk="0">
                  <a:moveTo>
                    <a:pt x="4704" y="67"/>
                  </a:moveTo>
                  <a:cubicBezTo>
                    <a:pt x="5938" y="67"/>
                    <a:pt x="7139" y="67"/>
                    <a:pt x="8340" y="34"/>
                  </a:cubicBezTo>
                  <a:cubicBezTo>
                    <a:pt x="8707" y="34"/>
                    <a:pt x="8974" y="134"/>
                    <a:pt x="9207" y="334"/>
                  </a:cubicBezTo>
                  <a:cubicBezTo>
                    <a:pt x="9308" y="434"/>
                    <a:pt x="9374" y="601"/>
                    <a:pt x="9374" y="701"/>
                  </a:cubicBezTo>
                  <a:cubicBezTo>
                    <a:pt x="9341" y="834"/>
                    <a:pt x="9207" y="968"/>
                    <a:pt x="9074" y="1001"/>
                  </a:cubicBezTo>
                  <a:cubicBezTo>
                    <a:pt x="8907" y="1034"/>
                    <a:pt x="8707" y="1034"/>
                    <a:pt x="8574" y="968"/>
                  </a:cubicBezTo>
                  <a:cubicBezTo>
                    <a:pt x="8140" y="734"/>
                    <a:pt x="7673" y="768"/>
                    <a:pt x="7206" y="768"/>
                  </a:cubicBezTo>
                  <a:cubicBezTo>
                    <a:pt x="5205" y="768"/>
                    <a:pt x="3170" y="801"/>
                    <a:pt x="1135" y="834"/>
                  </a:cubicBezTo>
                  <a:cubicBezTo>
                    <a:pt x="835" y="834"/>
                    <a:pt x="501" y="768"/>
                    <a:pt x="201" y="701"/>
                  </a:cubicBezTo>
                  <a:cubicBezTo>
                    <a:pt x="134" y="667"/>
                    <a:pt x="34" y="501"/>
                    <a:pt x="1" y="367"/>
                  </a:cubicBezTo>
                  <a:cubicBezTo>
                    <a:pt x="1" y="301"/>
                    <a:pt x="134" y="167"/>
                    <a:pt x="201" y="134"/>
                  </a:cubicBezTo>
                  <a:cubicBezTo>
                    <a:pt x="435" y="67"/>
                    <a:pt x="668" y="0"/>
                    <a:pt x="902" y="0"/>
                  </a:cubicBezTo>
                  <a:cubicBezTo>
                    <a:pt x="2169" y="0"/>
                    <a:pt x="3437" y="0"/>
                    <a:pt x="47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678;p40">
            <a:extLst>
              <a:ext uri="{FF2B5EF4-FFF2-40B4-BE49-F238E27FC236}">
                <a16:creationId xmlns:a16="http://schemas.microsoft.com/office/drawing/2014/main" id="{D725AE1B-B952-CE2E-C6D1-B376C7767771}"/>
              </a:ext>
            </a:extLst>
          </p:cNvPr>
          <p:cNvGrpSpPr/>
          <p:nvPr/>
        </p:nvGrpSpPr>
        <p:grpSpPr>
          <a:xfrm>
            <a:off x="6807662" y="5113790"/>
            <a:ext cx="442000" cy="437000"/>
            <a:chOff x="-1036625" y="3421500"/>
            <a:chExt cx="442000" cy="437000"/>
          </a:xfrm>
        </p:grpSpPr>
        <p:sp>
          <p:nvSpPr>
            <p:cNvPr id="100" name="Google Shape;679;p40">
              <a:extLst>
                <a:ext uri="{FF2B5EF4-FFF2-40B4-BE49-F238E27FC236}">
                  <a16:creationId xmlns:a16="http://schemas.microsoft.com/office/drawing/2014/main" id="{38559486-8253-9439-D24C-5765FEFA1613}"/>
                </a:ext>
              </a:extLst>
            </p:cNvPr>
            <p:cNvSpPr/>
            <p:nvPr/>
          </p:nvSpPr>
          <p:spPr>
            <a:xfrm>
              <a:off x="-1013275" y="3444850"/>
              <a:ext cx="290225" cy="284400"/>
            </a:xfrm>
            <a:custGeom>
              <a:avLst/>
              <a:gdLst/>
              <a:ahLst/>
              <a:cxnLst/>
              <a:rect l="l" t="t" r="r" b="b"/>
              <a:pathLst>
                <a:path w="11609" h="11376" extrusionOk="0">
                  <a:moveTo>
                    <a:pt x="9641" y="1802"/>
                  </a:moveTo>
                  <a:cubicBezTo>
                    <a:pt x="9774" y="1936"/>
                    <a:pt x="9874" y="2069"/>
                    <a:pt x="10008" y="2169"/>
                  </a:cubicBezTo>
                  <a:cubicBezTo>
                    <a:pt x="10742" y="2669"/>
                    <a:pt x="10908" y="3437"/>
                    <a:pt x="11209" y="4170"/>
                  </a:cubicBezTo>
                  <a:cubicBezTo>
                    <a:pt x="11609" y="5104"/>
                    <a:pt x="11275" y="5938"/>
                    <a:pt x="11209" y="6839"/>
                  </a:cubicBezTo>
                  <a:cubicBezTo>
                    <a:pt x="11142" y="7573"/>
                    <a:pt x="10775" y="8173"/>
                    <a:pt x="10308" y="8740"/>
                  </a:cubicBezTo>
                  <a:cubicBezTo>
                    <a:pt x="9841" y="9341"/>
                    <a:pt x="9341" y="9875"/>
                    <a:pt x="8840" y="10442"/>
                  </a:cubicBezTo>
                  <a:cubicBezTo>
                    <a:pt x="8440" y="10875"/>
                    <a:pt x="7973" y="11109"/>
                    <a:pt x="7406" y="11175"/>
                  </a:cubicBezTo>
                  <a:cubicBezTo>
                    <a:pt x="6805" y="11242"/>
                    <a:pt x="6238" y="11309"/>
                    <a:pt x="5638" y="11342"/>
                  </a:cubicBezTo>
                  <a:cubicBezTo>
                    <a:pt x="5104" y="11376"/>
                    <a:pt x="4571" y="11276"/>
                    <a:pt x="4104" y="11075"/>
                  </a:cubicBezTo>
                  <a:cubicBezTo>
                    <a:pt x="3870" y="10975"/>
                    <a:pt x="3670" y="10942"/>
                    <a:pt x="3436" y="10842"/>
                  </a:cubicBezTo>
                  <a:cubicBezTo>
                    <a:pt x="3270" y="10775"/>
                    <a:pt x="3069" y="10708"/>
                    <a:pt x="2936" y="10575"/>
                  </a:cubicBezTo>
                  <a:cubicBezTo>
                    <a:pt x="2369" y="9975"/>
                    <a:pt x="1802" y="9374"/>
                    <a:pt x="1235" y="8774"/>
                  </a:cubicBezTo>
                  <a:cubicBezTo>
                    <a:pt x="768" y="8240"/>
                    <a:pt x="568" y="7606"/>
                    <a:pt x="368" y="6939"/>
                  </a:cubicBezTo>
                  <a:cubicBezTo>
                    <a:pt x="67" y="5738"/>
                    <a:pt x="1" y="4537"/>
                    <a:pt x="301" y="3337"/>
                  </a:cubicBezTo>
                  <a:cubicBezTo>
                    <a:pt x="334" y="3203"/>
                    <a:pt x="368" y="3070"/>
                    <a:pt x="434" y="2970"/>
                  </a:cubicBezTo>
                  <a:cubicBezTo>
                    <a:pt x="968" y="2336"/>
                    <a:pt x="1402" y="1602"/>
                    <a:pt x="2202" y="1168"/>
                  </a:cubicBezTo>
                  <a:cubicBezTo>
                    <a:pt x="3403" y="468"/>
                    <a:pt x="4671" y="101"/>
                    <a:pt x="6038" y="34"/>
                  </a:cubicBezTo>
                  <a:cubicBezTo>
                    <a:pt x="7206" y="1"/>
                    <a:pt x="8273" y="368"/>
                    <a:pt x="9107" y="1268"/>
                  </a:cubicBezTo>
                  <a:cubicBezTo>
                    <a:pt x="9274" y="1469"/>
                    <a:pt x="9474" y="1635"/>
                    <a:pt x="9641" y="1802"/>
                  </a:cubicBezTo>
                  <a:cubicBezTo>
                    <a:pt x="9641" y="1802"/>
                    <a:pt x="9641" y="1802"/>
                    <a:pt x="9641" y="1802"/>
                  </a:cubicBezTo>
                  <a:close/>
                  <a:moveTo>
                    <a:pt x="8840" y="3036"/>
                  </a:moveTo>
                  <a:cubicBezTo>
                    <a:pt x="8840" y="3070"/>
                    <a:pt x="8807" y="3070"/>
                    <a:pt x="8807" y="3070"/>
                  </a:cubicBezTo>
                  <a:cubicBezTo>
                    <a:pt x="8607" y="2870"/>
                    <a:pt x="8373" y="2636"/>
                    <a:pt x="8140" y="2469"/>
                  </a:cubicBezTo>
                  <a:cubicBezTo>
                    <a:pt x="7940" y="2336"/>
                    <a:pt x="7673" y="2302"/>
                    <a:pt x="7473" y="2169"/>
                  </a:cubicBezTo>
                  <a:cubicBezTo>
                    <a:pt x="7039" y="1902"/>
                    <a:pt x="6539" y="2002"/>
                    <a:pt x="6072" y="1902"/>
                  </a:cubicBezTo>
                  <a:cubicBezTo>
                    <a:pt x="5038" y="1635"/>
                    <a:pt x="4170" y="2002"/>
                    <a:pt x="3303" y="2503"/>
                  </a:cubicBezTo>
                  <a:cubicBezTo>
                    <a:pt x="2736" y="2836"/>
                    <a:pt x="2369" y="3337"/>
                    <a:pt x="2135" y="3904"/>
                  </a:cubicBezTo>
                  <a:cubicBezTo>
                    <a:pt x="1702" y="4838"/>
                    <a:pt x="1602" y="5805"/>
                    <a:pt x="1935" y="6772"/>
                  </a:cubicBezTo>
                  <a:cubicBezTo>
                    <a:pt x="2135" y="7306"/>
                    <a:pt x="2302" y="7873"/>
                    <a:pt x="2602" y="8340"/>
                  </a:cubicBezTo>
                  <a:cubicBezTo>
                    <a:pt x="2969" y="8907"/>
                    <a:pt x="3403" y="9441"/>
                    <a:pt x="4104" y="9641"/>
                  </a:cubicBezTo>
                  <a:cubicBezTo>
                    <a:pt x="4470" y="9774"/>
                    <a:pt x="4871" y="9875"/>
                    <a:pt x="5271" y="9941"/>
                  </a:cubicBezTo>
                  <a:cubicBezTo>
                    <a:pt x="5404" y="9975"/>
                    <a:pt x="5605" y="9941"/>
                    <a:pt x="5771" y="9908"/>
                  </a:cubicBezTo>
                  <a:cubicBezTo>
                    <a:pt x="6205" y="9808"/>
                    <a:pt x="6639" y="9674"/>
                    <a:pt x="7072" y="9541"/>
                  </a:cubicBezTo>
                  <a:cubicBezTo>
                    <a:pt x="7940" y="9341"/>
                    <a:pt x="8640" y="8807"/>
                    <a:pt x="9040" y="8040"/>
                  </a:cubicBezTo>
                  <a:cubicBezTo>
                    <a:pt x="9474" y="7173"/>
                    <a:pt x="9741" y="6172"/>
                    <a:pt x="9774" y="5171"/>
                  </a:cubicBezTo>
                  <a:cubicBezTo>
                    <a:pt x="9808" y="4738"/>
                    <a:pt x="9774" y="4304"/>
                    <a:pt x="9507" y="3937"/>
                  </a:cubicBezTo>
                  <a:cubicBezTo>
                    <a:pt x="9307" y="3637"/>
                    <a:pt x="9074" y="3337"/>
                    <a:pt x="8840" y="303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680;p40">
              <a:extLst>
                <a:ext uri="{FF2B5EF4-FFF2-40B4-BE49-F238E27FC236}">
                  <a16:creationId xmlns:a16="http://schemas.microsoft.com/office/drawing/2014/main" id="{AED98B3A-AC76-BDDF-398A-61B7979805C8}"/>
                </a:ext>
              </a:extLst>
            </p:cNvPr>
            <p:cNvSpPr/>
            <p:nvPr/>
          </p:nvSpPr>
          <p:spPr>
            <a:xfrm>
              <a:off x="-733900" y="3720900"/>
              <a:ext cx="110925" cy="109250"/>
            </a:xfrm>
            <a:custGeom>
              <a:avLst/>
              <a:gdLst/>
              <a:ahLst/>
              <a:cxnLst/>
              <a:rect l="l" t="t" r="r" b="b"/>
              <a:pathLst>
                <a:path w="4437" h="4370" extrusionOk="0">
                  <a:moveTo>
                    <a:pt x="0" y="1168"/>
                  </a:moveTo>
                  <a:lnTo>
                    <a:pt x="1168" y="0"/>
                  </a:lnTo>
                  <a:cubicBezTo>
                    <a:pt x="1301" y="100"/>
                    <a:pt x="1468" y="167"/>
                    <a:pt x="1568" y="300"/>
                  </a:cubicBezTo>
                  <a:cubicBezTo>
                    <a:pt x="2402" y="1101"/>
                    <a:pt x="3203" y="1901"/>
                    <a:pt x="4036" y="2735"/>
                  </a:cubicBezTo>
                  <a:cubicBezTo>
                    <a:pt x="4137" y="2835"/>
                    <a:pt x="4237" y="2935"/>
                    <a:pt x="4303" y="3069"/>
                  </a:cubicBezTo>
                  <a:cubicBezTo>
                    <a:pt x="4370" y="3169"/>
                    <a:pt x="4437" y="3336"/>
                    <a:pt x="4370" y="3436"/>
                  </a:cubicBezTo>
                  <a:cubicBezTo>
                    <a:pt x="4137" y="3803"/>
                    <a:pt x="3870" y="4170"/>
                    <a:pt x="3436" y="4336"/>
                  </a:cubicBezTo>
                  <a:cubicBezTo>
                    <a:pt x="3303" y="4370"/>
                    <a:pt x="3069" y="4270"/>
                    <a:pt x="2969" y="4136"/>
                  </a:cubicBezTo>
                  <a:cubicBezTo>
                    <a:pt x="1968" y="3202"/>
                    <a:pt x="1034" y="2202"/>
                    <a:pt x="0" y="116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681;p40">
              <a:extLst>
                <a:ext uri="{FF2B5EF4-FFF2-40B4-BE49-F238E27FC236}">
                  <a16:creationId xmlns:a16="http://schemas.microsoft.com/office/drawing/2014/main" id="{D099CEC9-F5CD-E526-CAA3-68E75B683B8C}"/>
                </a:ext>
              </a:extLst>
            </p:cNvPr>
            <p:cNvSpPr/>
            <p:nvPr/>
          </p:nvSpPr>
          <p:spPr>
            <a:xfrm>
              <a:off x="-777275" y="3680025"/>
              <a:ext cx="61725" cy="64225"/>
            </a:xfrm>
            <a:custGeom>
              <a:avLst/>
              <a:gdLst/>
              <a:ahLst/>
              <a:cxnLst/>
              <a:rect l="l" t="t" r="r" b="b"/>
              <a:pathLst>
                <a:path w="2469" h="2569" extrusionOk="0">
                  <a:moveTo>
                    <a:pt x="1" y="2002"/>
                  </a:moveTo>
                  <a:cubicBezTo>
                    <a:pt x="568" y="1335"/>
                    <a:pt x="1168" y="701"/>
                    <a:pt x="1769" y="1"/>
                  </a:cubicBezTo>
                  <a:cubicBezTo>
                    <a:pt x="1902" y="101"/>
                    <a:pt x="2069" y="167"/>
                    <a:pt x="2169" y="267"/>
                  </a:cubicBezTo>
                  <a:cubicBezTo>
                    <a:pt x="2469" y="568"/>
                    <a:pt x="2469" y="701"/>
                    <a:pt x="2202" y="1035"/>
                  </a:cubicBezTo>
                  <a:cubicBezTo>
                    <a:pt x="1869" y="1402"/>
                    <a:pt x="1502" y="1735"/>
                    <a:pt x="1168" y="2102"/>
                  </a:cubicBezTo>
                  <a:cubicBezTo>
                    <a:pt x="668" y="2569"/>
                    <a:pt x="534" y="2536"/>
                    <a:pt x="1" y="200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682;p40">
              <a:extLst>
                <a:ext uri="{FF2B5EF4-FFF2-40B4-BE49-F238E27FC236}">
                  <a16:creationId xmlns:a16="http://schemas.microsoft.com/office/drawing/2014/main" id="{6841704D-B8AE-18B6-7C77-C2EF2C05CAB8}"/>
                </a:ext>
              </a:extLst>
            </p:cNvPr>
            <p:cNvSpPr/>
            <p:nvPr/>
          </p:nvSpPr>
          <p:spPr>
            <a:xfrm>
              <a:off x="-949050" y="3508225"/>
              <a:ext cx="158450" cy="159325"/>
            </a:xfrm>
            <a:custGeom>
              <a:avLst/>
              <a:gdLst/>
              <a:ahLst/>
              <a:cxnLst/>
              <a:rect l="l" t="t" r="r" b="b"/>
              <a:pathLst>
                <a:path w="6338" h="6373" extrusionOk="0">
                  <a:moveTo>
                    <a:pt x="5604" y="1202"/>
                  </a:moveTo>
                  <a:cubicBezTo>
                    <a:pt x="6138" y="1702"/>
                    <a:pt x="6338" y="2269"/>
                    <a:pt x="6205" y="3036"/>
                  </a:cubicBezTo>
                  <a:cubicBezTo>
                    <a:pt x="6071" y="3637"/>
                    <a:pt x="5871" y="4204"/>
                    <a:pt x="5671" y="4804"/>
                  </a:cubicBezTo>
                  <a:cubicBezTo>
                    <a:pt x="5437" y="5505"/>
                    <a:pt x="4937" y="5872"/>
                    <a:pt x="4270" y="6039"/>
                  </a:cubicBezTo>
                  <a:cubicBezTo>
                    <a:pt x="3870" y="6139"/>
                    <a:pt x="3469" y="6272"/>
                    <a:pt x="3036" y="6339"/>
                  </a:cubicBezTo>
                  <a:cubicBezTo>
                    <a:pt x="2469" y="6372"/>
                    <a:pt x="1868" y="6305"/>
                    <a:pt x="1434" y="5872"/>
                  </a:cubicBezTo>
                  <a:cubicBezTo>
                    <a:pt x="467" y="4971"/>
                    <a:pt x="0" y="3870"/>
                    <a:pt x="167" y="2536"/>
                  </a:cubicBezTo>
                  <a:cubicBezTo>
                    <a:pt x="167" y="2469"/>
                    <a:pt x="167" y="2369"/>
                    <a:pt x="167" y="2303"/>
                  </a:cubicBezTo>
                  <a:cubicBezTo>
                    <a:pt x="234" y="1269"/>
                    <a:pt x="801" y="668"/>
                    <a:pt x="1801" y="368"/>
                  </a:cubicBezTo>
                  <a:cubicBezTo>
                    <a:pt x="2902" y="1"/>
                    <a:pt x="3903" y="168"/>
                    <a:pt x="4904" y="668"/>
                  </a:cubicBezTo>
                  <a:cubicBezTo>
                    <a:pt x="5137" y="802"/>
                    <a:pt x="5371" y="1002"/>
                    <a:pt x="5604" y="120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683;p40">
              <a:extLst>
                <a:ext uri="{FF2B5EF4-FFF2-40B4-BE49-F238E27FC236}">
                  <a16:creationId xmlns:a16="http://schemas.microsoft.com/office/drawing/2014/main" id="{A8ED3203-C877-CA2B-553D-C7A465F5E537}"/>
                </a:ext>
              </a:extLst>
            </p:cNvPr>
            <p:cNvSpPr/>
            <p:nvPr/>
          </p:nvSpPr>
          <p:spPr>
            <a:xfrm>
              <a:off x="-1036625" y="3421500"/>
              <a:ext cx="442000" cy="437000"/>
            </a:xfrm>
            <a:custGeom>
              <a:avLst/>
              <a:gdLst/>
              <a:ahLst/>
              <a:cxnLst/>
              <a:rect l="l" t="t" r="r" b="b"/>
              <a:pathLst>
                <a:path w="17680" h="17480" extrusionOk="0">
                  <a:moveTo>
                    <a:pt x="9741" y="12743"/>
                  </a:moveTo>
                  <a:cubicBezTo>
                    <a:pt x="8240" y="13077"/>
                    <a:pt x="6772" y="13510"/>
                    <a:pt x="5271" y="13043"/>
                  </a:cubicBezTo>
                  <a:cubicBezTo>
                    <a:pt x="4971" y="12943"/>
                    <a:pt x="4604" y="12943"/>
                    <a:pt x="4304" y="12877"/>
                  </a:cubicBezTo>
                  <a:cubicBezTo>
                    <a:pt x="3803" y="12777"/>
                    <a:pt x="3370" y="12576"/>
                    <a:pt x="3003" y="12176"/>
                  </a:cubicBezTo>
                  <a:cubicBezTo>
                    <a:pt x="2602" y="11743"/>
                    <a:pt x="2169" y="11342"/>
                    <a:pt x="1769" y="10942"/>
                  </a:cubicBezTo>
                  <a:cubicBezTo>
                    <a:pt x="1635" y="10775"/>
                    <a:pt x="1468" y="10608"/>
                    <a:pt x="1368" y="10408"/>
                  </a:cubicBezTo>
                  <a:cubicBezTo>
                    <a:pt x="1001" y="9408"/>
                    <a:pt x="434" y="8474"/>
                    <a:pt x="201" y="7406"/>
                  </a:cubicBezTo>
                  <a:cubicBezTo>
                    <a:pt x="34" y="6672"/>
                    <a:pt x="1" y="5938"/>
                    <a:pt x="167" y="5205"/>
                  </a:cubicBezTo>
                  <a:cubicBezTo>
                    <a:pt x="301" y="4671"/>
                    <a:pt x="368" y="4137"/>
                    <a:pt x="601" y="3670"/>
                  </a:cubicBezTo>
                  <a:cubicBezTo>
                    <a:pt x="1068" y="2836"/>
                    <a:pt x="1635" y="2036"/>
                    <a:pt x="2436" y="1435"/>
                  </a:cubicBezTo>
                  <a:cubicBezTo>
                    <a:pt x="3103" y="968"/>
                    <a:pt x="3803" y="735"/>
                    <a:pt x="4537" y="468"/>
                  </a:cubicBezTo>
                  <a:cubicBezTo>
                    <a:pt x="5471" y="134"/>
                    <a:pt x="6372" y="1"/>
                    <a:pt x="7339" y="34"/>
                  </a:cubicBezTo>
                  <a:cubicBezTo>
                    <a:pt x="7940" y="34"/>
                    <a:pt x="8573" y="168"/>
                    <a:pt x="9174" y="368"/>
                  </a:cubicBezTo>
                  <a:cubicBezTo>
                    <a:pt x="9507" y="434"/>
                    <a:pt x="9808" y="701"/>
                    <a:pt x="10108" y="935"/>
                  </a:cubicBezTo>
                  <a:cubicBezTo>
                    <a:pt x="11275" y="1835"/>
                    <a:pt x="12343" y="2803"/>
                    <a:pt x="12810" y="4271"/>
                  </a:cubicBezTo>
                  <a:cubicBezTo>
                    <a:pt x="13110" y="5138"/>
                    <a:pt x="13410" y="6005"/>
                    <a:pt x="13110" y="6972"/>
                  </a:cubicBezTo>
                  <a:cubicBezTo>
                    <a:pt x="12977" y="7506"/>
                    <a:pt x="12943" y="8040"/>
                    <a:pt x="12810" y="8574"/>
                  </a:cubicBezTo>
                  <a:cubicBezTo>
                    <a:pt x="12676" y="9141"/>
                    <a:pt x="12810" y="9574"/>
                    <a:pt x="13177" y="9941"/>
                  </a:cubicBezTo>
                  <a:cubicBezTo>
                    <a:pt x="13477" y="10241"/>
                    <a:pt x="13744" y="10508"/>
                    <a:pt x="13810" y="10942"/>
                  </a:cubicBezTo>
                  <a:cubicBezTo>
                    <a:pt x="13810" y="11109"/>
                    <a:pt x="14011" y="11276"/>
                    <a:pt x="14144" y="11409"/>
                  </a:cubicBezTo>
                  <a:cubicBezTo>
                    <a:pt x="15011" y="12276"/>
                    <a:pt x="15879" y="13144"/>
                    <a:pt x="16746" y="14011"/>
                  </a:cubicBezTo>
                  <a:cubicBezTo>
                    <a:pt x="16879" y="14144"/>
                    <a:pt x="17013" y="14244"/>
                    <a:pt x="17113" y="14411"/>
                  </a:cubicBezTo>
                  <a:cubicBezTo>
                    <a:pt x="17680" y="15178"/>
                    <a:pt x="17680" y="15779"/>
                    <a:pt x="17079" y="16246"/>
                  </a:cubicBezTo>
                  <a:cubicBezTo>
                    <a:pt x="16813" y="16413"/>
                    <a:pt x="16646" y="16679"/>
                    <a:pt x="16412" y="16880"/>
                  </a:cubicBezTo>
                  <a:cubicBezTo>
                    <a:pt x="15812" y="17447"/>
                    <a:pt x="15178" y="17480"/>
                    <a:pt x="14578" y="16913"/>
                  </a:cubicBezTo>
                  <a:cubicBezTo>
                    <a:pt x="14244" y="16613"/>
                    <a:pt x="13911" y="16279"/>
                    <a:pt x="13610" y="15946"/>
                  </a:cubicBezTo>
                  <a:cubicBezTo>
                    <a:pt x="13010" y="15278"/>
                    <a:pt x="12376" y="14645"/>
                    <a:pt x="11776" y="13977"/>
                  </a:cubicBezTo>
                  <a:cubicBezTo>
                    <a:pt x="11542" y="13744"/>
                    <a:pt x="11375" y="13544"/>
                    <a:pt x="11008" y="13611"/>
                  </a:cubicBezTo>
                  <a:cubicBezTo>
                    <a:pt x="10675" y="13677"/>
                    <a:pt x="10441" y="13477"/>
                    <a:pt x="10208" y="13244"/>
                  </a:cubicBezTo>
                  <a:cubicBezTo>
                    <a:pt x="10074" y="13043"/>
                    <a:pt x="9874" y="12877"/>
                    <a:pt x="9741" y="12743"/>
                  </a:cubicBezTo>
                  <a:close/>
                  <a:moveTo>
                    <a:pt x="10575" y="2736"/>
                  </a:moveTo>
                  <a:lnTo>
                    <a:pt x="10575" y="2736"/>
                  </a:lnTo>
                  <a:cubicBezTo>
                    <a:pt x="10408" y="2569"/>
                    <a:pt x="10241" y="2403"/>
                    <a:pt x="10074" y="2202"/>
                  </a:cubicBezTo>
                  <a:cubicBezTo>
                    <a:pt x="9207" y="1302"/>
                    <a:pt x="8140" y="935"/>
                    <a:pt x="6972" y="968"/>
                  </a:cubicBezTo>
                  <a:cubicBezTo>
                    <a:pt x="5605" y="1035"/>
                    <a:pt x="4337" y="1402"/>
                    <a:pt x="3136" y="2102"/>
                  </a:cubicBezTo>
                  <a:cubicBezTo>
                    <a:pt x="2369" y="2536"/>
                    <a:pt x="1902" y="3270"/>
                    <a:pt x="1368" y="3904"/>
                  </a:cubicBezTo>
                  <a:cubicBezTo>
                    <a:pt x="1302" y="4004"/>
                    <a:pt x="1268" y="4137"/>
                    <a:pt x="1235" y="4271"/>
                  </a:cubicBezTo>
                  <a:cubicBezTo>
                    <a:pt x="935" y="5471"/>
                    <a:pt x="1001" y="6672"/>
                    <a:pt x="1335" y="7873"/>
                  </a:cubicBezTo>
                  <a:cubicBezTo>
                    <a:pt x="1502" y="8540"/>
                    <a:pt x="1702" y="9174"/>
                    <a:pt x="2169" y="9708"/>
                  </a:cubicBezTo>
                  <a:cubicBezTo>
                    <a:pt x="2736" y="10308"/>
                    <a:pt x="3303" y="10909"/>
                    <a:pt x="3870" y="11509"/>
                  </a:cubicBezTo>
                  <a:cubicBezTo>
                    <a:pt x="4003" y="11642"/>
                    <a:pt x="4204" y="11709"/>
                    <a:pt x="4404" y="11776"/>
                  </a:cubicBezTo>
                  <a:cubicBezTo>
                    <a:pt x="4604" y="11876"/>
                    <a:pt x="4804" y="11909"/>
                    <a:pt x="5038" y="12009"/>
                  </a:cubicBezTo>
                  <a:cubicBezTo>
                    <a:pt x="5505" y="12210"/>
                    <a:pt x="6038" y="12310"/>
                    <a:pt x="6572" y="12276"/>
                  </a:cubicBezTo>
                  <a:cubicBezTo>
                    <a:pt x="7172" y="12243"/>
                    <a:pt x="7773" y="12176"/>
                    <a:pt x="8340" y="12109"/>
                  </a:cubicBezTo>
                  <a:cubicBezTo>
                    <a:pt x="8907" y="12043"/>
                    <a:pt x="9374" y="11809"/>
                    <a:pt x="9774" y="11376"/>
                  </a:cubicBezTo>
                  <a:cubicBezTo>
                    <a:pt x="10308" y="10809"/>
                    <a:pt x="10775" y="10275"/>
                    <a:pt x="11242" y="9674"/>
                  </a:cubicBezTo>
                  <a:cubicBezTo>
                    <a:pt x="11709" y="9107"/>
                    <a:pt x="12109" y="8507"/>
                    <a:pt x="12143" y="7773"/>
                  </a:cubicBezTo>
                  <a:cubicBezTo>
                    <a:pt x="12209" y="6872"/>
                    <a:pt x="12543" y="6038"/>
                    <a:pt x="12143" y="5104"/>
                  </a:cubicBezTo>
                  <a:cubicBezTo>
                    <a:pt x="11842" y="4371"/>
                    <a:pt x="11676" y="3603"/>
                    <a:pt x="10975" y="3103"/>
                  </a:cubicBezTo>
                  <a:cubicBezTo>
                    <a:pt x="10808" y="3003"/>
                    <a:pt x="10708" y="2870"/>
                    <a:pt x="10575" y="2736"/>
                  </a:cubicBezTo>
                  <a:close/>
                  <a:moveTo>
                    <a:pt x="12109" y="13144"/>
                  </a:moveTo>
                  <a:cubicBezTo>
                    <a:pt x="13110" y="14178"/>
                    <a:pt x="14077" y="15178"/>
                    <a:pt x="15078" y="16112"/>
                  </a:cubicBezTo>
                  <a:cubicBezTo>
                    <a:pt x="15178" y="16246"/>
                    <a:pt x="15412" y="16346"/>
                    <a:pt x="15545" y="16312"/>
                  </a:cubicBezTo>
                  <a:cubicBezTo>
                    <a:pt x="15979" y="16146"/>
                    <a:pt x="16246" y="15779"/>
                    <a:pt x="16479" y="15412"/>
                  </a:cubicBezTo>
                  <a:cubicBezTo>
                    <a:pt x="16512" y="15312"/>
                    <a:pt x="16479" y="15145"/>
                    <a:pt x="16412" y="15045"/>
                  </a:cubicBezTo>
                  <a:cubicBezTo>
                    <a:pt x="16346" y="14911"/>
                    <a:pt x="16246" y="14811"/>
                    <a:pt x="16145" y="14711"/>
                  </a:cubicBezTo>
                  <a:cubicBezTo>
                    <a:pt x="15312" y="13877"/>
                    <a:pt x="14511" y="13077"/>
                    <a:pt x="13677" y="12276"/>
                  </a:cubicBezTo>
                  <a:cubicBezTo>
                    <a:pt x="13577" y="12143"/>
                    <a:pt x="13410" y="12076"/>
                    <a:pt x="13277" y="11976"/>
                  </a:cubicBezTo>
                  <a:cubicBezTo>
                    <a:pt x="12876" y="12376"/>
                    <a:pt x="12476" y="12777"/>
                    <a:pt x="12109" y="13144"/>
                  </a:cubicBezTo>
                  <a:close/>
                  <a:moveTo>
                    <a:pt x="10375" y="12343"/>
                  </a:moveTo>
                  <a:cubicBezTo>
                    <a:pt x="10908" y="12910"/>
                    <a:pt x="11042" y="12910"/>
                    <a:pt x="11542" y="12443"/>
                  </a:cubicBezTo>
                  <a:cubicBezTo>
                    <a:pt x="11876" y="12109"/>
                    <a:pt x="12243" y="11743"/>
                    <a:pt x="12576" y="11376"/>
                  </a:cubicBezTo>
                  <a:cubicBezTo>
                    <a:pt x="12843" y="11042"/>
                    <a:pt x="12843" y="10909"/>
                    <a:pt x="12543" y="10608"/>
                  </a:cubicBezTo>
                  <a:cubicBezTo>
                    <a:pt x="12443" y="10508"/>
                    <a:pt x="12276" y="10442"/>
                    <a:pt x="12143" y="10342"/>
                  </a:cubicBezTo>
                  <a:cubicBezTo>
                    <a:pt x="11542" y="11042"/>
                    <a:pt x="10942" y="11676"/>
                    <a:pt x="10375" y="1234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684;p40">
              <a:extLst>
                <a:ext uri="{FF2B5EF4-FFF2-40B4-BE49-F238E27FC236}">
                  <a16:creationId xmlns:a16="http://schemas.microsoft.com/office/drawing/2014/main" id="{FCD33EB2-07FB-0110-1F4B-6A68E5D890F4}"/>
                </a:ext>
              </a:extLst>
            </p:cNvPr>
            <p:cNvSpPr/>
            <p:nvPr/>
          </p:nvSpPr>
          <p:spPr>
            <a:xfrm>
              <a:off x="-973250" y="3485725"/>
              <a:ext cx="205175" cy="208500"/>
            </a:xfrm>
            <a:custGeom>
              <a:avLst/>
              <a:gdLst/>
              <a:ahLst/>
              <a:cxnLst/>
              <a:rect l="l" t="t" r="r" b="b"/>
              <a:pathLst>
                <a:path w="8207" h="8340" extrusionOk="0">
                  <a:moveTo>
                    <a:pt x="7239" y="1401"/>
                  </a:moveTo>
                  <a:cubicBezTo>
                    <a:pt x="7473" y="1702"/>
                    <a:pt x="7706" y="2002"/>
                    <a:pt x="7906" y="2302"/>
                  </a:cubicBezTo>
                  <a:cubicBezTo>
                    <a:pt x="8173" y="2669"/>
                    <a:pt x="8207" y="3103"/>
                    <a:pt x="8207" y="3536"/>
                  </a:cubicBezTo>
                  <a:cubicBezTo>
                    <a:pt x="8140" y="4537"/>
                    <a:pt x="7873" y="5504"/>
                    <a:pt x="7439" y="6405"/>
                  </a:cubicBezTo>
                  <a:cubicBezTo>
                    <a:pt x="7039" y="7172"/>
                    <a:pt x="6339" y="7706"/>
                    <a:pt x="5471" y="7906"/>
                  </a:cubicBezTo>
                  <a:cubicBezTo>
                    <a:pt x="5038" y="8039"/>
                    <a:pt x="4604" y="8173"/>
                    <a:pt x="4170" y="8273"/>
                  </a:cubicBezTo>
                  <a:cubicBezTo>
                    <a:pt x="4004" y="8306"/>
                    <a:pt x="3837" y="8340"/>
                    <a:pt x="3670" y="8306"/>
                  </a:cubicBezTo>
                  <a:cubicBezTo>
                    <a:pt x="3270" y="8206"/>
                    <a:pt x="2869" y="8139"/>
                    <a:pt x="2503" y="8006"/>
                  </a:cubicBezTo>
                  <a:cubicBezTo>
                    <a:pt x="1802" y="7806"/>
                    <a:pt x="1368" y="7272"/>
                    <a:pt x="1001" y="6705"/>
                  </a:cubicBezTo>
                  <a:cubicBezTo>
                    <a:pt x="701" y="6205"/>
                    <a:pt x="534" y="5671"/>
                    <a:pt x="334" y="5104"/>
                  </a:cubicBezTo>
                  <a:cubicBezTo>
                    <a:pt x="1" y="4137"/>
                    <a:pt x="101" y="3203"/>
                    <a:pt x="534" y="2269"/>
                  </a:cubicBezTo>
                  <a:cubicBezTo>
                    <a:pt x="801" y="1668"/>
                    <a:pt x="1168" y="1201"/>
                    <a:pt x="1702" y="868"/>
                  </a:cubicBezTo>
                  <a:cubicBezTo>
                    <a:pt x="2569" y="367"/>
                    <a:pt x="3437" y="0"/>
                    <a:pt x="4504" y="234"/>
                  </a:cubicBezTo>
                  <a:cubicBezTo>
                    <a:pt x="4938" y="367"/>
                    <a:pt x="5438" y="267"/>
                    <a:pt x="5872" y="534"/>
                  </a:cubicBezTo>
                  <a:cubicBezTo>
                    <a:pt x="6072" y="667"/>
                    <a:pt x="6339" y="701"/>
                    <a:pt x="6539" y="834"/>
                  </a:cubicBezTo>
                  <a:cubicBezTo>
                    <a:pt x="6806" y="1001"/>
                    <a:pt x="7006" y="1235"/>
                    <a:pt x="7206" y="1435"/>
                  </a:cubicBezTo>
                  <a:cubicBezTo>
                    <a:pt x="7239" y="1435"/>
                    <a:pt x="7239" y="1435"/>
                    <a:pt x="7239" y="1401"/>
                  </a:cubicBezTo>
                  <a:close/>
                  <a:moveTo>
                    <a:pt x="6572" y="2102"/>
                  </a:moveTo>
                  <a:cubicBezTo>
                    <a:pt x="6339" y="1902"/>
                    <a:pt x="6105" y="1702"/>
                    <a:pt x="5838" y="1568"/>
                  </a:cubicBezTo>
                  <a:cubicBezTo>
                    <a:pt x="4871" y="1068"/>
                    <a:pt x="3870" y="901"/>
                    <a:pt x="2769" y="1268"/>
                  </a:cubicBezTo>
                  <a:cubicBezTo>
                    <a:pt x="1769" y="1568"/>
                    <a:pt x="1202" y="2169"/>
                    <a:pt x="1135" y="3203"/>
                  </a:cubicBezTo>
                  <a:cubicBezTo>
                    <a:pt x="1135" y="3269"/>
                    <a:pt x="1135" y="3369"/>
                    <a:pt x="1135" y="3436"/>
                  </a:cubicBezTo>
                  <a:cubicBezTo>
                    <a:pt x="968" y="4770"/>
                    <a:pt x="1435" y="5871"/>
                    <a:pt x="2402" y="6805"/>
                  </a:cubicBezTo>
                  <a:cubicBezTo>
                    <a:pt x="2836" y="7205"/>
                    <a:pt x="3437" y="7306"/>
                    <a:pt x="4004" y="7239"/>
                  </a:cubicBezTo>
                  <a:cubicBezTo>
                    <a:pt x="4437" y="7205"/>
                    <a:pt x="4838" y="7072"/>
                    <a:pt x="5238" y="6939"/>
                  </a:cubicBezTo>
                  <a:cubicBezTo>
                    <a:pt x="5905" y="6772"/>
                    <a:pt x="6405" y="6405"/>
                    <a:pt x="6639" y="5704"/>
                  </a:cubicBezTo>
                  <a:cubicBezTo>
                    <a:pt x="6839" y="5137"/>
                    <a:pt x="7039" y="4537"/>
                    <a:pt x="7139" y="3936"/>
                  </a:cubicBezTo>
                  <a:cubicBezTo>
                    <a:pt x="7306" y="3169"/>
                    <a:pt x="7106" y="2602"/>
                    <a:pt x="6572" y="210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 name="Google Shape;689;p40">
            <a:extLst>
              <a:ext uri="{FF2B5EF4-FFF2-40B4-BE49-F238E27FC236}">
                <a16:creationId xmlns:a16="http://schemas.microsoft.com/office/drawing/2014/main" id="{73917A38-D15D-6189-3B4B-0ABA32E18750}"/>
              </a:ext>
            </a:extLst>
          </p:cNvPr>
          <p:cNvGrpSpPr/>
          <p:nvPr/>
        </p:nvGrpSpPr>
        <p:grpSpPr>
          <a:xfrm>
            <a:off x="6838188" y="3597725"/>
            <a:ext cx="381162" cy="374792"/>
            <a:chOff x="-1372700" y="3848475"/>
            <a:chExt cx="351950" cy="346100"/>
          </a:xfrm>
        </p:grpSpPr>
        <p:sp>
          <p:nvSpPr>
            <p:cNvPr id="111" name="Google Shape;690;p40">
              <a:extLst>
                <a:ext uri="{FF2B5EF4-FFF2-40B4-BE49-F238E27FC236}">
                  <a16:creationId xmlns:a16="http://schemas.microsoft.com/office/drawing/2014/main" id="{5B70E6C6-BB76-4C48-2A4B-1EA933CEBDC2}"/>
                </a:ext>
              </a:extLst>
            </p:cNvPr>
            <p:cNvSpPr/>
            <p:nvPr/>
          </p:nvSpPr>
          <p:spPr>
            <a:xfrm>
              <a:off x="-1348500" y="3867650"/>
              <a:ext cx="307725" cy="302750"/>
            </a:xfrm>
            <a:custGeom>
              <a:avLst/>
              <a:gdLst/>
              <a:ahLst/>
              <a:cxnLst/>
              <a:rect l="l" t="t" r="r" b="b"/>
              <a:pathLst>
                <a:path w="12309" h="12110" extrusionOk="0">
                  <a:moveTo>
                    <a:pt x="12109" y="6739"/>
                  </a:moveTo>
                  <a:cubicBezTo>
                    <a:pt x="12309" y="7940"/>
                    <a:pt x="11775" y="8941"/>
                    <a:pt x="11108" y="9908"/>
                  </a:cubicBezTo>
                  <a:cubicBezTo>
                    <a:pt x="11041" y="10008"/>
                    <a:pt x="10975" y="10108"/>
                    <a:pt x="10874" y="10175"/>
                  </a:cubicBezTo>
                  <a:cubicBezTo>
                    <a:pt x="9974" y="10875"/>
                    <a:pt x="8973" y="11409"/>
                    <a:pt x="7906" y="11743"/>
                  </a:cubicBezTo>
                  <a:cubicBezTo>
                    <a:pt x="7872" y="11776"/>
                    <a:pt x="7839" y="11776"/>
                    <a:pt x="7839" y="11776"/>
                  </a:cubicBezTo>
                  <a:cubicBezTo>
                    <a:pt x="6671" y="11809"/>
                    <a:pt x="5537" y="12110"/>
                    <a:pt x="4370" y="11976"/>
                  </a:cubicBezTo>
                  <a:cubicBezTo>
                    <a:pt x="3936" y="11909"/>
                    <a:pt x="3536" y="11709"/>
                    <a:pt x="3169" y="11509"/>
                  </a:cubicBezTo>
                  <a:cubicBezTo>
                    <a:pt x="2135" y="11009"/>
                    <a:pt x="1234" y="10342"/>
                    <a:pt x="567" y="9374"/>
                  </a:cubicBezTo>
                  <a:cubicBezTo>
                    <a:pt x="234" y="8907"/>
                    <a:pt x="67" y="8407"/>
                    <a:pt x="67" y="7840"/>
                  </a:cubicBezTo>
                  <a:cubicBezTo>
                    <a:pt x="33" y="7306"/>
                    <a:pt x="0" y="6772"/>
                    <a:pt x="67" y="6239"/>
                  </a:cubicBezTo>
                  <a:cubicBezTo>
                    <a:pt x="167" y="5605"/>
                    <a:pt x="334" y="4971"/>
                    <a:pt x="500" y="4371"/>
                  </a:cubicBezTo>
                  <a:cubicBezTo>
                    <a:pt x="600" y="4037"/>
                    <a:pt x="734" y="3737"/>
                    <a:pt x="867" y="3403"/>
                  </a:cubicBezTo>
                  <a:cubicBezTo>
                    <a:pt x="1201" y="2536"/>
                    <a:pt x="1568" y="1702"/>
                    <a:pt x="2535" y="1335"/>
                  </a:cubicBezTo>
                  <a:cubicBezTo>
                    <a:pt x="2569" y="1335"/>
                    <a:pt x="2635" y="1268"/>
                    <a:pt x="2669" y="1202"/>
                  </a:cubicBezTo>
                  <a:cubicBezTo>
                    <a:pt x="3036" y="668"/>
                    <a:pt x="3603" y="535"/>
                    <a:pt x="4170" y="401"/>
                  </a:cubicBezTo>
                  <a:cubicBezTo>
                    <a:pt x="5204" y="101"/>
                    <a:pt x="6238" y="1"/>
                    <a:pt x="7305" y="68"/>
                  </a:cubicBezTo>
                  <a:cubicBezTo>
                    <a:pt x="8039" y="68"/>
                    <a:pt x="8706" y="268"/>
                    <a:pt x="9307" y="735"/>
                  </a:cubicBezTo>
                  <a:cubicBezTo>
                    <a:pt x="9407" y="768"/>
                    <a:pt x="9507" y="835"/>
                    <a:pt x="9540" y="902"/>
                  </a:cubicBezTo>
                  <a:cubicBezTo>
                    <a:pt x="9907" y="1469"/>
                    <a:pt x="10474" y="1869"/>
                    <a:pt x="10774" y="2503"/>
                  </a:cubicBezTo>
                  <a:cubicBezTo>
                    <a:pt x="10975" y="2936"/>
                    <a:pt x="11308" y="3370"/>
                    <a:pt x="11575" y="3770"/>
                  </a:cubicBezTo>
                  <a:cubicBezTo>
                    <a:pt x="11975" y="4471"/>
                    <a:pt x="12075" y="5238"/>
                    <a:pt x="12109" y="6005"/>
                  </a:cubicBezTo>
                  <a:cubicBezTo>
                    <a:pt x="12109" y="6239"/>
                    <a:pt x="12109" y="6506"/>
                    <a:pt x="12109" y="6739"/>
                  </a:cubicBezTo>
                  <a:close/>
                  <a:moveTo>
                    <a:pt x="801" y="6372"/>
                  </a:moveTo>
                  <a:cubicBezTo>
                    <a:pt x="767" y="6973"/>
                    <a:pt x="834" y="7540"/>
                    <a:pt x="967" y="8107"/>
                  </a:cubicBezTo>
                  <a:cubicBezTo>
                    <a:pt x="1168" y="8974"/>
                    <a:pt x="1635" y="9574"/>
                    <a:pt x="2335" y="10075"/>
                  </a:cubicBezTo>
                  <a:cubicBezTo>
                    <a:pt x="3336" y="10842"/>
                    <a:pt x="4537" y="11076"/>
                    <a:pt x="5704" y="11209"/>
                  </a:cubicBezTo>
                  <a:cubicBezTo>
                    <a:pt x="7272" y="11376"/>
                    <a:pt x="8673" y="10875"/>
                    <a:pt x="9974" y="10041"/>
                  </a:cubicBezTo>
                  <a:cubicBezTo>
                    <a:pt x="10207" y="9875"/>
                    <a:pt x="10374" y="9675"/>
                    <a:pt x="10508" y="9408"/>
                  </a:cubicBezTo>
                  <a:cubicBezTo>
                    <a:pt x="10641" y="9074"/>
                    <a:pt x="10774" y="8741"/>
                    <a:pt x="10908" y="8374"/>
                  </a:cubicBezTo>
                  <a:cubicBezTo>
                    <a:pt x="11041" y="7940"/>
                    <a:pt x="11141" y="7506"/>
                    <a:pt x="11141" y="7039"/>
                  </a:cubicBezTo>
                  <a:cubicBezTo>
                    <a:pt x="11108" y="6372"/>
                    <a:pt x="11075" y="5705"/>
                    <a:pt x="10975" y="5038"/>
                  </a:cubicBezTo>
                  <a:cubicBezTo>
                    <a:pt x="10808" y="4071"/>
                    <a:pt x="10541" y="3203"/>
                    <a:pt x="9974" y="2369"/>
                  </a:cubicBezTo>
                  <a:cubicBezTo>
                    <a:pt x="9140" y="1102"/>
                    <a:pt x="6972" y="334"/>
                    <a:pt x="5404" y="1002"/>
                  </a:cubicBezTo>
                  <a:cubicBezTo>
                    <a:pt x="4904" y="1202"/>
                    <a:pt x="4403" y="1335"/>
                    <a:pt x="3869" y="1435"/>
                  </a:cubicBezTo>
                  <a:cubicBezTo>
                    <a:pt x="2935" y="1602"/>
                    <a:pt x="2335" y="2169"/>
                    <a:pt x="1835" y="2903"/>
                  </a:cubicBezTo>
                  <a:cubicBezTo>
                    <a:pt x="1701" y="3103"/>
                    <a:pt x="1635" y="3303"/>
                    <a:pt x="1534" y="3503"/>
                  </a:cubicBezTo>
                  <a:cubicBezTo>
                    <a:pt x="1067" y="4404"/>
                    <a:pt x="701" y="5338"/>
                    <a:pt x="801" y="637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691;p40">
              <a:extLst>
                <a:ext uri="{FF2B5EF4-FFF2-40B4-BE49-F238E27FC236}">
                  <a16:creationId xmlns:a16="http://schemas.microsoft.com/office/drawing/2014/main" id="{A6BBE6CD-268D-6D38-434F-B6B149FBA185}"/>
                </a:ext>
              </a:extLst>
            </p:cNvPr>
            <p:cNvSpPr/>
            <p:nvPr/>
          </p:nvSpPr>
          <p:spPr>
            <a:xfrm>
              <a:off x="-1310975" y="3901850"/>
              <a:ext cx="222675" cy="231850"/>
            </a:xfrm>
            <a:custGeom>
              <a:avLst/>
              <a:gdLst/>
              <a:ahLst/>
              <a:cxnLst/>
              <a:rect l="l" t="t" r="r" b="b"/>
              <a:pathLst>
                <a:path w="8907" h="9274" extrusionOk="0">
                  <a:moveTo>
                    <a:pt x="67" y="4971"/>
                  </a:moveTo>
                  <a:cubicBezTo>
                    <a:pt x="0" y="4104"/>
                    <a:pt x="400" y="3370"/>
                    <a:pt x="734" y="2636"/>
                  </a:cubicBezTo>
                  <a:cubicBezTo>
                    <a:pt x="967" y="2102"/>
                    <a:pt x="1234" y="1568"/>
                    <a:pt x="1735" y="1235"/>
                  </a:cubicBezTo>
                  <a:cubicBezTo>
                    <a:pt x="1868" y="1168"/>
                    <a:pt x="1968" y="1068"/>
                    <a:pt x="2102" y="1001"/>
                  </a:cubicBezTo>
                  <a:cubicBezTo>
                    <a:pt x="2602" y="768"/>
                    <a:pt x="3136" y="568"/>
                    <a:pt x="3636" y="367"/>
                  </a:cubicBezTo>
                  <a:cubicBezTo>
                    <a:pt x="4537" y="1"/>
                    <a:pt x="5471" y="34"/>
                    <a:pt x="6405" y="334"/>
                  </a:cubicBezTo>
                  <a:cubicBezTo>
                    <a:pt x="7072" y="568"/>
                    <a:pt x="7505" y="1068"/>
                    <a:pt x="7939" y="1602"/>
                  </a:cubicBezTo>
                  <a:cubicBezTo>
                    <a:pt x="8373" y="2169"/>
                    <a:pt x="8506" y="2836"/>
                    <a:pt x="8640" y="3470"/>
                  </a:cubicBezTo>
                  <a:cubicBezTo>
                    <a:pt x="8773" y="4137"/>
                    <a:pt x="8773" y="4804"/>
                    <a:pt x="8840" y="5471"/>
                  </a:cubicBezTo>
                  <a:cubicBezTo>
                    <a:pt x="8906" y="5972"/>
                    <a:pt x="8740" y="6439"/>
                    <a:pt x="8573" y="6872"/>
                  </a:cubicBezTo>
                  <a:cubicBezTo>
                    <a:pt x="8473" y="7139"/>
                    <a:pt x="8373" y="7373"/>
                    <a:pt x="8273" y="7606"/>
                  </a:cubicBezTo>
                  <a:cubicBezTo>
                    <a:pt x="8173" y="7773"/>
                    <a:pt x="8039" y="7940"/>
                    <a:pt x="7906" y="8040"/>
                  </a:cubicBezTo>
                  <a:cubicBezTo>
                    <a:pt x="7505" y="8307"/>
                    <a:pt x="7072" y="8573"/>
                    <a:pt x="6638" y="8740"/>
                  </a:cubicBezTo>
                  <a:cubicBezTo>
                    <a:pt x="5804" y="9007"/>
                    <a:pt x="4937" y="9274"/>
                    <a:pt x="4036" y="8974"/>
                  </a:cubicBezTo>
                  <a:cubicBezTo>
                    <a:pt x="3769" y="8907"/>
                    <a:pt x="3503" y="8974"/>
                    <a:pt x="3236" y="8907"/>
                  </a:cubicBezTo>
                  <a:cubicBezTo>
                    <a:pt x="2469" y="8707"/>
                    <a:pt x="1735" y="8373"/>
                    <a:pt x="1101" y="7873"/>
                  </a:cubicBezTo>
                  <a:cubicBezTo>
                    <a:pt x="734" y="7539"/>
                    <a:pt x="400" y="7106"/>
                    <a:pt x="300" y="6605"/>
                  </a:cubicBezTo>
                  <a:cubicBezTo>
                    <a:pt x="200" y="6072"/>
                    <a:pt x="134" y="5505"/>
                    <a:pt x="67" y="4971"/>
                  </a:cubicBezTo>
                  <a:close/>
                  <a:moveTo>
                    <a:pt x="4437" y="4871"/>
                  </a:moveTo>
                  <a:cubicBezTo>
                    <a:pt x="4236" y="4571"/>
                    <a:pt x="4070" y="4370"/>
                    <a:pt x="3903" y="4170"/>
                  </a:cubicBezTo>
                  <a:cubicBezTo>
                    <a:pt x="3703" y="3803"/>
                    <a:pt x="3469" y="3470"/>
                    <a:pt x="3269" y="3103"/>
                  </a:cubicBezTo>
                  <a:cubicBezTo>
                    <a:pt x="3102" y="2769"/>
                    <a:pt x="2869" y="2669"/>
                    <a:pt x="2535" y="2669"/>
                  </a:cubicBezTo>
                  <a:cubicBezTo>
                    <a:pt x="2335" y="2669"/>
                    <a:pt x="2202" y="2836"/>
                    <a:pt x="2268" y="3003"/>
                  </a:cubicBezTo>
                  <a:cubicBezTo>
                    <a:pt x="2302" y="3103"/>
                    <a:pt x="2335" y="3170"/>
                    <a:pt x="2368" y="3270"/>
                  </a:cubicBezTo>
                  <a:cubicBezTo>
                    <a:pt x="2835" y="4003"/>
                    <a:pt x="3269" y="4737"/>
                    <a:pt x="3703" y="5471"/>
                  </a:cubicBezTo>
                  <a:cubicBezTo>
                    <a:pt x="3936" y="5905"/>
                    <a:pt x="4637" y="6072"/>
                    <a:pt x="4937" y="5705"/>
                  </a:cubicBezTo>
                  <a:cubicBezTo>
                    <a:pt x="5337" y="5238"/>
                    <a:pt x="5871" y="4904"/>
                    <a:pt x="6305" y="4437"/>
                  </a:cubicBezTo>
                  <a:cubicBezTo>
                    <a:pt x="6605" y="4137"/>
                    <a:pt x="6972" y="3837"/>
                    <a:pt x="7105" y="3336"/>
                  </a:cubicBezTo>
                  <a:cubicBezTo>
                    <a:pt x="6772" y="3103"/>
                    <a:pt x="6438" y="3069"/>
                    <a:pt x="6038" y="3069"/>
                  </a:cubicBezTo>
                  <a:cubicBezTo>
                    <a:pt x="6004" y="3470"/>
                    <a:pt x="5771" y="3670"/>
                    <a:pt x="5437" y="3903"/>
                  </a:cubicBezTo>
                  <a:cubicBezTo>
                    <a:pt x="5104" y="4137"/>
                    <a:pt x="4804" y="4470"/>
                    <a:pt x="4437" y="4871"/>
                  </a:cubicBezTo>
                  <a:close/>
                  <a:moveTo>
                    <a:pt x="4270" y="7339"/>
                  </a:moveTo>
                  <a:cubicBezTo>
                    <a:pt x="4003" y="7339"/>
                    <a:pt x="3769" y="7506"/>
                    <a:pt x="3803" y="7739"/>
                  </a:cubicBezTo>
                  <a:cubicBezTo>
                    <a:pt x="3803" y="7973"/>
                    <a:pt x="4203" y="8273"/>
                    <a:pt x="4503" y="8240"/>
                  </a:cubicBezTo>
                  <a:cubicBezTo>
                    <a:pt x="4737" y="8206"/>
                    <a:pt x="4770" y="8006"/>
                    <a:pt x="4770" y="7806"/>
                  </a:cubicBezTo>
                  <a:cubicBezTo>
                    <a:pt x="4770" y="7506"/>
                    <a:pt x="4603" y="7339"/>
                    <a:pt x="4270" y="7339"/>
                  </a:cubicBezTo>
                  <a:close/>
                  <a:moveTo>
                    <a:pt x="1635" y="5138"/>
                  </a:moveTo>
                  <a:cubicBezTo>
                    <a:pt x="1434" y="4871"/>
                    <a:pt x="1334" y="4704"/>
                    <a:pt x="1168" y="4537"/>
                  </a:cubicBezTo>
                  <a:cubicBezTo>
                    <a:pt x="1134" y="4504"/>
                    <a:pt x="934" y="4504"/>
                    <a:pt x="867" y="4571"/>
                  </a:cubicBezTo>
                  <a:cubicBezTo>
                    <a:pt x="667" y="4704"/>
                    <a:pt x="667" y="4937"/>
                    <a:pt x="734" y="5138"/>
                  </a:cubicBezTo>
                  <a:cubicBezTo>
                    <a:pt x="801" y="5371"/>
                    <a:pt x="1001" y="5404"/>
                    <a:pt x="1201" y="5371"/>
                  </a:cubicBezTo>
                  <a:cubicBezTo>
                    <a:pt x="1334" y="5338"/>
                    <a:pt x="1434" y="5238"/>
                    <a:pt x="1635" y="5138"/>
                  </a:cubicBezTo>
                  <a:close/>
                  <a:moveTo>
                    <a:pt x="8239" y="5238"/>
                  </a:moveTo>
                  <a:cubicBezTo>
                    <a:pt x="8239" y="5038"/>
                    <a:pt x="8039" y="4904"/>
                    <a:pt x="7739" y="4904"/>
                  </a:cubicBezTo>
                  <a:cubicBezTo>
                    <a:pt x="7472" y="4937"/>
                    <a:pt x="7305" y="5104"/>
                    <a:pt x="7339" y="5304"/>
                  </a:cubicBezTo>
                  <a:cubicBezTo>
                    <a:pt x="7405" y="5538"/>
                    <a:pt x="7606" y="5605"/>
                    <a:pt x="7806" y="5605"/>
                  </a:cubicBezTo>
                  <a:cubicBezTo>
                    <a:pt x="8073" y="5605"/>
                    <a:pt x="8239" y="5438"/>
                    <a:pt x="8239" y="5238"/>
                  </a:cubicBezTo>
                  <a:close/>
                  <a:moveTo>
                    <a:pt x="5104" y="1168"/>
                  </a:moveTo>
                  <a:cubicBezTo>
                    <a:pt x="5037" y="1101"/>
                    <a:pt x="4937" y="968"/>
                    <a:pt x="4837" y="935"/>
                  </a:cubicBezTo>
                  <a:cubicBezTo>
                    <a:pt x="4570" y="868"/>
                    <a:pt x="4270" y="1035"/>
                    <a:pt x="4203" y="1301"/>
                  </a:cubicBezTo>
                  <a:cubicBezTo>
                    <a:pt x="4203" y="1402"/>
                    <a:pt x="4236" y="1568"/>
                    <a:pt x="4337" y="1602"/>
                  </a:cubicBezTo>
                  <a:cubicBezTo>
                    <a:pt x="4570" y="1802"/>
                    <a:pt x="5104" y="1502"/>
                    <a:pt x="5104" y="116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692;p40">
              <a:extLst>
                <a:ext uri="{FF2B5EF4-FFF2-40B4-BE49-F238E27FC236}">
                  <a16:creationId xmlns:a16="http://schemas.microsoft.com/office/drawing/2014/main" id="{0F32756A-83E4-A883-6EF2-5419F8476DC2}"/>
                </a:ext>
              </a:extLst>
            </p:cNvPr>
            <p:cNvSpPr/>
            <p:nvPr/>
          </p:nvSpPr>
          <p:spPr>
            <a:xfrm>
              <a:off x="-1372700" y="3848475"/>
              <a:ext cx="351950" cy="346100"/>
            </a:xfrm>
            <a:custGeom>
              <a:avLst/>
              <a:gdLst/>
              <a:ahLst/>
              <a:cxnLst/>
              <a:rect l="l" t="t" r="r" b="b"/>
              <a:pathLst>
                <a:path w="14078" h="13844" extrusionOk="0">
                  <a:moveTo>
                    <a:pt x="7773" y="1"/>
                  </a:moveTo>
                  <a:cubicBezTo>
                    <a:pt x="8240" y="34"/>
                    <a:pt x="8740" y="34"/>
                    <a:pt x="9207" y="101"/>
                  </a:cubicBezTo>
                  <a:cubicBezTo>
                    <a:pt x="10175" y="268"/>
                    <a:pt x="10875" y="801"/>
                    <a:pt x="11542" y="1535"/>
                  </a:cubicBezTo>
                  <a:cubicBezTo>
                    <a:pt x="12309" y="2369"/>
                    <a:pt x="12877" y="3370"/>
                    <a:pt x="13444" y="4337"/>
                  </a:cubicBezTo>
                  <a:cubicBezTo>
                    <a:pt x="13877" y="5038"/>
                    <a:pt x="13944" y="5872"/>
                    <a:pt x="14011" y="6706"/>
                  </a:cubicBezTo>
                  <a:cubicBezTo>
                    <a:pt x="14044" y="7139"/>
                    <a:pt x="14011" y="7606"/>
                    <a:pt x="14044" y="8073"/>
                  </a:cubicBezTo>
                  <a:cubicBezTo>
                    <a:pt x="14077" y="8874"/>
                    <a:pt x="13877" y="9608"/>
                    <a:pt x="13477" y="10275"/>
                  </a:cubicBezTo>
                  <a:cubicBezTo>
                    <a:pt x="13277" y="10608"/>
                    <a:pt x="13077" y="10975"/>
                    <a:pt x="12877" y="11275"/>
                  </a:cubicBezTo>
                  <a:cubicBezTo>
                    <a:pt x="12776" y="11442"/>
                    <a:pt x="12643" y="11609"/>
                    <a:pt x="12476" y="11709"/>
                  </a:cubicBezTo>
                  <a:cubicBezTo>
                    <a:pt x="11442" y="12510"/>
                    <a:pt x="10308" y="13110"/>
                    <a:pt x="9040" y="13510"/>
                  </a:cubicBezTo>
                  <a:cubicBezTo>
                    <a:pt x="8974" y="13510"/>
                    <a:pt x="8940" y="13544"/>
                    <a:pt x="8907" y="13544"/>
                  </a:cubicBezTo>
                  <a:cubicBezTo>
                    <a:pt x="7639" y="13644"/>
                    <a:pt x="6405" y="13844"/>
                    <a:pt x="5138" y="13744"/>
                  </a:cubicBezTo>
                  <a:cubicBezTo>
                    <a:pt x="4504" y="13677"/>
                    <a:pt x="3970" y="13344"/>
                    <a:pt x="3403" y="13043"/>
                  </a:cubicBezTo>
                  <a:cubicBezTo>
                    <a:pt x="2269" y="12443"/>
                    <a:pt x="1335" y="11642"/>
                    <a:pt x="634" y="10575"/>
                  </a:cubicBezTo>
                  <a:cubicBezTo>
                    <a:pt x="268" y="10041"/>
                    <a:pt x="67" y="9508"/>
                    <a:pt x="34" y="8874"/>
                  </a:cubicBezTo>
                  <a:cubicBezTo>
                    <a:pt x="1" y="8207"/>
                    <a:pt x="1" y="7539"/>
                    <a:pt x="67" y="6872"/>
                  </a:cubicBezTo>
                  <a:cubicBezTo>
                    <a:pt x="134" y="6272"/>
                    <a:pt x="268" y="5671"/>
                    <a:pt x="468" y="5104"/>
                  </a:cubicBezTo>
                  <a:cubicBezTo>
                    <a:pt x="801" y="4137"/>
                    <a:pt x="1035" y="3170"/>
                    <a:pt x="1702" y="2369"/>
                  </a:cubicBezTo>
                  <a:cubicBezTo>
                    <a:pt x="1902" y="2136"/>
                    <a:pt x="2102" y="1935"/>
                    <a:pt x="2302" y="1735"/>
                  </a:cubicBezTo>
                  <a:cubicBezTo>
                    <a:pt x="2402" y="1635"/>
                    <a:pt x="2536" y="1568"/>
                    <a:pt x="2636" y="1435"/>
                  </a:cubicBezTo>
                  <a:cubicBezTo>
                    <a:pt x="3036" y="801"/>
                    <a:pt x="3670" y="634"/>
                    <a:pt x="4337" y="501"/>
                  </a:cubicBezTo>
                  <a:cubicBezTo>
                    <a:pt x="4804" y="434"/>
                    <a:pt x="5304" y="401"/>
                    <a:pt x="5771" y="234"/>
                  </a:cubicBezTo>
                  <a:cubicBezTo>
                    <a:pt x="6405" y="1"/>
                    <a:pt x="7072" y="67"/>
                    <a:pt x="7773" y="1"/>
                  </a:cubicBezTo>
                  <a:close/>
                  <a:moveTo>
                    <a:pt x="13077" y="7506"/>
                  </a:moveTo>
                  <a:cubicBezTo>
                    <a:pt x="13077" y="7273"/>
                    <a:pt x="13077" y="7006"/>
                    <a:pt x="13077" y="6772"/>
                  </a:cubicBezTo>
                  <a:cubicBezTo>
                    <a:pt x="13043" y="6005"/>
                    <a:pt x="12943" y="5238"/>
                    <a:pt x="12543" y="4537"/>
                  </a:cubicBezTo>
                  <a:cubicBezTo>
                    <a:pt x="12276" y="4104"/>
                    <a:pt x="11943" y="3703"/>
                    <a:pt x="11742" y="3270"/>
                  </a:cubicBezTo>
                  <a:cubicBezTo>
                    <a:pt x="11442" y="2636"/>
                    <a:pt x="10875" y="2236"/>
                    <a:pt x="10508" y="1669"/>
                  </a:cubicBezTo>
                  <a:cubicBezTo>
                    <a:pt x="10475" y="1602"/>
                    <a:pt x="10375" y="1535"/>
                    <a:pt x="10308" y="1502"/>
                  </a:cubicBezTo>
                  <a:cubicBezTo>
                    <a:pt x="9708" y="1035"/>
                    <a:pt x="9007" y="835"/>
                    <a:pt x="8273" y="801"/>
                  </a:cubicBezTo>
                  <a:cubicBezTo>
                    <a:pt x="7206" y="768"/>
                    <a:pt x="6172" y="868"/>
                    <a:pt x="5138" y="1168"/>
                  </a:cubicBezTo>
                  <a:cubicBezTo>
                    <a:pt x="4571" y="1302"/>
                    <a:pt x="4004" y="1435"/>
                    <a:pt x="3637" y="1969"/>
                  </a:cubicBezTo>
                  <a:cubicBezTo>
                    <a:pt x="3603" y="2035"/>
                    <a:pt x="3570" y="2069"/>
                    <a:pt x="3503" y="2102"/>
                  </a:cubicBezTo>
                  <a:cubicBezTo>
                    <a:pt x="2536" y="2469"/>
                    <a:pt x="2169" y="3303"/>
                    <a:pt x="1835" y="4170"/>
                  </a:cubicBezTo>
                  <a:cubicBezTo>
                    <a:pt x="1702" y="4471"/>
                    <a:pt x="1568" y="4804"/>
                    <a:pt x="1502" y="5138"/>
                  </a:cubicBezTo>
                  <a:cubicBezTo>
                    <a:pt x="1302" y="5738"/>
                    <a:pt x="1135" y="6372"/>
                    <a:pt x="1035" y="7006"/>
                  </a:cubicBezTo>
                  <a:cubicBezTo>
                    <a:pt x="968" y="7539"/>
                    <a:pt x="1001" y="8073"/>
                    <a:pt x="1035" y="8607"/>
                  </a:cubicBezTo>
                  <a:cubicBezTo>
                    <a:pt x="1068" y="9174"/>
                    <a:pt x="1202" y="9674"/>
                    <a:pt x="1535" y="10141"/>
                  </a:cubicBezTo>
                  <a:cubicBezTo>
                    <a:pt x="2202" y="11109"/>
                    <a:pt x="3103" y="11776"/>
                    <a:pt x="4137" y="12276"/>
                  </a:cubicBezTo>
                  <a:cubicBezTo>
                    <a:pt x="4504" y="12476"/>
                    <a:pt x="4938" y="12676"/>
                    <a:pt x="5338" y="12743"/>
                  </a:cubicBezTo>
                  <a:cubicBezTo>
                    <a:pt x="6505" y="12877"/>
                    <a:pt x="7639" y="12576"/>
                    <a:pt x="8807" y="12543"/>
                  </a:cubicBezTo>
                  <a:cubicBezTo>
                    <a:pt x="8807" y="12543"/>
                    <a:pt x="8840" y="12543"/>
                    <a:pt x="8874" y="12510"/>
                  </a:cubicBezTo>
                  <a:cubicBezTo>
                    <a:pt x="9941" y="12176"/>
                    <a:pt x="10942" y="11642"/>
                    <a:pt x="11876" y="10942"/>
                  </a:cubicBezTo>
                  <a:cubicBezTo>
                    <a:pt x="11943" y="10875"/>
                    <a:pt x="12043" y="10775"/>
                    <a:pt x="12109" y="10675"/>
                  </a:cubicBezTo>
                  <a:cubicBezTo>
                    <a:pt x="12743" y="9708"/>
                    <a:pt x="13277" y="8707"/>
                    <a:pt x="13077" y="75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693;p40">
              <a:extLst>
                <a:ext uri="{FF2B5EF4-FFF2-40B4-BE49-F238E27FC236}">
                  <a16:creationId xmlns:a16="http://schemas.microsoft.com/office/drawing/2014/main" id="{4C586DF4-F956-B40D-E66B-9CB329D1CDD8}"/>
                </a:ext>
              </a:extLst>
            </p:cNvPr>
            <p:cNvSpPr/>
            <p:nvPr/>
          </p:nvSpPr>
          <p:spPr>
            <a:xfrm>
              <a:off x="-1331000" y="3876000"/>
              <a:ext cx="261050" cy="276050"/>
            </a:xfrm>
            <a:custGeom>
              <a:avLst/>
              <a:gdLst/>
              <a:ahLst/>
              <a:cxnLst/>
              <a:rect l="l" t="t" r="r" b="b"/>
              <a:pathLst>
                <a:path w="10442" h="11042" extrusionOk="0">
                  <a:moveTo>
                    <a:pt x="101" y="6038"/>
                  </a:moveTo>
                  <a:cubicBezTo>
                    <a:pt x="1" y="5004"/>
                    <a:pt x="367" y="4070"/>
                    <a:pt x="834" y="3169"/>
                  </a:cubicBezTo>
                  <a:cubicBezTo>
                    <a:pt x="968" y="2969"/>
                    <a:pt x="1001" y="2769"/>
                    <a:pt x="1135" y="2569"/>
                  </a:cubicBezTo>
                  <a:cubicBezTo>
                    <a:pt x="1635" y="1835"/>
                    <a:pt x="2235" y="1268"/>
                    <a:pt x="3169" y="1101"/>
                  </a:cubicBezTo>
                  <a:cubicBezTo>
                    <a:pt x="3703" y="1001"/>
                    <a:pt x="4204" y="868"/>
                    <a:pt x="4704" y="668"/>
                  </a:cubicBezTo>
                  <a:cubicBezTo>
                    <a:pt x="6272" y="0"/>
                    <a:pt x="8440" y="768"/>
                    <a:pt x="9274" y="2035"/>
                  </a:cubicBezTo>
                  <a:cubicBezTo>
                    <a:pt x="9841" y="2836"/>
                    <a:pt x="10108" y="3737"/>
                    <a:pt x="10275" y="4704"/>
                  </a:cubicBezTo>
                  <a:cubicBezTo>
                    <a:pt x="10375" y="5371"/>
                    <a:pt x="10441" y="6038"/>
                    <a:pt x="10441" y="6705"/>
                  </a:cubicBezTo>
                  <a:cubicBezTo>
                    <a:pt x="10441" y="7172"/>
                    <a:pt x="10375" y="7606"/>
                    <a:pt x="10208" y="8040"/>
                  </a:cubicBezTo>
                  <a:cubicBezTo>
                    <a:pt x="10074" y="8407"/>
                    <a:pt x="9941" y="8707"/>
                    <a:pt x="9808" y="9074"/>
                  </a:cubicBezTo>
                  <a:cubicBezTo>
                    <a:pt x="9674" y="9307"/>
                    <a:pt x="9507" y="9541"/>
                    <a:pt x="9274" y="9707"/>
                  </a:cubicBezTo>
                  <a:cubicBezTo>
                    <a:pt x="7973" y="10541"/>
                    <a:pt x="6572" y="11042"/>
                    <a:pt x="5004" y="10875"/>
                  </a:cubicBezTo>
                  <a:cubicBezTo>
                    <a:pt x="3837" y="10708"/>
                    <a:pt x="2636" y="10508"/>
                    <a:pt x="1635" y="9741"/>
                  </a:cubicBezTo>
                  <a:cubicBezTo>
                    <a:pt x="935" y="9240"/>
                    <a:pt x="468" y="8640"/>
                    <a:pt x="267" y="7773"/>
                  </a:cubicBezTo>
                  <a:cubicBezTo>
                    <a:pt x="134" y="7206"/>
                    <a:pt x="67" y="6639"/>
                    <a:pt x="101" y="6038"/>
                  </a:cubicBezTo>
                  <a:close/>
                  <a:moveTo>
                    <a:pt x="868" y="6005"/>
                  </a:moveTo>
                  <a:cubicBezTo>
                    <a:pt x="935" y="6539"/>
                    <a:pt x="1001" y="7106"/>
                    <a:pt x="1101" y="7639"/>
                  </a:cubicBezTo>
                  <a:cubicBezTo>
                    <a:pt x="1201" y="8140"/>
                    <a:pt x="1535" y="8573"/>
                    <a:pt x="1902" y="8907"/>
                  </a:cubicBezTo>
                  <a:cubicBezTo>
                    <a:pt x="2536" y="9407"/>
                    <a:pt x="3270" y="9741"/>
                    <a:pt x="4037" y="9941"/>
                  </a:cubicBezTo>
                  <a:cubicBezTo>
                    <a:pt x="4304" y="10008"/>
                    <a:pt x="4570" y="9941"/>
                    <a:pt x="4837" y="10008"/>
                  </a:cubicBezTo>
                  <a:cubicBezTo>
                    <a:pt x="5738" y="10308"/>
                    <a:pt x="6605" y="10041"/>
                    <a:pt x="7439" y="9774"/>
                  </a:cubicBezTo>
                  <a:cubicBezTo>
                    <a:pt x="7873" y="9607"/>
                    <a:pt x="8306" y="9341"/>
                    <a:pt x="8707" y="9074"/>
                  </a:cubicBezTo>
                  <a:cubicBezTo>
                    <a:pt x="8840" y="9007"/>
                    <a:pt x="8974" y="8807"/>
                    <a:pt x="9074" y="8673"/>
                  </a:cubicBezTo>
                  <a:cubicBezTo>
                    <a:pt x="9174" y="8440"/>
                    <a:pt x="9274" y="8173"/>
                    <a:pt x="9374" y="7906"/>
                  </a:cubicBezTo>
                  <a:cubicBezTo>
                    <a:pt x="9541" y="7473"/>
                    <a:pt x="9707" y="7006"/>
                    <a:pt x="9641" y="6505"/>
                  </a:cubicBezTo>
                  <a:cubicBezTo>
                    <a:pt x="9574" y="5838"/>
                    <a:pt x="9574" y="5171"/>
                    <a:pt x="9441" y="4504"/>
                  </a:cubicBezTo>
                  <a:cubicBezTo>
                    <a:pt x="9307" y="3870"/>
                    <a:pt x="9174" y="3203"/>
                    <a:pt x="8740" y="2636"/>
                  </a:cubicBezTo>
                  <a:cubicBezTo>
                    <a:pt x="8306" y="2102"/>
                    <a:pt x="7873" y="1602"/>
                    <a:pt x="7206" y="1368"/>
                  </a:cubicBezTo>
                  <a:cubicBezTo>
                    <a:pt x="6272" y="1068"/>
                    <a:pt x="5338" y="1035"/>
                    <a:pt x="4437" y="1401"/>
                  </a:cubicBezTo>
                  <a:cubicBezTo>
                    <a:pt x="3937" y="1602"/>
                    <a:pt x="3403" y="1835"/>
                    <a:pt x="2903" y="2035"/>
                  </a:cubicBezTo>
                  <a:cubicBezTo>
                    <a:pt x="2769" y="2102"/>
                    <a:pt x="2669" y="2202"/>
                    <a:pt x="2536" y="2269"/>
                  </a:cubicBezTo>
                  <a:cubicBezTo>
                    <a:pt x="2035" y="2602"/>
                    <a:pt x="1768" y="3136"/>
                    <a:pt x="1535" y="3670"/>
                  </a:cubicBezTo>
                  <a:cubicBezTo>
                    <a:pt x="1201" y="4404"/>
                    <a:pt x="801" y="5138"/>
                    <a:pt x="868" y="6005"/>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694;p40">
              <a:extLst>
                <a:ext uri="{FF2B5EF4-FFF2-40B4-BE49-F238E27FC236}">
                  <a16:creationId xmlns:a16="http://schemas.microsoft.com/office/drawing/2014/main" id="{CAC7D214-C6DB-F802-31A4-3E0D0678EE2A}"/>
                </a:ext>
              </a:extLst>
            </p:cNvPr>
            <p:cNvSpPr/>
            <p:nvPr/>
          </p:nvSpPr>
          <p:spPr>
            <a:xfrm>
              <a:off x="-1255950" y="3968575"/>
              <a:ext cx="121775" cy="85075"/>
            </a:xfrm>
            <a:custGeom>
              <a:avLst/>
              <a:gdLst/>
              <a:ahLst/>
              <a:cxnLst/>
              <a:rect l="l" t="t" r="r" b="b"/>
              <a:pathLst>
                <a:path w="4871" h="3403" extrusionOk="0">
                  <a:moveTo>
                    <a:pt x="2236" y="2202"/>
                  </a:moveTo>
                  <a:cubicBezTo>
                    <a:pt x="2603" y="1801"/>
                    <a:pt x="2869" y="1468"/>
                    <a:pt x="3236" y="1234"/>
                  </a:cubicBezTo>
                  <a:cubicBezTo>
                    <a:pt x="3570" y="1034"/>
                    <a:pt x="3770" y="801"/>
                    <a:pt x="3837" y="400"/>
                  </a:cubicBezTo>
                  <a:cubicBezTo>
                    <a:pt x="4237" y="434"/>
                    <a:pt x="4571" y="434"/>
                    <a:pt x="4871" y="667"/>
                  </a:cubicBezTo>
                  <a:cubicBezTo>
                    <a:pt x="4771" y="1168"/>
                    <a:pt x="4404" y="1468"/>
                    <a:pt x="4104" y="1801"/>
                  </a:cubicBezTo>
                  <a:cubicBezTo>
                    <a:pt x="3670" y="2235"/>
                    <a:pt x="3136" y="2569"/>
                    <a:pt x="2703" y="3036"/>
                  </a:cubicBezTo>
                  <a:cubicBezTo>
                    <a:pt x="2436" y="3403"/>
                    <a:pt x="1735" y="3236"/>
                    <a:pt x="1502" y="2836"/>
                  </a:cubicBezTo>
                  <a:cubicBezTo>
                    <a:pt x="1068" y="2068"/>
                    <a:pt x="601" y="1334"/>
                    <a:pt x="167" y="601"/>
                  </a:cubicBezTo>
                  <a:cubicBezTo>
                    <a:pt x="134" y="501"/>
                    <a:pt x="67" y="434"/>
                    <a:pt x="67" y="334"/>
                  </a:cubicBezTo>
                  <a:cubicBezTo>
                    <a:pt x="1" y="167"/>
                    <a:pt x="134" y="0"/>
                    <a:pt x="301" y="0"/>
                  </a:cubicBezTo>
                  <a:cubicBezTo>
                    <a:pt x="634" y="0"/>
                    <a:pt x="901" y="100"/>
                    <a:pt x="1068" y="434"/>
                  </a:cubicBezTo>
                  <a:cubicBezTo>
                    <a:pt x="1268" y="801"/>
                    <a:pt x="1468" y="1134"/>
                    <a:pt x="1702" y="1501"/>
                  </a:cubicBezTo>
                  <a:cubicBezTo>
                    <a:pt x="1869" y="1701"/>
                    <a:pt x="2035" y="1902"/>
                    <a:pt x="2236" y="2202"/>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695;p40">
              <a:extLst>
                <a:ext uri="{FF2B5EF4-FFF2-40B4-BE49-F238E27FC236}">
                  <a16:creationId xmlns:a16="http://schemas.microsoft.com/office/drawing/2014/main" id="{2FB12C61-D87E-ED26-0AFD-F621149721CA}"/>
                </a:ext>
              </a:extLst>
            </p:cNvPr>
            <p:cNvSpPr/>
            <p:nvPr/>
          </p:nvSpPr>
          <p:spPr>
            <a:xfrm>
              <a:off x="-1216750" y="4085325"/>
              <a:ext cx="25875" cy="23375"/>
            </a:xfrm>
            <a:custGeom>
              <a:avLst/>
              <a:gdLst/>
              <a:ahLst/>
              <a:cxnLst/>
              <a:rect l="l" t="t" r="r" b="b"/>
              <a:pathLst>
                <a:path w="1035" h="935" extrusionOk="0">
                  <a:moveTo>
                    <a:pt x="501" y="0"/>
                  </a:moveTo>
                  <a:cubicBezTo>
                    <a:pt x="834" y="0"/>
                    <a:pt x="1001" y="167"/>
                    <a:pt x="1001" y="467"/>
                  </a:cubicBezTo>
                  <a:cubicBezTo>
                    <a:pt x="1035" y="667"/>
                    <a:pt x="968" y="867"/>
                    <a:pt x="734" y="901"/>
                  </a:cubicBezTo>
                  <a:cubicBezTo>
                    <a:pt x="434" y="934"/>
                    <a:pt x="34" y="634"/>
                    <a:pt x="34" y="400"/>
                  </a:cubicBezTo>
                  <a:cubicBezTo>
                    <a:pt x="0" y="167"/>
                    <a:pt x="234" y="0"/>
                    <a:pt x="50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696;p40">
              <a:extLst>
                <a:ext uri="{FF2B5EF4-FFF2-40B4-BE49-F238E27FC236}">
                  <a16:creationId xmlns:a16="http://schemas.microsoft.com/office/drawing/2014/main" id="{313BE00E-6BFA-D525-0D82-861A9070CEE8}"/>
                </a:ext>
              </a:extLst>
            </p:cNvPr>
            <p:cNvSpPr/>
            <p:nvPr/>
          </p:nvSpPr>
          <p:spPr>
            <a:xfrm>
              <a:off x="-1294300" y="4014425"/>
              <a:ext cx="24200" cy="22550"/>
            </a:xfrm>
            <a:custGeom>
              <a:avLst/>
              <a:gdLst/>
              <a:ahLst/>
              <a:cxnLst/>
              <a:rect l="l" t="t" r="r" b="b"/>
              <a:pathLst>
                <a:path w="968" h="902" extrusionOk="0">
                  <a:moveTo>
                    <a:pt x="968" y="635"/>
                  </a:moveTo>
                  <a:cubicBezTo>
                    <a:pt x="767" y="735"/>
                    <a:pt x="667" y="835"/>
                    <a:pt x="534" y="868"/>
                  </a:cubicBezTo>
                  <a:cubicBezTo>
                    <a:pt x="334" y="901"/>
                    <a:pt x="134" y="868"/>
                    <a:pt x="67" y="635"/>
                  </a:cubicBezTo>
                  <a:cubicBezTo>
                    <a:pt x="0" y="434"/>
                    <a:pt x="0" y="201"/>
                    <a:pt x="200" y="68"/>
                  </a:cubicBezTo>
                  <a:cubicBezTo>
                    <a:pt x="267" y="1"/>
                    <a:pt x="467" y="1"/>
                    <a:pt x="501" y="34"/>
                  </a:cubicBezTo>
                  <a:cubicBezTo>
                    <a:pt x="667" y="201"/>
                    <a:pt x="767" y="368"/>
                    <a:pt x="968" y="635"/>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697;p40">
              <a:extLst>
                <a:ext uri="{FF2B5EF4-FFF2-40B4-BE49-F238E27FC236}">
                  <a16:creationId xmlns:a16="http://schemas.microsoft.com/office/drawing/2014/main" id="{BF7DD816-C823-1C9E-93D9-1505F05A77B2}"/>
                </a:ext>
              </a:extLst>
            </p:cNvPr>
            <p:cNvSpPr/>
            <p:nvPr/>
          </p:nvSpPr>
          <p:spPr>
            <a:xfrm>
              <a:off x="-1128350" y="4024450"/>
              <a:ext cx="24200" cy="17525"/>
            </a:xfrm>
            <a:custGeom>
              <a:avLst/>
              <a:gdLst/>
              <a:ahLst/>
              <a:cxnLst/>
              <a:rect l="l" t="t" r="r" b="b"/>
              <a:pathLst>
                <a:path w="968" h="701" extrusionOk="0">
                  <a:moveTo>
                    <a:pt x="934" y="334"/>
                  </a:moveTo>
                  <a:cubicBezTo>
                    <a:pt x="968" y="500"/>
                    <a:pt x="768" y="701"/>
                    <a:pt x="501" y="701"/>
                  </a:cubicBezTo>
                  <a:cubicBezTo>
                    <a:pt x="301" y="701"/>
                    <a:pt x="100" y="634"/>
                    <a:pt x="34" y="400"/>
                  </a:cubicBezTo>
                  <a:cubicBezTo>
                    <a:pt x="0" y="200"/>
                    <a:pt x="167" y="33"/>
                    <a:pt x="434" y="0"/>
                  </a:cubicBezTo>
                  <a:cubicBezTo>
                    <a:pt x="734" y="0"/>
                    <a:pt x="934" y="134"/>
                    <a:pt x="934" y="334"/>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698;p40">
              <a:extLst>
                <a:ext uri="{FF2B5EF4-FFF2-40B4-BE49-F238E27FC236}">
                  <a16:creationId xmlns:a16="http://schemas.microsoft.com/office/drawing/2014/main" id="{62281791-B191-828C-B2DE-D446C4C777C7}"/>
                </a:ext>
              </a:extLst>
            </p:cNvPr>
            <p:cNvSpPr/>
            <p:nvPr/>
          </p:nvSpPr>
          <p:spPr>
            <a:xfrm>
              <a:off x="-1205900" y="3923525"/>
              <a:ext cx="22525" cy="23375"/>
            </a:xfrm>
            <a:custGeom>
              <a:avLst/>
              <a:gdLst/>
              <a:ahLst/>
              <a:cxnLst/>
              <a:rect l="l" t="t" r="r" b="b"/>
              <a:pathLst>
                <a:path w="901" h="935" extrusionOk="0">
                  <a:moveTo>
                    <a:pt x="901" y="301"/>
                  </a:moveTo>
                  <a:cubicBezTo>
                    <a:pt x="901" y="635"/>
                    <a:pt x="334" y="935"/>
                    <a:pt x="134" y="735"/>
                  </a:cubicBezTo>
                  <a:cubicBezTo>
                    <a:pt x="33" y="701"/>
                    <a:pt x="0" y="535"/>
                    <a:pt x="0" y="434"/>
                  </a:cubicBezTo>
                  <a:cubicBezTo>
                    <a:pt x="100" y="168"/>
                    <a:pt x="367" y="1"/>
                    <a:pt x="634" y="68"/>
                  </a:cubicBezTo>
                  <a:cubicBezTo>
                    <a:pt x="734" y="101"/>
                    <a:pt x="834" y="234"/>
                    <a:pt x="901" y="30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 name="Google Shape;699;p40">
            <a:extLst>
              <a:ext uri="{FF2B5EF4-FFF2-40B4-BE49-F238E27FC236}">
                <a16:creationId xmlns:a16="http://schemas.microsoft.com/office/drawing/2014/main" id="{9DD68313-9EEC-4FA2-43F3-5D8AE4A66B29}"/>
              </a:ext>
            </a:extLst>
          </p:cNvPr>
          <p:cNvGrpSpPr/>
          <p:nvPr/>
        </p:nvGrpSpPr>
        <p:grpSpPr>
          <a:xfrm flipH="1">
            <a:off x="7429000" y="3574629"/>
            <a:ext cx="4458200" cy="462025"/>
            <a:chOff x="2959200" y="1840375"/>
            <a:chExt cx="4458200" cy="462025"/>
          </a:xfrm>
        </p:grpSpPr>
        <p:sp>
          <p:nvSpPr>
            <p:cNvPr id="121" name="Google Shape;700;p40">
              <a:extLst>
                <a:ext uri="{FF2B5EF4-FFF2-40B4-BE49-F238E27FC236}">
                  <a16:creationId xmlns:a16="http://schemas.microsoft.com/office/drawing/2014/main" id="{3B9059B1-85E1-A0A7-E707-C751467E936B}"/>
                </a:ext>
              </a:extLst>
            </p:cNvPr>
            <p:cNvSpPr/>
            <p:nvPr/>
          </p:nvSpPr>
          <p:spPr>
            <a:xfrm>
              <a:off x="2995050" y="1866649"/>
              <a:ext cx="4388175" cy="409475"/>
            </a:xfrm>
            <a:custGeom>
              <a:avLst/>
              <a:gdLst/>
              <a:ahLst/>
              <a:cxnLst/>
              <a:rect l="l" t="t" r="r" b="b"/>
              <a:pathLst>
                <a:path w="175527" h="16379" extrusionOk="0">
                  <a:moveTo>
                    <a:pt x="175326" y="7472"/>
                  </a:moveTo>
                  <a:cubicBezTo>
                    <a:pt x="175226" y="7306"/>
                    <a:pt x="175093" y="7139"/>
                    <a:pt x="174959" y="7005"/>
                  </a:cubicBezTo>
                  <a:cubicBezTo>
                    <a:pt x="173758" y="5838"/>
                    <a:pt x="172357" y="5037"/>
                    <a:pt x="170956" y="4203"/>
                  </a:cubicBezTo>
                  <a:cubicBezTo>
                    <a:pt x="170122" y="3703"/>
                    <a:pt x="169222" y="3269"/>
                    <a:pt x="168321" y="2836"/>
                  </a:cubicBezTo>
                  <a:cubicBezTo>
                    <a:pt x="167587" y="2435"/>
                    <a:pt x="166820" y="2102"/>
                    <a:pt x="166053" y="1735"/>
                  </a:cubicBezTo>
                  <a:cubicBezTo>
                    <a:pt x="165352" y="1401"/>
                    <a:pt x="164585" y="1368"/>
                    <a:pt x="163851" y="1268"/>
                  </a:cubicBezTo>
                  <a:cubicBezTo>
                    <a:pt x="162650" y="1034"/>
                    <a:pt x="161450" y="634"/>
                    <a:pt x="160182" y="701"/>
                  </a:cubicBezTo>
                  <a:cubicBezTo>
                    <a:pt x="159948" y="701"/>
                    <a:pt x="159715" y="667"/>
                    <a:pt x="159515" y="601"/>
                  </a:cubicBezTo>
                  <a:cubicBezTo>
                    <a:pt x="158481" y="401"/>
                    <a:pt x="157447" y="200"/>
                    <a:pt x="156413" y="267"/>
                  </a:cubicBezTo>
                  <a:cubicBezTo>
                    <a:pt x="155946" y="267"/>
                    <a:pt x="155479" y="267"/>
                    <a:pt x="155012" y="267"/>
                  </a:cubicBezTo>
                  <a:cubicBezTo>
                    <a:pt x="154778" y="267"/>
                    <a:pt x="154578" y="200"/>
                    <a:pt x="154344" y="167"/>
                  </a:cubicBezTo>
                  <a:cubicBezTo>
                    <a:pt x="153978" y="134"/>
                    <a:pt x="153644" y="67"/>
                    <a:pt x="153310" y="67"/>
                  </a:cubicBezTo>
                  <a:cubicBezTo>
                    <a:pt x="150642" y="34"/>
                    <a:pt x="147973" y="34"/>
                    <a:pt x="145305" y="34"/>
                  </a:cubicBezTo>
                  <a:cubicBezTo>
                    <a:pt x="145071" y="34"/>
                    <a:pt x="144804" y="0"/>
                    <a:pt x="144604" y="67"/>
                  </a:cubicBezTo>
                  <a:cubicBezTo>
                    <a:pt x="144004" y="301"/>
                    <a:pt x="143403" y="267"/>
                    <a:pt x="142803" y="267"/>
                  </a:cubicBezTo>
                  <a:cubicBezTo>
                    <a:pt x="141802" y="267"/>
                    <a:pt x="140768" y="234"/>
                    <a:pt x="139767" y="267"/>
                  </a:cubicBezTo>
                  <a:cubicBezTo>
                    <a:pt x="139467" y="267"/>
                    <a:pt x="139200" y="301"/>
                    <a:pt x="138900" y="334"/>
                  </a:cubicBezTo>
                  <a:cubicBezTo>
                    <a:pt x="138600" y="367"/>
                    <a:pt x="138266" y="467"/>
                    <a:pt x="137966" y="434"/>
                  </a:cubicBezTo>
                  <a:cubicBezTo>
                    <a:pt x="136632" y="401"/>
                    <a:pt x="135298" y="334"/>
                    <a:pt x="133963" y="301"/>
                  </a:cubicBezTo>
                  <a:cubicBezTo>
                    <a:pt x="130661" y="234"/>
                    <a:pt x="127359" y="434"/>
                    <a:pt x="124056" y="67"/>
                  </a:cubicBezTo>
                  <a:cubicBezTo>
                    <a:pt x="119053" y="67"/>
                    <a:pt x="114082" y="67"/>
                    <a:pt x="109079" y="67"/>
                  </a:cubicBezTo>
                  <a:cubicBezTo>
                    <a:pt x="108812" y="67"/>
                    <a:pt x="108578" y="134"/>
                    <a:pt x="108312" y="200"/>
                  </a:cubicBezTo>
                  <a:cubicBezTo>
                    <a:pt x="108211" y="200"/>
                    <a:pt x="108078" y="234"/>
                    <a:pt x="107978" y="267"/>
                  </a:cubicBezTo>
                  <a:lnTo>
                    <a:pt x="107144" y="267"/>
                  </a:lnTo>
                  <a:cubicBezTo>
                    <a:pt x="106310" y="267"/>
                    <a:pt x="105476" y="301"/>
                    <a:pt x="104642" y="334"/>
                  </a:cubicBezTo>
                  <a:cubicBezTo>
                    <a:pt x="104442" y="334"/>
                    <a:pt x="104242" y="367"/>
                    <a:pt x="104008" y="367"/>
                  </a:cubicBezTo>
                  <a:cubicBezTo>
                    <a:pt x="103842" y="367"/>
                    <a:pt x="103642" y="367"/>
                    <a:pt x="103475" y="367"/>
                  </a:cubicBezTo>
                  <a:cubicBezTo>
                    <a:pt x="103308" y="367"/>
                    <a:pt x="103141" y="401"/>
                    <a:pt x="102941" y="434"/>
                  </a:cubicBezTo>
                  <a:cubicBezTo>
                    <a:pt x="102607" y="434"/>
                    <a:pt x="102274" y="434"/>
                    <a:pt x="101907" y="434"/>
                  </a:cubicBezTo>
                  <a:cubicBezTo>
                    <a:pt x="98071" y="401"/>
                    <a:pt x="94201" y="334"/>
                    <a:pt x="90365" y="301"/>
                  </a:cubicBezTo>
                  <a:cubicBezTo>
                    <a:pt x="80792" y="234"/>
                    <a:pt x="71218" y="434"/>
                    <a:pt x="61678" y="67"/>
                  </a:cubicBezTo>
                  <a:cubicBezTo>
                    <a:pt x="47268" y="67"/>
                    <a:pt x="32824" y="67"/>
                    <a:pt x="18381" y="67"/>
                  </a:cubicBezTo>
                  <a:cubicBezTo>
                    <a:pt x="17647" y="67"/>
                    <a:pt x="16913" y="134"/>
                    <a:pt x="16179" y="200"/>
                  </a:cubicBezTo>
                  <a:cubicBezTo>
                    <a:pt x="15045" y="267"/>
                    <a:pt x="13877" y="367"/>
                    <a:pt x="12743" y="401"/>
                  </a:cubicBezTo>
                  <a:cubicBezTo>
                    <a:pt x="9207" y="401"/>
                    <a:pt x="5705" y="367"/>
                    <a:pt x="2169" y="367"/>
                  </a:cubicBezTo>
                  <a:cubicBezTo>
                    <a:pt x="1602" y="367"/>
                    <a:pt x="1035" y="401"/>
                    <a:pt x="234" y="434"/>
                  </a:cubicBezTo>
                  <a:cubicBezTo>
                    <a:pt x="234" y="1835"/>
                    <a:pt x="234" y="3136"/>
                    <a:pt x="234" y="4437"/>
                  </a:cubicBezTo>
                  <a:cubicBezTo>
                    <a:pt x="234" y="4570"/>
                    <a:pt x="368" y="4670"/>
                    <a:pt x="401" y="4804"/>
                  </a:cubicBezTo>
                  <a:cubicBezTo>
                    <a:pt x="568" y="5438"/>
                    <a:pt x="801" y="6105"/>
                    <a:pt x="868" y="6738"/>
                  </a:cubicBezTo>
                  <a:cubicBezTo>
                    <a:pt x="968" y="7739"/>
                    <a:pt x="935" y="8773"/>
                    <a:pt x="935" y="9774"/>
                  </a:cubicBezTo>
                  <a:cubicBezTo>
                    <a:pt x="935" y="10308"/>
                    <a:pt x="902" y="10841"/>
                    <a:pt x="1469" y="11342"/>
                  </a:cubicBezTo>
                  <a:cubicBezTo>
                    <a:pt x="1702" y="11542"/>
                    <a:pt x="902" y="12109"/>
                    <a:pt x="768" y="12276"/>
                  </a:cubicBezTo>
                  <a:cubicBezTo>
                    <a:pt x="1" y="13410"/>
                    <a:pt x="701" y="14477"/>
                    <a:pt x="2970" y="15245"/>
                  </a:cubicBezTo>
                  <a:cubicBezTo>
                    <a:pt x="3370" y="15378"/>
                    <a:pt x="5305" y="15044"/>
                    <a:pt x="5838" y="15078"/>
                  </a:cubicBezTo>
                  <a:cubicBezTo>
                    <a:pt x="7773" y="15211"/>
                    <a:pt x="9775" y="15278"/>
                    <a:pt x="11743" y="15411"/>
                  </a:cubicBezTo>
                  <a:cubicBezTo>
                    <a:pt x="13310" y="15478"/>
                    <a:pt x="14845" y="15612"/>
                    <a:pt x="16413" y="15712"/>
                  </a:cubicBezTo>
                  <a:cubicBezTo>
                    <a:pt x="17580" y="15778"/>
                    <a:pt x="18714" y="15878"/>
                    <a:pt x="19882" y="15878"/>
                  </a:cubicBezTo>
                  <a:cubicBezTo>
                    <a:pt x="27921" y="15945"/>
                    <a:pt x="35960" y="15978"/>
                    <a:pt x="44032" y="16012"/>
                  </a:cubicBezTo>
                  <a:cubicBezTo>
                    <a:pt x="45967" y="16012"/>
                    <a:pt x="47868" y="16012"/>
                    <a:pt x="49803" y="16012"/>
                  </a:cubicBezTo>
                  <a:cubicBezTo>
                    <a:pt x="51071" y="16045"/>
                    <a:pt x="52272" y="16145"/>
                    <a:pt x="53539" y="16179"/>
                  </a:cubicBezTo>
                  <a:cubicBezTo>
                    <a:pt x="55440" y="16212"/>
                    <a:pt x="57542" y="16379"/>
                    <a:pt x="59243" y="16179"/>
                  </a:cubicBezTo>
                  <a:cubicBezTo>
                    <a:pt x="61211" y="15978"/>
                    <a:pt x="63046" y="15978"/>
                    <a:pt x="64881" y="16079"/>
                  </a:cubicBezTo>
                  <a:cubicBezTo>
                    <a:pt x="68316" y="16279"/>
                    <a:pt x="71752" y="16012"/>
                    <a:pt x="75155" y="16079"/>
                  </a:cubicBezTo>
                  <a:cubicBezTo>
                    <a:pt x="75421" y="16079"/>
                    <a:pt x="75655" y="16079"/>
                    <a:pt x="75922" y="16045"/>
                  </a:cubicBezTo>
                  <a:cubicBezTo>
                    <a:pt x="78991" y="15778"/>
                    <a:pt x="82093" y="15578"/>
                    <a:pt x="85295" y="15545"/>
                  </a:cubicBezTo>
                  <a:cubicBezTo>
                    <a:pt x="85962" y="15545"/>
                    <a:pt x="86596" y="15445"/>
                    <a:pt x="87263" y="15445"/>
                  </a:cubicBezTo>
                  <a:cubicBezTo>
                    <a:pt x="88331" y="15411"/>
                    <a:pt x="89431" y="15411"/>
                    <a:pt x="90499" y="15411"/>
                  </a:cubicBezTo>
                  <a:cubicBezTo>
                    <a:pt x="91733" y="15445"/>
                    <a:pt x="93001" y="15545"/>
                    <a:pt x="94235" y="15545"/>
                  </a:cubicBezTo>
                  <a:lnTo>
                    <a:pt x="107578" y="15545"/>
                  </a:lnTo>
                  <a:cubicBezTo>
                    <a:pt x="107845" y="15612"/>
                    <a:pt x="108111" y="15645"/>
                    <a:pt x="108378" y="15712"/>
                  </a:cubicBezTo>
                  <a:cubicBezTo>
                    <a:pt x="108779" y="15778"/>
                    <a:pt x="109179" y="15878"/>
                    <a:pt x="109579" y="15878"/>
                  </a:cubicBezTo>
                  <a:cubicBezTo>
                    <a:pt x="112381" y="15945"/>
                    <a:pt x="115150" y="15978"/>
                    <a:pt x="117918" y="16012"/>
                  </a:cubicBezTo>
                  <a:cubicBezTo>
                    <a:pt x="118586" y="16012"/>
                    <a:pt x="119253" y="15978"/>
                    <a:pt x="119920" y="16012"/>
                  </a:cubicBezTo>
                  <a:cubicBezTo>
                    <a:pt x="120354" y="16045"/>
                    <a:pt x="120787" y="16145"/>
                    <a:pt x="121221" y="16179"/>
                  </a:cubicBezTo>
                  <a:cubicBezTo>
                    <a:pt x="121888" y="16212"/>
                    <a:pt x="122588" y="16379"/>
                    <a:pt x="123189" y="16179"/>
                  </a:cubicBezTo>
                  <a:cubicBezTo>
                    <a:pt x="123889" y="15945"/>
                    <a:pt x="124490" y="15978"/>
                    <a:pt x="125157" y="16079"/>
                  </a:cubicBezTo>
                  <a:cubicBezTo>
                    <a:pt x="126324" y="16279"/>
                    <a:pt x="127525" y="16012"/>
                    <a:pt x="128693" y="16079"/>
                  </a:cubicBezTo>
                  <a:cubicBezTo>
                    <a:pt x="128793" y="16079"/>
                    <a:pt x="128860" y="16045"/>
                    <a:pt x="128960" y="16045"/>
                  </a:cubicBezTo>
                  <a:cubicBezTo>
                    <a:pt x="130027" y="15778"/>
                    <a:pt x="131095" y="15578"/>
                    <a:pt x="132195" y="15545"/>
                  </a:cubicBezTo>
                  <a:cubicBezTo>
                    <a:pt x="132429" y="15545"/>
                    <a:pt x="132662" y="15445"/>
                    <a:pt x="132896" y="15445"/>
                  </a:cubicBezTo>
                  <a:cubicBezTo>
                    <a:pt x="133263" y="15411"/>
                    <a:pt x="133630" y="15411"/>
                    <a:pt x="133997" y="15411"/>
                  </a:cubicBezTo>
                  <a:cubicBezTo>
                    <a:pt x="134430" y="15445"/>
                    <a:pt x="134864" y="15545"/>
                    <a:pt x="135298" y="15545"/>
                  </a:cubicBezTo>
                  <a:cubicBezTo>
                    <a:pt x="142970" y="15545"/>
                    <a:pt x="150675" y="15545"/>
                    <a:pt x="158347" y="15545"/>
                  </a:cubicBezTo>
                  <a:cubicBezTo>
                    <a:pt x="160215" y="15545"/>
                    <a:pt x="162050" y="15411"/>
                    <a:pt x="163918" y="15645"/>
                  </a:cubicBezTo>
                  <a:cubicBezTo>
                    <a:pt x="163951" y="15678"/>
                    <a:pt x="164018" y="15678"/>
                    <a:pt x="164085" y="15645"/>
                  </a:cubicBezTo>
                  <a:cubicBezTo>
                    <a:pt x="165552" y="15178"/>
                    <a:pt x="167054" y="14711"/>
                    <a:pt x="168288" y="13643"/>
                  </a:cubicBezTo>
                  <a:cubicBezTo>
                    <a:pt x="168688" y="13310"/>
                    <a:pt x="169122" y="13043"/>
                    <a:pt x="169555" y="12743"/>
                  </a:cubicBezTo>
                  <a:cubicBezTo>
                    <a:pt x="170222" y="12276"/>
                    <a:pt x="170890" y="11875"/>
                    <a:pt x="171523" y="11408"/>
                  </a:cubicBezTo>
                  <a:cubicBezTo>
                    <a:pt x="171924" y="11108"/>
                    <a:pt x="172257" y="10741"/>
                    <a:pt x="172691" y="10508"/>
                  </a:cubicBezTo>
                  <a:cubicBezTo>
                    <a:pt x="173658" y="9941"/>
                    <a:pt x="174392" y="9107"/>
                    <a:pt x="175193" y="8340"/>
                  </a:cubicBezTo>
                  <a:cubicBezTo>
                    <a:pt x="175493" y="8073"/>
                    <a:pt x="175526" y="7806"/>
                    <a:pt x="175326" y="7472"/>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 name="Google Shape;701;p40">
              <a:extLst>
                <a:ext uri="{FF2B5EF4-FFF2-40B4-BE49-F238E27FC236}">
                  <a16:creationId xmlns:a16="http://schemas.microsoft.com/office/drawing/2014/main" id="{4193E971-1B28-260A-892B-BC0F8845BD09}"/>
                </a:ext>
              </a:extLst>
            </p:cNvPr>
            <p:cNvSpPr/>
            <p:nvPr/>
          </p:nvSpPr>
          <p:spPr>
            <a:xfrm>
              <a:off x="2959200" y="1840375"/>
              <a:ext cx="4458200" cy="462025"/>
            </a:xfrm>
            <a:custGeom>
              <a:avLst/>
              <a:gdLst/>
              <a:ahLst/>
              <a:cxnLst/>
              <a:rect l="l" t="t" r="r" b="b"/>
              <a:pathLst>
                <a:path w="178328" h="18481" extrusionOk="0">
                  <a:moveTo>
                    <a:pt x="178228" y="8740"/>
                  </a:moveTo>
                  <a:cubicBezTo>
                    <a:pt x="177928" y="8240"/>
                    <a:pt x="177627" y="7706"/>
                    <a:pt x="177227" y="7306"/>
                  </a:cubicBezTo>
                  <a:cubicBezTo>
                    <a:pt x="175793" y="6005"/>
                    <a:pt x="174158" y="5004"/>
                    <a:pt x="172457" y="4137"/>
                  </a:cubicBezTo>
                  <a:cubicBezTo>
                    <a:pt x="171623" y="3703"/>
                    <a:pt x="170789" y="3270"/>
                    <a:pt x="169989" y="2836"/>
                  </a:cubicBezTo>
                  <a:cubicBezTo>
                    <a:pt x="168854" y="2269"/>
                    <a:pt x="167754" y="1668"/>
                    <a:pt x="166620" y="1168"/>
                  </a:cubicBezTo>
                  <a:cubicBezTo>
                    <a:pt x="165585" y="734"/>
                    <a:pt x="164551" y="334"/>
                    <a:pt x="163384" y="434"/>
                  </a:cubicBezTo>
                  <a:cubicBezTo>
                    <a:pt x="162383" y="534"/>
                    <a:pt x="161316" y="568"/>
                    <a:pt x="160348" y="434"/>
                  </a:cubicBezTo>
                  <a:cubicBezTo>
                    <a:pt x="159114" y="201"/>
                    <a:pt x="157913" y="301"/>
                    <a:pt x="156712" y="234"/>
                  </a:cubicBezTo>
                  <a:cubicBezTo>
                    <a:pt x="156512" y="234"/>
                    <a:pt x="156312" y="234"/>
                    <a:pt x="156112" y="201"/>
                  </a:cubicBezTo>
                  <a:cubicBezTo>
                    <a:pt x="155612" y="134"/>
                    <a:pt x="155145" y="34"/>
                    <a:pt x="154644" y="34"/>
                  </a:cubicBezTo>
                  <a:cubicBezTo>
                    <a:pt x="151976" y="34"/>
                    <a:pt x="149307" y="34"/>
                    <a:pt x="146639" y="34"/>
                  </a:cubicBezTo>
                  <a:cubicBezTo>
                    <a:pt x="146372" y="34"/>
                    <a:pt x="146105" y="1"/>
                    <a:pt x="145871" y="67"/>
                  </a:cubicBezTo>
                  <a:cubicBezTo>
                    <a:pt x="145171" y="301"/>
                    <a:pt x="144437" y="234"/>
                    <a:pt x="143703" y="234"/>
                  </a:cubicBezTo>
                  <a:cubicBezTo>
                    <a:pt x="142903" y="267"/>
                    <a:pt x="142069" y="234"/>
                    <a:pt x="141268" y="267"/>
                  </a:cubicBezTo>
                  <a:cubicBezTo>
                    <a:pt x="140801" y="267"/>
                    <a:pt x="140367" y="401"/>
                    <a:pt x="139900" y="434"/>
                  </a:cubicBezTo>
                  <a:cubicBezTo>
                    <a:pt x="139167" y="468"/>
                    <a:pt x="138399" y="468"/>
                    <a:pt x="137666" y="434"/>
                  </a:cubicBezTo>
                  <a:cubicBezTo>
                    <a:pt x="137065" y="401"/>
                    <a:pt x="136465" y="234"/>
                    <a:pt x="135831" y="234"/>
                  </a:cubicBezTo>
                  <a:cubicBezTo>
                    <a:pt x="134397" y="201"/>
                    <a:pt x="132929" y="234"/>
                    <a:pt x="131494" y="234"/>
                  </a:cubicBezTo>
                  <a:cubicBezTo>
                    <a:pt x="129626" y="234"/>
                    <a:pt x="127792" y="301"/>
                    <a:pt x="125924" y="34"/>
                  </a:cubicBezTo>
                  <a:cubicBezTo>
                    <a:pt x="125657" y="1"/>
                    <a:pt x="125357" y="1"/>
                    <a:pt x="125057" y="1"/>
                  </a:cubicBezTo>
                  <a:cubicBezTo>
                    <a:pt x="119920" y="34"/>
                    <a:pt x="114749" y="34"/>
                    <a:pt x="109579" y="34"/>
                  </a:cubicBezTo>
                  <a:cubicBezTo>
                    <a:pt x="108078" y="34"/>
                    <a:pt x="106543" y="101"/>
                    <a:pt x="105042" y="67"/>
                  </a:cubicBezTo>
                  <a:cubicBezTo>
                    <a:pt x="104575" y="34"/>
                    <a:pt x="104142" y="201"/>
                    <a:pt x="103808" y="434"/>
                  </a:cubicBezTo>
                  <a:cubicBezTo>
                    <a:pt x="102107" y="468"/>
                    <a:pt x="100406" y="468"/>
                    <a:pt x="98704" y="434"/>
                  </a:cubicBezTo>
                  <a:cubicBezTo>
                    <a:pt x="96970" y="401"/>
                    <a:pt x="95269" y="267"/>
                    <a:pt x="93534" y="234"/>
                  </a:cubicBezTo>
                  <a:cubicBezTo>
                    <a:pt x="89398" y="234"/>
                    <a:pt x="85261" y="234"/>
                    <a:pt x="81125" y="234"/>
                  </a:cubicBezTo>
                  <a:cubicBezTo>
                    <a:pt x="75855" y="234"/>
                    <a:pt x="70551" y="301"/>
                    <a:pt x="65280" y="34"/>
                  </a:cubicBezTo>
                  <a:cubicBezTo>
                    <a:pt x="64447" y="1"/>
                    <a:pt x="63613" y="1"/>
                    <a:pt x="62779" y="1"/>
                  </a:cubicBezTo>
                  <a:cubicBezTo>
                    <a:pt x="48068" y="34"/>
                    <a:pt x="33324" y="34"/>
                    <a:pt x="18614" y="34"/>
                  </a:cubicBezTo>
                  <a:cubicBezTo>
                    <a:pt x="14311" y="34"/>
                    <a:pt x="9974" y="101"/>
                    <a:pt x="5705" y="67"/>
                  </a:cubicBezTo>
                  <a:cubicBezTo>
                    <a:pt x="2602" y="34"/>
                    <a:pt x="1" y="801"/>
                    <a:pt x="334" y="1935"/>
                  </a:cubicBezTo>
                  <a:cubicBezTo>
                    <a:pt x="568" y="2803"/>
                    <a:pt x="367" y="3670"/>
                    <a:pt x="367" y="4537"/>
                  </a:cubicBezTo>
                  <a:cubicBezTo>
                    <a:pt x="367" y="5004"/>
                    <a:pt x="234" y="5504"/>
                    <a:pt x="534" y="5938"/>
                  </a:cubicBezTo>
                  <a:cubicBezTo>
                    <a:pt x="1035" y="6739"/>
                    <a:pt x="968" y="7539"/>
                    <a:pt x="968" y="8340"/>
                  </a:cubicBezTo>
                  <a:cubicBezTo>
                    <a:pt x="968" y="9341"/>
                    <a:pt x="935" y="10375"/>
                    <a:pt x="901" y="11375"/>
                  </a:cubicBezTo>
                  <a:cubicBezTo>
                    <a:pt x="901" y="11609"/>
                    <a:pt x="801" y="11876"/>
                    <a:pt x="1001" y="12076"/>
                  </a:cubicBezTo>
                  <a:cubicBezTo>
                    <a:pt x="1902" y="13210"/>
                    <a:pt x="834" y="14378"/>
                    <a:pt x="1268" y="15512"/>
                  </a:cubicBezTo>
                  <a:cubicBezTo>
                    <a:pt x="1535" y="16179"/>
                    <a:pt x="2502" y="17046"/>
                    <a:pt x="4003" y="17380"/>
                  </a:cubicBezTo>
                  <a:cubicBezTo>
                    <a:pt x="6372" y="17947"/>
                    <a:pt x="9607" y="17680"/>
                    <a:pt x="12276" y="17747"/>
                  </a:cubicBezTo>
                  <a:cubicBezTo>
                    <a:pt x="15011" y="17813"/>
                    <a:pt x="17747" y="17780"/>
                    <a:pt x="20482" y="17813"/>
                  </a:cubicBezTo>
                  <a:cubicBezTo>
                    <a:pt x="22450" y="17847"/>
                    <a:pt x="24418" y="17947"/>
                    <a:pt x="26386" y="17980"/>
                  </a:cubicBezTo>
                  <a:cubicBezTo>
                    <a:pt x="30255" y="18047"/>
                    <a:pt x="34158" y="17813"/>
                    <a:pt x="37994" y="18214"/>
                  </a:cubicBezTo>
                  <a:cubicBezTo>
                    <a:pt x="38595" y="18280"/>
                    <a:pt x="39295" y="18247"/>
                    <a:pt x="39962" y="18247"/>
                  </a:cubicBezTo>
                  <a:cubicBezTo>
                    <a:pt x="44032" y="18247"/>
                    <a:pt x="48068" y="18247"/>
                    <a:pt x="52138" y="18247"/>
                  </a:cubicBezTo>
                  <a:cubicBezTo>
                    <a:pt x="52938" y="18247"/>
                    <a:pt x="53772" y="18280"/>
                    <a:pt x="54606" y="18314"/>
                  </a:cubicBezTo>
                  <a:cubicBezTo>
                    <a:pt x="55640" y="18380"/>
                    <a:pt x="56708" y="18447"/>
                    <a:pt x="57775" y="18447"/>
                  </a:cubicBezTo>
                  <a:cubicBezTo>
                    <a:pt x="60744" y="18480"/>
                    <a:pt x="63713" y="18480"/>
                    <a:pt x="66715" y="18447"/>
                  </a:cubicBezTo>
                  <a:cubicBezTo>
                    <a:pt x="69684" y="18447"/>
                    <a:pt x="72686" y="18447"/>
                    <a:pt x="75621" y="18280"/>
                  </a:cubicBezTo>
                  <a:cubicBezTo>
                    <a:pt x="79791" y="18013"/>
                    <a:pt x="83927" y="17880"/>
                    <a:pt x="88163" y="17880"/>
                  </a:cubicBezTo>
                  <a:cubicBezTo>
                    <a:pt x="95869" y="17913"/>
                    <a:pt x="103574" y="17913"/>
                    <a:pt x="111280" y="17913"/>
                  </a:cubicBezTo>
                  <a:cubicBezTo>
                    <a:pt x="111614" y="17947"/>
                    <a:pt x="111947" y="17980"/>
                    <a:pt x="112314" y="17980"/>
                  </a:cubicBezTo>
                  <a:cubicBezTo>
                    <a:pt x="113648" y="18047"/>
                    <a:pt x="115049" y="17847"/>
                    <a:pt x="116384" y="18214"/>
                  </a:cubicBezTo>
                  <a:cubicBezTo>
                    <a:pt x="116584" y="18280"/>
                    <a:pt x="116851" y="18247"/>
                    <a:pt x="117051" y="18247"/>
                  </a:cubicBezTo>
                  <a:cubicBezTo>
                    <a:pt x="118485" y="18247"/>
                    <a:pt x="119920" y="18247"/>
                    <a:pt x="121321" y="18247"/>
                  </a:cubicBezTo>
                  <a:cubicBezTo>
                    <a:pt x="121621" y="18247"/>
                    <a:pt x="121888" y="18280"/>
                    <a:pt x="122188" y="18314"/>
                  </a:cubicBezTo>
                  <a:cubicBezTo>
                    <a:pt x="122555" y="18380"/>
                    <a:pt x="122922" y="18447"/>
                    <a:pt x="123289" y="18480"/>
                  </a:cubicBezTo>
                  <a:cubicBezTo>
                    <a:pt x="124356" y="18480"/>
                    <a:pt x="125390" y="18480"/>
                    <a:pt x="126424" y="18480"/>
                  </a:cubicBezTo>
                  <a:cubicBezTo>
                    <a:pt x="127492" y="18447"/>
                    <a:pt x="128526" y="18480"/>
                    <a:pt x="129560" y="18280"/>
                  </a:cubicBezTo>
                  <a:cubicBezTo>
                    <a:pt x="131027" y="18013"/>
                    <a:pt x="132462" y="17880"/>
                    <a:pt x="133963" y="17913"/>
                  </a:cubicBezTo>
                  <a:cubicBezTo>
                    <a:pt x="138700" y="17913"/>
                    <a:pt x="143470" y="17913"/>
                    <a:pt x="148240" y="17913"/>
                  </a:cubicBezTo>
                  <a:lnTo>
                    <a:pt x="148240" y="17913"/>
                  </a:lnTo>
                  <a:cubicBezTo>
                    <a:pt x="153343" y="17913"/>
                    <a:pt x="158480" y="17913"/>
                    <a:pt x="163617" y="17913"/>
                  </a:cubicBezTo>
                  <a:cubicBezTo>
                    <a:pt x="164651" y="17947"/>
                    <a:pt x="165652" y="17913"/>
                    <a:pt x="166620" y="17546"/>
                  </a:cubicBezTo>
                  <a:cubicBezTo>
                    <a:pt x="167854" y="17079"/>
                    <a:pt x="169121" y="16679"/>
                    <a:pt x="170222" y="15845"/>
                  </a:cubicBezTo>
                  <a:cubicBezTo>
                    <a:pt x="170789" y="15412"/>
                    <a:pt x="171423" y="15045"/>
                    <a:pt x="172023" y="14644"/>
                  </a:cubicBezTo>
                  <a:cubicBezTo>
                    <a:pt x="172290" y="14444"/>
                    <a:pt x="172557" y="14277"/>
                    <a:pt x="172824" y="14111"/>
                  </a:cubicBezTo>
                  <a:cubicBezTo>
                    <a:pt x="173491" y="13610"/>
                    <a:pt x="174092" y="13043"/>
                    <a:pt x="174792" y="12676"/>
                  </a:cubicBezTo>
                  <a:cubicBezTo>
                    <a:pt x="175459" y="12309"/>
                    <a:pt x="175960" y="11809"/>
                    <a:pt x="176493" y="11309"/>
                  </a:cubicBezTo>
                  <a:cubicBezTo>
                    <a:pt x="176760" y="11042"/>
                    <a:pt x="177094" y="10808"/>
                    <a:pt x="177361" y="10541"/>
                  </a:cubicBezTo>
                  <a:cubicBezTo>
                    <a:pt x="177661" y="10174"/>
                    <a:pt x="177994" y="9774"/>
                    <a:pt x="178228" y="9341"/>
                  </a:cubicBezTo>
                  <a:cubicBezTo>
                    <a:pt x="178328" y="9207"/>
                    <a:pt x="178328" y="8907"/>
                    <a:pt x="178228" y="8740"/>
                  </a:cubicBezTo>
                  <a:close/>
                  <a:moveTo>
                    <a:pt x="176627" y="9441"/>
                  </a:moveTo>
                  <a:cubicBezTo>
                    <a:pt x="175826" y="10208"/>
                    <a:pt x="175126" y="11042"/>
                    <a:pt x="174125" y="11609"/>
                  </a:cubicBezTo>
                  <a:cubicBezTo>
                    <a:pt x="173691" y="11842"/>
                    <a:pt x="173358" y="12209"/>
                    <a:pt x="172957" y="12509"/>
                  </a:cubicBezTo>
                  <a:cubicBezTo>
                    <a:pt x="172324" y="12976"/>
                    <a:pt x="171656" y="13377"/>
                    <a:pt x="170989" y="13844"/>
                  </a:cubicBezTo>
                  <a:cubicBezTo>
                    <a:pt x="170556" y="14144"/>
                    <a:pt x="170122" y="14411"/>
                    <a:pt x="169722" y="14744"/>
                  </a:cubicBezTo>
                  <a:cubicBezTo>
                    <a:pt x="168488" y="15812"/>
                    <a:pt x="166986" y="16279"/>
                    <a:pt x="165519" y="16746"/>
                  </a:cubicBezTo>
                  <a:cubicBezTo>
                    <a:pt x="165452" y="16779"/>
                    <a:pt x="165385" y="16779"/>
                    <a:pt x="165352" y="16746"/>
                  </a:cubicBezTo>
                  <a:cubicBezTo>
                    <a:pt x="163484" y="16512"/>
                    <a:pt x="161649" y="16679"/>
                    <a:pt x="159781" y="16646"/>
                  </a:cubicBezTo>
                  <a:cubicBezTo>
                    <a:pt x="152109" y="16646"/>
                    <a:pt x="144404" y="16646"/>
                    <a:pt x="136732" y="16646"/>
                  </a:cubicBezTo>
                  <a:cubicBezTo>
                    <a:pt x="136298" y="16646"/>
                    <a:pt x="135864" y="16546"/>
                    <a:pt x="135431" y="16512"/>
                  </a:cubicBezTo>
                  <a:cubicBezTo>
                    <a:pt x="135064" y="16512"/>
                    <a:pt x="134697" y="16512"/>
                    <a:pt x="134330" y="16546"/>
                  </a:cubicBezTo>
                  <a:cubicBezTo>
                    <a:pt x="134096" y="16546"/>
                    <a:pt x="133863" y="16646"/>
                    <a:pt x="133629" y="16646"/>
                  </a:cubicBezTo>
                  <a:cubicBezTo>
                    <a:pt x="132529" y="16679"/>
                    <a:pt x="131461" y="16879"/>
                    <a:pt x="130394" y="17146"/>
                  </a:cubicBezTo>
                  <a:cubicBezTo>
                    <a:pt x="130327" y="17146"/>
                    <a:pt x="130227" y="17180"/>
                    <a:pt x="130127" y="17180"/>
                  </a:cubicBezTo>
                  <a:cubicBezTo>
                    <a:pt x="129393" y="17146"/>
                    <a:pt x="128659" y="17213"/>
                    <a:pt x="127892" y="17246"/>
                  </a:cubicBezTo>
                  <a:cubicBezTo>
                    <a:pt x="127191" y="17046"/>
                    <a:pt x="126524" y="16846"/>
                    <a:pt x="125824" y="16646"/>
                  </a:cubicBezTo>
                  <a:lnTo>
                    <a:pt x="109012" y="16646"/>
                  </a:lnTo>
                  <a:cubicBezTo>
                    <a:pt x="108745" y="16579"/>
                    <a:pt x="108478" y="16546"/>
                    <a:pt x="108211" y="16479"/>
                  </a:cubicBezTo>
                  <a:cubicBezTo>
                    <a:pt x="108178" y="16479"/>
                    <a:pt x="108111" y="16479"/>
                    <a:pt x="108078" y="16479"/>
                  </a:cubicBezTo>
                  <a:lnTo>
                    <a:pt x="104909" y="16479"/>
                  </a:lnTo>
                  <a:cubicBezTo>
                    <a:pt x="104642" y="16512"/>
                    <a:pt x="104375" y="16512"/>
                    <a:pt x="104108" y="16546"/>
                  </a:cubicBezTo>
                  <a:lnTo>
                    <a:pt x="104108" y="16546"/>
                  </a:lnTo>
                  <a:cubicBezTo>
                    <a:pt x="104142" y="16579"/>
                    <a:pt x="104175" y="16612"/>
                    <a:pt x="104175" y="16646"/>
                  </a:cubicBezTo>
                  <a:lnTo>
                    <a:pt x="96069" y="16646"/>
                  </a:lnTo>
                  <a:cubicBezTo>
                    <a:pt x="94868" y="16646"/>
                    <a:pt x="93634" y="16546"/>
                    <a:pt x="92400" y="16512"/>
                  </a:cubicBezTo>
                  <a:cubicBezTo>
                    <a:pt x="91332" y="16512"/>
                    <a:pt x="90265" y="16512"/>
                    <a:pt x="89198" y="16546"/>
                  </a:cubicBezTo>
                  <a:cubicBezTo>
                    <a:pt x="88564" y="16546"/>
                    <a:pt x="87930" y="16646"/>
                    <a:pt x="87263" y="16646"/>
                  </a:cubicBezTo>
                  <a:cubicBezTo>
                    <a:pt x="84127" y="16679"/>
                    <a:pt x="81058" y="16879"/>
                    <a:pt x="78023" y="17146"/>
                  </a:cubicBezTo>
                  <a:cubicBezTo>
                    <a:pt x="77789" y="17180"/>
                    <a:pt x="77523" y="17180"/>
                    <a:pt x="77289" y="17180"/>
                  </a:cubicBezTo>
                  <a:cubicBezTo>
                    <a:pt x="73920" y="17113"/>
                    <a:pt x="70551" y="17380"/>
                    <a:pt x="67148" y="17180"/>
                  </a:cubicBezTo>
                  <a:cubicBezTo>
                    <a:pt x="65314" y="17079"/>
                    <a:pt x="63513" y="17079"/>
                    <a:pt x="61578" y="17280"/>
                  </a:cubicBezTo>
                  <a:cubicBezTo>
                    <a:pt x="59910" y="17480"/>
                    <a:pt x="57842" y="17313"/>
                    <a:pt x="55940" y="17280"/>
                  </a:cubicBezTo>
                  <a:cubicBezTo>
                    <a:pt x="54706" y="17246"/>
                    <a:pt x="53505" y="17146"/>
                    <a:pt x="52271" y="17113"/>
                  </a:cubicBezTo>
                  <a:cubicBezTo>
                    <a:pt x="50370" y="17113"/>
                    <a:pt x="48468" y="17113"/>
                    <a:pt x="46567" y="17113"/>
                  </a:cubicBezTo>
                  <a:cubicBezTo>
                    <a:pt x="38628" y="17079"/>
                    <a:pt x="30689" y="17046"/>
                    <a:pt x="22750" y="16979"/>
                  </a:cubicBezTo>
                  <a:cubicBezTo>
                    <a:pt x="21616" y="16979"/>
                    <a:pt x="20482" y="16879"/>
                    <a:pt x="19348" y="16813"/>
                  </a:cubicBezTo>
                  <a:cubicBezTo>
                    <a:pt x="17813" y="16713"/>
                    <a:pt x="16279" y="16579"/>
                    <a:pt x="14744" y="16512"/>
                  </a:cubicBezTo>
                  <a:cubicBezTo>
                    <a:pt x="12776" y="16379"/>
                    <a:pt x="9140" y="16312"/>
                    <a:pt x="7206" y="16179"/>
                  </a:cubicBezTo>
                  <a:cubicBezTo>
                    <a:pt x="6705" y="16112"/>
                    <a:pt x="4704" y="16279"/>
                    <a:pt x="4304" y="16145"/>
                  </a:cubicBezTo>
                  <a:cubicBezTo>
                    <a:pt x="2069" y="15378"/>
                    <a:pt x="1869" y="14244"/>
                    <a:pt x="2636" y="13077"/>
                  </a:cubicBezTo>
                  <a:cubicBezTo>
                    <a:pt x="2736" y="12910"/>
                    <a:pt x="3270" y="12409"/>
                    <a:pt x="3069" y="12243"/>
                  </a:cubicBezTo>
                  <a:cubicBezTo>
                    <a:pt x="2502" y="11709"/>
                    <a:pt x="2402" y="11409"/>
                    <a:pt x="2402" y="10875"/>
                  </a:cubicBezTo>
                  <a:cubicBezTo>
                    <a:pt x="2369" y="9874"/>
                    <a:pt x="2402" y="8840"/>
                    <a:pt x="2302" y="7839"/>
                  </a:cubicBezTo>
                  <a:cubicBezTo>
                    <a:pt x="2269" y="7206"/>
                    <a:pt x="2002" y="6539"/>
                    <a:pt x="1835" y="5905"/>
                  </a:cubicBezTo>
                  <a:cubicBezTo>
                    <a:pt x="1802" y="5771"/>
                    <a:pt x="1702" y="5671"/>
                    <a:pt x="1702" y="5538"/>
                  </a:cubicBezTo>
                  <a:cubicBezTo>
                    <a:pt x="1668" y="4237"/>
                    <a:pt x="1668" y="2936"/>
                    <a:pt x="1668" y="1535"/>
                  </a:cubicBezTo>
                  <a:cubicBezTo>
                    <a:pt x="2469" y="1502"/>
                    <a:pt x="4737" y="1435"/>
                    <a:pt x="5304" y="1468"/>
                  </a:cubicBezTo>
                  <a:cubicBezTo>
                    <a:pt x="8773" y="1468"/>
                    <a:pt x="12243" y="1502"/>
                    <a:pt x="15712" y="1468"/>
                  </a:cubicBezTo>
                  <a:cubicBezTo>
                    <a:pt x="16846" y="1468"/>
                    <a:pt x="17980" y="1335"/>
                    <a:pt x="19114" y="1268"/>
                  </a:cubicBezTo>
                  <a:cubicBezTo>
                    <a:pt x="19815" y="1235"/>
                    <a:pt x="20549" y="1168"/>
                    <a:pt x="21282" y="1168"/>
                  </a:cubicBezTo>
                  <a:cubicBezTo>
                    <a:pt x="35526" y="1168"/>
                    <a:pt x="49736" y="1168"/>
                    <a:pt x="63980" y="1168"/>
                  </a:cubicBezTo>
                  <a:cubicBezTo>
                    <a:pt x="73386" y="1535"/>
                    <a:pt x="82826" y="1301"/>
                    <a:pt x="92266" y="1402"/>
                  </a:cubicBezTo>
                  <a:cubicBezTo>
                    <a:pt x="95902" y="1402"/>
                    <a:pt x="99538" y="1502"/>
                    <a:pt x="103174" y="1535"/>
                  </a:cubicBezTo>
                  <a:cubicBezTo>
                    <a:pt x="103174" y="1535"/>
                    <a:pt x="103174" y="1568"/>
                    <a:pt x="103174" y="1568"/>
                  </a:cubicBezTo>
                  <a:cubicBezTo>
                    <a:pt x="103508" y="1568"/>
                    <a:pt x="103875" y="1568"/>
                    <a:pt x="104242" y="1602"/>
                  </a:cubicBezTo>
                  <a:lnTo>
                    <a:pt x="104242" y="1535"/>
                  </a:lnTo>
                  <a:cubicBezTo>
                    <a:pt x="104242" y="1535"/>
                    <a:pt x="104275" y="1535"/>
                    <a:pt x="104275" y="1535"/>
                  </a:cubicBezTo>
                  <a:cubicBezTo>
                    <a:pt x="104742" y="1502"/>
                    <a:pt x="105209" y="1502"/>
                    <a:pt x="105676" y="1468"/>
                  </a:cubicBezTo>
                  <a:cubicBezTo>
                    <a:pt x="106643" y="1468"/>
                    <a:pt x="107611" y="1502"/>
                    <a:pt x="108545" y="1468"/>
                  </a:cubicBezTo>
                  <a:cubicBezTo>
                    <a:pt x="108845" y="1468"/>
                    <a:pt x="109112" y="1402"/>
                    <a:pt x="109412" y="1335"/>
                  </a:cubicBezTo>
                  <a:cubicBezTo>
                    <a:pt x="112081" y="1335"/>
                    <a:pt x="114783" y="1368"/>
                    <a:pt x="117484" y="1335"/>
                  </a:cubicBezTo>
                  <a:lnTo>
                    <a:pt x="118285" y="1335"/>
                  </a:lnTo>
                  <a:cubicBezTo>
                    <a:pt x="118352" y="1301"/>
                    <a:pt x="118485" y="1235"/>
                    <a:pt x="118552" y="1168"/>
                  </a:cubicBezTo>
                  <a:cubicBezTo>
                    <a:pt x="120854" y="1168"/>
                    <a:pt x="123189" y="1168"/>
                    <a:pt x="125490" y="1168"/>
                  </a:cubicBezTo>
                  <a:cubicBezTo>
                    <a:pt x="128759" y="1535"/>
                    <a:pt x="132095" y="1301"/>
                    <a:pt x="135397" y="1368"/>
                  </a:cubicBezTo>
                  <a:cubicBezTo>
                    <a:pt x="136732" y="1402"/>
                    <a:pt x="138066" y="1502"/>
                    <a:pt x="139367" y="1535"/>
                  </a:cubicBezTo>
                  <a:cubicBezTo>
                    <a:pt x="139700" y="1535"/>
                    <a:pt x="140001" y="1468"/>
                    <a:pt x="140334" y="1435"/>
                  </a:cubicBezTo>
                  <a:cubicBezTo>
                    <a:pt x="140601" y="1402"/>
                    <a:pt x="140901" y="1335"/>
                    <a:pt x="141201" y="1335"/>
                  </a:cubicBezTo>
                  <a:cubicBezTo>
                    <a:pt x="142202" y="1335"/>
                    <a:pt x="143203" y="1335"/>
                    <a:pt x="144237" y="1335"/>
                  </a:cubicBezTo>
                  <a:cubicBezTo>
                    <a:pt x="144837" y="1335"/>
                    <a:pt x="145438" y="1402"/>
                    <a:pt x="146038" y="1168"/>
                  </a:cubicBezTo>
                  <a:cubicBezTo>
                    <a:pt x="146238" y="1101"/>
                    <a:pt x="146505" y="1135"/>
                    <a:pt x="146739" y="1135"/>
                  </a:cubicBezTo>
                  <a:cubicBezTo>
                    <a:pt x="149407" y="1135"/>
                    <a:pt x="152076" y="1135"/>
                    <a:pt x="154744" y="1135"/>
                  </a:cubicBezTo>
                  <a:cubicBezTo>
                    <a:pt x="155078" y="1135"/>
                    <a:pt x="155412" y="1235"/>
                    <a:pt x="155745" y="1268"/>
                  </a:cubicBezTo>
                  <a:cubicBezTo>
                    <a:pt x="155979" y="1301"/>
                    <a:pt x="156212" y="1335"/>
                    <a:pt x="156446" y="1335"/>
                  </a:cubicBezTo>
                  <a:cubicBezTo>
                    <a:pt x="156913" y="1368"/>
                    <a:pt x="157380" y="1368"/>
                    <a:pt x="157847" y="1335"/>
                  </a:cubicBezTo>
                  <a:cubicBezTo>
                    <a:pt x="158881" y="1301"/>
                    <a:pt x="159915" y="1502"/>
                    <a:pt x="160915" y="1702"/>
                  </a:cubicBezTo>
                  <a:cubicBezTo>
                    <a:pt x="161149" y="1768"/>
                    <a:pt x="161382" y="1802"/>
                    <a:pt x="161616" y="1802"/>
                  </a:cubicBezTo>
                  <a:cubicBezTo>
                    <a:pt x="162884" y="1735"/>
                    <a:pt x="164051" y="2135"/>
                    <a:pt x="165285" y="2336"/>
                  </a:cubicBezTo>
                  <a:cubicBezTo>
                    <a:pt x="166019" y="2469"/>
                    <a:pt x="166786" y="2502"/>
                    <a:pt x="167453" y="2836"/>
                  </a:cubicBezTo>
                  <a:cubicBezTo>
                    <a:pt x="168221" y="3169"/>
                    <a:pt x="168988" y="3536"/>
                    <a:pt x="169755" y="3903"/>
                  </a:cubicBezTo>
                  <a:cubicBezTo>
                    <a:pt x="170656" y="4370"/>
                    <a:pt x="171523" y="4771"/>
                    <a:pt x="172390" y="5304"/>
                  </a:cubicBezTo>
                  <a:cubicBezTo>
                    <a:pt x="173791" y="6138"/>
                    <a:pt x="175192" y="6939"/>
                    <a:pt x="176360" y="8073"/>
                  </a:cubicBezTo>
                  <a:cubicBezTo>
                    <a:pt x="176527" y="8240"/>
                    <a:pt x="176660" y="8373"/>
                    <a:pt x="176760" y="8573"/>
                  </a:cubicBezTo>
                  <a:cubicBezTo>
                    <a:pt x="176960" y="8907"/>
                    <a:pt x="176927" y="9174"/>
                    <a:pt x="176627" y="944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23" name="Google Shape;702;p40">
            <a:extLst>
              <a:ext uri="{FF2B5EF4-FFF2-40B4-BE49-F238E27FC236}">
                <a16:creationId xmlns:a16="http://schemas.microsoft.com/office/drawing/2014/main" id="{C7B72BD4-EFAE-F387-475E-2272C71E0984}"/>
              </a:ext>
            </a:extLst>
          </p:cNvPr>
          <p:cNvGrpSpPr/>
          <p:nvPr/>
        </p:nvGrpSpPr>
        <p:grpSpPr>
          <a:xfrm>
            <a:off x="4064589" y="3366301"/>
            <a:ext cx="2348375" cy="3421625"/>
            <a:chOff x="460750" y="1778675"/>
            <a:chExt cx="2348375" cy="3421625"/>
          </a:xfrm>
        </p:grpSpPr>
        <p:sp>
          <p:nvSpPr>
            <p:cNvPr id="124" name="Google Shape;703;p40">
              <a:extLst>
                <a:ext uri="{FF2B5EF4-FFF2-40B4-BE49-F238E27FC236}">
                  <a16:creationId xmlns:a16="http://schemas.microsoft.com/office/drawing/2014/main" id="{18682F20-DBE9-06D9-4210-6751C1A8EFFB}"/>
                </a:ext>
              </a:extLst>
            </p:cNvPr>
            <p:cNvSpPr/>
            <p:nvPr/>
          </p:nvSpPr>
          <p:spPr>
            <a:xfrm>
              <a:off x="511625" y="2848600"/>
              <a:ext cx="2241625" cy="709700"/>
            </a:xfrm>
            <a:custGeom>
              <a:avLst/>
              <a:gdLst/>
              <a:ahLst/>
              <a:cxnLst/>
              <a:rect l="l" t="t" r="r" b="b"/>
              <a:pathLst>
                <a:path w="89665" h="28388" extrusionOk="0">
                  <a:moveTo>
                    <a:pt x="134" y="0"/>
                  </a:moveTo>
                  <a:cubicBezTo>
                    <a:pt x="200" y="1235"/>
                    <a:pt x="0" y="2335"/>
                    <a:pt x="401" y="3369"/>
                  </a:cubicBezTo>
                  <a:cubicBezTo>
                    <a:pt x="701" y="4170"/>
                    <a:pt x="1068" y="4937"/>
                    <a:pt x="1234" y="5771"/>
                  </a:cubicBezTo>
                  <a:cubicBezTo>
                    <a:pt x="1468" y="6739"/>
                    <a:pt x="1935" y="7572"/>
                    <a:pt x="2369" y="8440"/>
                  </a:cubicBezTo>
                  <a:cubicBezTo>
                    <a:pt x="2969" y="9641"/>
                    <a:pt x="3703" y="10808"/>
                    <a:pt x="4203" y="12076"/>
                  </a:cubicBezTo>
                  <a:cubicBezTo>
                    <a:pt x="4337" y="12443"/>
                    <a:pt x="4604" y="12810"/>
                    <a:pt x="4804" y="13177"/>
                  </a:cubicBezTo>
                  <a:cubicBezTo>
                    <a:pt x="5838" y="14778"/>
                    <a:pt x="6905" y="16379"/>
                    <a:pt x="7939" y="17980"/>
                  </a:cubicBezTo>
                  <a:cubicBezTo>
                    <a:pt x="8139" y="18347"/>
                    <a:pt x="8306" y="18747"/>
                    <a:pt x="8540" y="19081"/>
                  </a:cubicBezTo>
                  <a:cubicBezTo>
                    <a:pt x="9140" y="20048"/>
                    <a:pt x="9741" y="20982"/>
                    <a:pt x="10374" y="21916"/>
                  </a:cubicBezTo>
                  <a:cubicBezTo>
                    <a:pt x="10474" y="22083"/>
                    <a:pt x="10641" y="22216"/>
                    <a:pt x="10808" y="22316"/>
                  </a:cubicBezTo>
                  <a:cubicBezTo>
                    <a:pt x="11475" y="22683"/>
                    <a:pt x="12142" y="23117"/>
                    <a:pt x="12843" y="23451"/>
                  </a:cubicBezTo>
                  <a:cubicBezTo>
                    <a:pt x="13343" y="23684"/>
                    <a:pt x="13910" y="23817"/>
                    <a:pt x="14444" y="24018"/>
                  </a:cubicBezTo>
                  <a:cubicBezTo>
                    <a:pt x="15378" y="24385"/>
                    <a:pt x="16279" y="24818"/>
                    <a:pt x="17213" y="25185"/>
                  </a:cubicBezTo>
                  <a:cubicBezTo>
                    <a:pt x="17646" y="25352"/>
                    <a:pt x="18113" y="25419"/>
                    <a:pt x="18480" y="25619"/>
                  </a:cubicBezTo>
                  <a:cubicBezTo>
                    <a:pt x="19581" y="26286"/>
                    <a:pt x="20782" y="26453"/>
                    <a:pt x="21983" y="26720"/>
                  </a:cubicBezTo>
                  <a:cubicBezTo>
                    <a:pt x="22850" y="26920"/>
                    <a:pt x="23751" y="27020"/>
                    <a:pt x="24651" y="27187"/>
                  </a:cubicBezTo>
                  <a:cubicBezTo>
                    <a:pt x="25652" y="27353"/>
                    <a:pt x="26653" y="27553"/>
                    <a:pt x="27687" y="27720"/>
                  </a:cubicBezTo>
                  <a:cubicBezTo>
                    <a:pt x="28287" y="27820"/>
                    <a:pt x="28888" y="27954"/>
                    <a:pt x="29488" y="27954"/>
                  </a:cubicBezTo>
                  <a:cubicBezTo>
                    <a:pt x="30689" y="27987"/>
                    <a:pt x="31890" y="27954"/>
                    <a:pt x="33057" y="28221"/>
                  </a:cubicBezTo>
                  <a:cubicBezTo>
                    <a:pt x="33291" y="28254"/>
                    <a:pt x="33524" y="28254"/>
                    <a:pt x="33758" y="28254"/>
                  </a:cubicBezTo>
                  <a:cubicBezTo>
                    <a:pt x="36727" y="28254"/>
                    <a:pt x="39695" y="28221"/>
                    <a:pt x="42664" y="28187"/>
                  </a:cubicBezTo>
                  <a:cubicBezTo>
                    <a:pt x="42798" y="28187"/>
                    <a:pt x="42931" y="28221"/>
                    <a:pt x="43064" y="28254"/>
                  </a:cubicBezTo>
                  <a:cubicBezTo>
                    <a:pt x="43565" y="28287"/>
                    <a:pt x="44098" y="28387"/>
                    <a:pt x="44599" y="28387"/>
                  </a:cubicBezTo>
                  <a:cubicBezTo>
                    <a:pt x="48435" y="28354"/>
                    <a:pt x="52238" y="28287"/>
                    <a:pt x="56074" y="28254"/>
                  </a:cubicBezTo>
                  <a:cubicBezTo>
                    <a:pt x="56157" y="28254"/>
                    <a:pt x="56240" y="28262"/>
                    <a:pt x="56320" y="28262"/>
                  </a:cubicBezTo>
                  <a:cubicBezTo>
                    <a:pt x="56399" y="28262"/>
                    <a:pt x="56474" y="28254"/>
                    <a:pt x="56541" y="28221"/>
                  </a:cubicBezTo>
                  <a:cubicBezTo>
                    <a:pt x="58242" y="27787"/>
                    <a:pt x="59976" y="28154"/>
                    <a:pt x="61644" y="27754"/>
                  </a:cubicBezTo>
                  <a:cubicBezTo>
                    <a:pt x="62378" y="27587"/>
                    <a:pt x="63112" y="27553"/>
                    <a:pt x="63846" y="27420"/>
                  </a:cubicBezTo>
                  <a:cubicBezTo>
                    <a:pt x="64747" y="27220"/>
                    <a:pt x="65580" y="26986"/>
                    <a:pt x="66514" y="26953"/>
                  </a:cubicBezTo>
                  <a:cubicBezTo>
                    <a:pt x="67182" y="26920"/>
                    <a:pt x="67849" y="26786"/>
                    <a:pt x="68483" y="26553"/>
                  </a:cubicBezTo>
                  <a:cubicBezTo>
                    <a:pt x="69450" y="26219"/>
                    <a:pt x="70551" y="26219"/>
                    <a:pt x="71385" y="25519"/>
                  </a:cubicBezTo>
                  <a:cubicBezTo>
                    <a:pt x="71451" y="25452"/>
                    <a:pt x="71585" y="25452"/>
                    <a:pt x="71651" y="25419"/>
                  </a:cubicBezTo>
                  <a:cubicBezTo>
                    <a:pt x="72118" y="25252"/>
                    <a:pt x="72585" y="25118"/>
                    <a:pt x="73019" y="24918"/>
                  </a:cubicBezTo>
                  <a:cubicBezTo>
                    <a:pt x="73820" y="24585"/>
                    <a:pt x="74620" y="24151"/>
                    <a:pt x="75454" y="23951"/>
                  </a:cubicBezTo>
                  <a:cubicBezTo>
                    <a:pt x="76522" y="23717"/>
                    <a:pt x="77456" y="23150"/>
                    <a:pt x="78423" y="22617"/>
                  </a:cubicBezTo>
                  <a:cubicBezTo>
                    <a:pt x="78990" y="22316"/>
                    <a:pt x="79424" y="21849"/>
                    <a:pt x="79757" y="21249"/>
                  </a:cubicBezTo>
                  <a:cubicBezTo>
                    <a:pt x="80524" y="19915"/>
                    <a:pt x="81358" y="18614"/>
                    <a:pt x="82192" y="17313"/>
                  </a:cubicBezTo>
                  <a:cubicBezTo>
                    <a:pt x="83093" y="15878"/>
                    <a:pt x="84027" y="14477"/>
                    <a:pt x="84928" y="13043"/>
                  </a:cubicBezTo>
                  <a:cubicBezTo>
                    <a:pt x="85261" y="12543"/>
                    <a:pt x="85495" y="11976"/>
                    <a:pt x="85762" y="11409"/>
                  </a:cubicBezTo>
                  <a:cubicBezTo>
                    <a:pt x="85962" y="11042"/>
                    <a:pt x="86128" y="10641"/>
                    <a:pt x="86329" y="10274"/>
                  </a:cubicBezTo>
                  <a:cubicBezTo>
                    <a:pt x="87129" y="8740"/>
                    <a:pt x="88063" y="7272"/>
                    <a:pt x="88497" y="5538"/>
                  </a:cubicBezTo>
                  <a:cubicBezTo>
                    <a:pt x="88564" y="5304"/>
                    <a:pt x="88664" y="5071"/>
                    <a:pt x="88764" y="4804"/>
                  </a:cubicBezTo>
                  <a:cubicBezTo>
                    <a:pt x="89397" y="3336"/>
                    <a:pt x="89664" y="1802"/>
                    <a:pt x="89464" y="34"/>
                  </a:cubicBezTo>
                  <a:lnTo>
                    <a:pt x="89464" y="34"/>
                  </a:lnTo>
                  <a:cubicBezTo>
                    <a:pt x="89297" y="167"/>
                    <a:pt x="89197" y="201"/>
                    <a:pt x="89097" y="301"/>
                  </a:cubicBezTo>
                  <a:cubicBezTo>
                    <a:pt x="87096" y="1702"/>
                    <a:pt x="84828" y="2536"/>
                    <a:pt x="82493" y="3236"/>
                  </a:cubicBezTo>
                  <a:cubicBezTo>
                    <a:pt x="81258" y="3570"/>
                    <a:pt x="79957" y="3770"/>
                    <a:pt x="78723" y="4137"/>
                  </a:cubicBezTo>
                  <a:cubicBezTo>
                    <a:pt x="76388" y="4871"/>
                    <a:pt x="74053" y="5371"/>
                    <a:pt x="71651" y="5638"/>
                  </a:cubicBezTo>
                  <a:cubicBezTo>
                    <a:pt x="70918" y="5704"/>
                    <a:pt x="70217" y="5838"/>
                    <a:pt x="69550" y="5971"/>
                  </a:cubicBezTo>
                  <a:cubicBezTo>
                    <a:pt x="68549" y="6171"/>
                    <a:pt x="67582" y="6438"/>
                    <a:pt x="66615" y="6605"/>
                  </a:cubicBezTo>
                  <a:cubicBezTo>
                    <a:pt x="65214" y="6805"/>
                    <a:pt x="63779" y="6939"/>
                    <a:pt x="62378" y="7206"/>
                  </a:cubicBezTo>
                  <a:cubicBezTo>
                    <a:pt x="60956" y="7453"/>
                    <a:pt x="59563" y="7643"/>
                    <a:pt x="58119" y="7643"/>
                  </a:cubicBezTo>
                  <a:cubicBezTo>
                    <a:pt x="58005" y="7643"/>
                    <a:pt x="57890" y="7642"/>
                    <a:pt x="57775" y="7639"/>
                  </a:cubicBezTo>
                  <a:cubicBezTo>
                    <a:pt x="57730" y="7633"/>
                    <a:pt x="57686" y="7630"/>
                    <a:pt x="57641" y="7630"/>
                  </a:cubicBezTo>
                  <a:cubicBezTo>
                    <a:pt x="57453" y="7630"/>
                    <a:pt x="57270" y="7679"/>
                    <a:pt x="57108" y="7706"/>
                  </a:cubicBezTo>
                  <a:cubicBezTo>
                    <a:pt x="56474" y="7773"/>
                    <a:pt x="55874" y="7873"/>
                    <a:pt x="55273" y="7873"/>
                  </a:cubicBezTo>
                  <a:cubicBezTo>
                    <a:pt x="54473" y="7906"/>
                    <a:pt x="53639" y="7839"/>
                    <a:pt x="52871" y="8106"/>
                  </a:cubicBezTo>
                  <a:cubicBezTo>
                    <a:pt x="52755" y="8140"/>
                    <a:pt x="52638" y="8148"/>
                    <a:pt x="52521" y="8148"/>
                  </a:cubicBezTo>
                  <a:cubicBezTo>
                    <a:pt x="52404" y="8148"/>
                    <a:pt x="52288" y="8140"/>
                    <a:pt x="52171" y="8140"/>
                  </a:cubicBezTo>
                  <a:cubicBezTo>
                    <a:pt x="51952" y="8131"/>
                    <a:pt x="51732" y="8128"/>
                    <a:pt x="51512" y="8128"/>
                  </a:cubicBezTo>
                  <a:cubicBezTo>
                    <a:pt x="50897" y="8128"/>
                    <a:pt x="50279" y="8152"/>
                    <a:pt x="49663" y="8152"/>
                  </a:cubicBezTo>
                  <a:cubicBezTo>
                    <a:pt x="48755" y="8152"/>
                    <a:pt x="47852" y="8100"/>
                    <a:pt x="46967" y="7839"/>
                  </a:cubicBezTo>
                  <a:cubicBezTo>
                    <a:pt x="46720" y="7854"/>
                    <a:pt x="46471" y="7859"/>
                    <a:pt x="46223" y="7859"/>
                  </a:cubicBezTo>
                  <a:cubicBezTo>
                    <a:pt x="45519" y="7859"/>
                    <a:pt x="44811" y="7816"/>
                    <a:pt x="44104" y="7816"/>
                  </a:cubicBezTo>
                  <a:cubicBezTo>
                    <a:pt x="43343" y="7816"/>
                    <a:pt x="42583" y="7866"/>
                    <a:pt x="41830" y="8073"/>
                  </a:cubicBezTo>
                  <a:cubicBezTo>
                    <a:pt x="41663" y="8106"/>
                    <a:pt x="41463" y="8106"/>
                    <a:pt x="41263" y="8140"/>
                  </a:cubicBezTo>
                  <a:cubicBezTo>
                    <a:pt x="40838" y="8166"/>
                    <a:pt x="40414" y="8178"/>
                    <a:pt x="39990" y="8178"/>
                  </a:cubicBezTo>
                  <a:cubicBezTo>
                    <a:pt x="37789" y="8178"/>
                    <a:pt x="35606" y="7873"/>
                    <a:pt x="33424" y="7873"/>
                  </a:cubicBezTo>
                  <a:cubicBezTo>
                    <a:pt x="33324" y="7873"/>
                    <a:pt x="33224" y="7873"/>
                    <a:pt x="33124" y="7839"/>
                  </a:cubicBezTo>
                  <a:cubicBezTo>
                    <a:pt x="32564" y="7626"/>
                    <a:pt x="32003" y="7605"/>
                    <a:pt x="31443" y="7605"/>
                  </a:cubicBezTo>
                  <a:cubicBezTo>
                    <a:pt x="31303" y="7605"/>
                    <a:pt x="31163" y="7606"/>
                    <a:pt x="31022" y="7606"/>
                  </a:cubicBezTo>
                  <a:cubicBezTo>
                    <a:pt x="30733" y="7606"/>
                    <a:pt x="30444" y="7621"/>
                    <a:pt x="30165" y="7621"/>
                  </a:cubicBezTo>
                  <a:cubicBezTo>
                    <a:pt x="30025" y="7621"/>
                    <a:pt x="29888" y="7617"/>
                    <a:pt x="29755" y="7606"/>
                  </a:cubicBezTo>
                  <a:cubicBezTo>
                    <a:pt x="28287" y="7406"/>
                    <a:pt x="26819" y="7172"/>
                    <a:pt x="25352" y="6972"/>
                  </a:cubicBezTo>
                  <a:cubicBezTo>
                    <a:pt x="24751" y="6872"/>
                    <a:pt x="24218" y="6739"/>
                    <a:pt x="23617" y="6638"/>
                  </a:cubicBezTo>
                  <a:cubicBezTo>
                    <a:pt x="22750" y="6472"/>
                    <a:pt x="21849" y="6372"/>
                    <a:pt x="20949" y="6205"/>
                  </a:cubicBezTo>
                  <a:cubicBezTo>
                    <a:pt x="20015" y="6038"/>
                    <a:pt x="19047" y="5805"/>
                    <a:pt x="18113" y="5638"/>
                  </a:cubicBezTo>
                  <a:cubicBezTo>
                    <a:pt x="17646" y="5538"/>
                    <a:pt x="17146" y="5404"/>
                    <a:pt x="16679" y="5404"/>
                  </a:cubicBezTo>
                  <a:cubicBezTo>
                    <a:pt x="16631" y="5405"/>
                    <a:pt x="16584" y="5406"/>
                    <a:pt x="16537" y="5406"/>
                  </a:cubicBezTo>
                  <a:cubicBezTo>
                    <a:pt x="15292" y="5406"/>
                    <a:pt x="14165" y="4993"/>
                    <a:pt x="12976" y="4704"/>
                  </a:cubicBezTo>
                  <a:cubicBezTo>
                    <a:pt x="11308" y="4303"/>
                    <a:pt x="9674" y="3770"/>
                    <a:pt x="8006" y="3369"/>
                  </a:cubicBezTo>
                  <a:cubicBezTo>
                    <a:pt x="5638" y="2836"/>
                    <a:pt x="3369" y="2069"/>
                    <a:pt x="1301" y="734"/>
                  </a:cubicBezTo>
                  <a:cubicBezTo>
                    <a:pt x="968" y="501"/>
                    <a:pt x="601" y="301"/>
                    <a:pt x="134" y="0"/>
                  </a:cubicBezTo>
                  <a:close/>
                </a:path>
              </a:pathLst>
            </a:cu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704;p40">
              <a:extLst>
                <a:ext uri="{FF2B5EF4-FFF2-40B4-BE49-F238E27FC236}">
                  <a16:creationId xmlns:a16="http://schemas.microsoft.com/office/drawing/2014/main" id="{B574AF75-E304-E51A-911F-F58E4D4ACBEA}"/>
                </a:ext>
              </a:extLst>
            </p:cNvPr>
            <p:cNvSpPr/>
            <p:nvPr/>
          </p:nvSpPr>
          <p:spPr>
            <a:xfrm>
              <a:off x="494159" y="2395236"/>
              <a:ext cx="2279975" cy="620675"/>
            </a:xfrm>
            <a:custGeom>
              <a:avLst/>
              <a:gdLst/>
              <a:ahLst/>
              <a:cxnLst/>
              <a:rect l="l" t="t" r="r" b="b"/>
              <a:pathLst>
                <a:path w="91199" h="24827" extrusionOk="0">
                  <a:moveTo>
                    <a:pt x="4768" y="1"/>
                  </a:moveTo>
                  <a:cubicBezTo>
                    <a:pt x="4339" y="1"/>
                    <a:pt x="3935" y="219"/>
                    <a:pt x="3670" y="673"/>
                  </a:cubicBezTo>
                  <a:cubicBezTo>
                    <a:pt x="3370" y="1173"/>
                    <a:pt x="3169" y="1707"/>
                    <a:pt x="3003" y="2274"/>
                  </a:cubicBezTo>
                  <a:cubicBezTo>
                    <a:pt x="2769" y="2975"/>
                    <a:pt x="2602" y="3708"/>
                    <a:pt x="2335" y="4409"/>
                  </a:cubicBezTo>
                  <a:cubicBezTo>
                    <a:pt x="1702" y="6143"/>
                    <a:pt x="1034" y="7845"/>
                    <a:pt x="401" y="9579"/>
                  </a:cubicBezTo>
                  <a:cubicBezTo>
                    <a:pt x="367" y="9646"/>
                    <a:pt x="334" y="9746"/>
                    <a:pt x="334" y="9846"/>
                  </a:cubicBezTo>
                  <a:cubicBezTo>
                    <a:pt x="234" y="10947"/>
                    <a:pt x="100" y="12014"/>
                    <a:pt x="34" y="13115"/>
                  </a:cubicBezTo>
                  <a:cubicBezTo>
                    <a:pt x="0" y="14249"/>
                    <a:pt x="534" y="15217"/>
                    <a:pt x="1135" y="16084"/>
                  </a:cubicBezTo>
                  <a:cubicBezTo>
                    <a:pt x="1501" y="16651"/>
                    <a:pt x="2169" y="17051"/>
                    <a:pt x="2769" y="17418"/>
                  </a:cubicBezTo>
                  <a:cubicBezTo>
                    <a:pt x="3803" y="17985"/>
                    <a:pt x="4871" y="18519"/>
                    <a:pt x="6005" y="18953"/>
                  </a:cubicBezTo>
                  <a:cubicBezTo>
                    <a:pt x="7106" y="19386"/>
                    <a:pt x="8206" y="19787"/>
                    <a:pt x="9407" y="20020"/>
                  </a:cubicBezTo>
                  <a:cubicBezTo>
                    <a:pt x="10808" y="20287"/>
                    <a:pt x="12142" y="20787"/>
                    <a:pt x="13510" y="21154"/>
                  </a:cubicBezTo>
                  <a:cubicBezTo>
                    <a:pt x="14901" y="21510"/>
                    <a:pt x="16261" y="22023"/>
                    <a:pt x="17742" y="22023"/>
                  </a:cubicBezTo>
                  <a:cubicBezTo>
                    <a:pt x="17788" y="22023"/>
                    <a:pt x="17834" y="22022"/>
                    <a:pt x="17880" y="22021"/>
                  </a:cubicBezTo>
                  <a:cubicBezTo>
                    <a:pt x="18013" y="22021"/>
                    <a:pt x="18180" y="22088"/>
                    <a:pt x="18347" y="22122"/>
                  </a:cubicBezTo>
                  <a:cubicBezTo>
                    <a:pt x="19748" y="22388"/>
                    <a:pt x="21116" y="22689"/>
                    <a:pt x="22517" y="22955"/>
                  </a:cubicBezTo>
                  <a:cubicBezTo>
                    <a:pt x="23918" y="23222"/>
                    <a:pt x="25319" y="23422"/>
                    <a:pt x="26720" y="23656"/>
                  </a:cubicBezTo>
                  <a:cubicBezTo>
                    <a:pt x="27420" y="23756"/>
                    <a:pt x="28121" y="23889"/>
                    <a:pt x="28821" y="23956"/>
                  </a:cubicBezTo>
                  <a:cubicBezTo>
                    <a:pt x="29892" y="24017"/>
                    <a:pt x="30907" y="24331"/>
                    <a:pt x="31994" y="24331"/>
                  </a:cubicBezTo>
                  <a:cubicBezTo>
                    <a:pt x="32092" y="24331"/>
                    <a:pt x="32191" y="24329"/>
                    <a:pt x="32290" y="24323"/>
                  </a:cubicBezTo>
                  <a:cubicBezTo>
                    <a:pt x="32352" y="24320"/>
                    <a:pt x="32413" y="24318"/>
                    <a:pt x="32474" y="24318"/>
                  </a:cubicBezTo>
                  <a:cubicBezTo>
                    <a:pt x="32980" y="24318"/>
                    <a:pt x="33489" y="24430"/>
                    <a:pt x="34025" y="24490"/>
                  </a:cubicBezTo>
                  <a:cubicBezTo>
                    <a:pt x="34225" y="24523"/>
                    <a:pt x="34458" y="24557"/>
                    <a:pt x="34692" y="24557"/>
                  </a:cubicBezTo>
                  <a:cubicBezTo>
                    <a:pt x="35010" y="24557"/>
                    <a:pt x="35328" y="24550"/>
                    <a:pt x="35646" y="24550"/>
                  </a:cubicBezTo>
                  <a:cubicBezTo>
                    <a:pt x="36362" y="24550"/>
                    <a:pt x="37078" y="24582"/>
                    <a:pt x="37794" y="24790"/>
                  </a:cubicBezTo>
                  <a:cubicBezTo>
                    <a:pt x="37961" y="24823"/>
                    <a:pt x="38161" y="24823"/>
                    <a:pt x="38361" y="24823"/>
                  </a:cubicBezTo>
                  <a:lnTo>
                    <a:pt x="41664" y="24823"/>
                  </a:lnTo>
                  <a:cubicBezTo>
                    <a:pt x="41964" y="24823"/>
                    <a:pt x="42231" y="24790"/>
                    <a:pt x="42531" y="24757"/>
                  </a:cubicBezTo>
                  <a:cubicBezTo>
                    <a:pt x="42998" y="24690"/>
                    <a:pt x="43498" y="24590"/>
                    <a:pt x="43965" y="24590"/>
                  </a:cubicBezTo>
                  <a:cubicBezTo>
                    <a:pt x="44332" y="24579"/>
                    <a:pt x="44699" y="24575"/>
                    <a:pt x="45066" y="24575"/>
                  </a:cubicBezTo>
                  <a:cubicBezTo>
                    <a:pt x="45800" y="24575"/>
                    <a:pt x="46534" y="24590"/>
                    <a:pt x="47268" y="24590"/>
                  </a:cubicBezTo>
                  <a:cubicBezTo>
                    <a:pt x="47420" y="24590"/>
                    <a:pt x="47572" y="24568"/>
                    <a:pt x="47725" y="24568"/>
                  </a:cubicBezTo>
                  <a:cubicBezTo>
                    <a:pt x="47839" y="24568"/>
                    <a:pt x="47954" y="24580"/>
                    <a:pt x="48068" y="24623"/>
                  </a:cubicBezTo>
                  <a:cubicBezTo>
                    <a:pt x="48598" y="24782"/>
                    <a:pt x="49137" y="24820"/>
                    <a:pt x="49681" y="24820"/>
                  </a:cubicBezTo>
                  <a:cubicBezTo>
                    <a:pt x="50164" y="24820"/>
                    <a:pt x="50650" y="24790"/>
                    <a:pt x="51137" y="24790"/>
                  </a:cubicBezTo>
                  <a:cubicBezTo>
                    <a:pt x="51597" y="24790"/>
                    <a:pt x="52070" y="24826"/>
                    <a:pt x="52540" y="24826"/>
                  </a:cubicBezTo>
                  <a:cubicBezTo>
                    <a:pt x="52853" y="24826"/>
                    <a:pt x="53165" y="24810"/>
                    <a:pt x="53472" y="24757"/>
                  </a:cubicBezTo>
                  <a:cubicBezTo>
                    <a:pt x="54373" y="24590"/>
                    <a:pt x="55273" y="24557"/>
                    <a:pt x="56174" y="24557"/>
                  </a:cubicBezTo>
                  <a:cubicBezTo>
                    <a:pt x="56326" y="24557"/>
                    <a:pt x="56479" y="24578"/>
                    <a:pt x="56625" y="24578"/>
                  </a:cubicBezTo>
                  <a:cubicBezTo>
                    <a:pt x="56735" y="24578"/>
                    <a:pt x="56841" y="24566"/>
                    <a:pt x="56941" y="24523"/>
                  </a:cubicBezTo>
                  <a:cubicBezTo>
                    <a:pt x="57875" y="24256"/>
                    <a:pt x="58809" y="24323"/>
                    <a:pt x="59743" y="24290"/>
                  </a:cubicBezTo>
                  <a:cubicBezTo>
                    <a:pt x="60010" y="24290"/>
                    <a:pt x="60277" y="24290"/>
                    <a:pt x="60510" y="24256"/>
                  </a:cubicBezTo>
                  <a:cubicBezTo>
                    <a:pt x="61344" y="24090"/>
                    <a:pt x="62178" y="23923"/>
                    <a:pt x="63012" y="23789"/>
                  </a:cubicBezTo>
                  <a:cubicBezTo>
                    <a:pt x="64346" y="23589"/>
                    <a:pt x="65681" y="23422"/>
                    <a:pt x="67015" y="23222"/>
                  </a:cubicBezTo>
                  <a:cubicBezTo>
                    <a:pt x="67715" y="23122"/>
                    <a:pt x="68416" y="23022"/>
                    <a:pt x="69116" y="22855"/>
                  </a:cubicBezTo>
                  <a:cubicBezTo>
                    <a:pt x="70818" y="22455"/>
                    <a:pt x="72519" y="22122"/>
                    <a:pt x="74253" y="21988"/>
                  </a:cubicBezTo>
                  <a:cubicBezTo>
                    <a:pt x="74454" y="21955"/>
                    <a:pt x="74654" y="21921"/>
                    <a:pt x="74821" y="21855"/>
                  </a:cubicBezTo>
                  <a:cubicBezTo>
                    <a:pt x="76588" y="21421"/>
                    <a:pt x="78323" y="20954"/>
                    <a:pt x="80091" y="20520"/>
                  </a:cubicBezTo>
                  <a:cubicBezTo>
                    <a:pt x="80992" y="20287"/>
                    <a:pt x="81926" y="20087"/>
                    <a:pt x="82826" y="19820"/>
                  </a:cubicBezTo>
                  <a:cubicBezTo>
                    <a:pt x="83694" y="19553"/>
                    <a:pt x="84594" y="19219"/>
                    <a:pt x="85461" y="18919"/>
                  </a:cubicBezTo>
                  <a:cubicBezTo>
                    <a:pt x="87196" y="18285"/>
                    <a:pt x="88664" y="17251"/>
                    <a:pt x="90065" y="16117"/>
                  </a:cubicBezTo>
                  <a:cubicBezTo>
                    <a:pt x="90198" y="16017"/>
                    <a:pt x="90232" y="15850"/>
                    <a:pt x="90298" y="15684"/>
                  </a:cubicBezTo>
                  <a:cubicBezTo>
                    <a:pt x="90432" y="15383"/>
                    <a:pt x="90565" y="15117"/>
                    <a:pt x="90732" y="14816"/>
                  </a:cubicBezTo>
                  <a:cubicBezTo>
                    <a:pt x="91032" y="14183"/>
                    <a:pt x="91199" y="13549"/>
                    <a:pt x="91099" y="12848"/>
                  </a:cubicBezTo>
                  <a:cubicBezTo>
                    <a:pt x="90999" y="12114"/>
                    <a:pt x="90899" y="11381"/>
                    <a:pt x="90865" y="10647"/>
                  </a:cubicBezTo>
                  <a:cubicBezTo>
                    <a:pt x="90865" y="10046"/>
                    <a:pt x="90799" y="9479"/>
                    <a:pt x="90498" y="8945"/>
                  </a:cubicBezTo>
                  <a:cubicBezTo>
                    <a:pt x="90398" y="8779"/>
                    <a:pt x="90365" y="8579"/>
                    <a:pt x="90298" y="8412"/>
                  </a:cubicBezTo>
                  <a:cubicBezTo>
                    <a:pt x="89865" y="7178"/>
                    <a:pt x="89398" y="5977"/>
                    <a:pt x="88964" y="4742"/>
                  </a:cubicBezTo>
                  <a:cubicBezTo>
                    <a:pt x="88697" y="3909"/>
                    <a:pt x="88464" y="3041"/>
                    <a:pt x="88163" y="2174"/>
                  </a:cubicBezTo>
                  <a:cubicBezTo>
                    <a:pt x="87963" y="1674"/>
                    <a:pt x="87796" y="1140"/>
                    <a:pt x="87496" y="673"/>
                  </a:cubicBezTo>
                  <a:cubicBezTo>
                    <a:pt x="87228" y="232"/>
                    <a:pt x="86816" y="11"/>
                    <a:pt x="86381" y="11"/>
                  </a:cubicBezTo>
                  <a:cubicBezTo>
                    <a:pt x="86060" y="11"/>
                    <a:pt x="85726" y="132"/>
                    <a:pt x="85428" y="373"/>
                  </a:cubicBezTo>
                  <a:cubicBezTo>
                    <a:pt x="84161" y="1340"/>
                    <a:pt x="82926" y="2341"/>
                    <a:pt x="81525" y="3075"/>
                  </a:cubicBezTo>
                  <a:cubicBezTo>
                    <a:pt x="79824" y="3942"/>
                    <a:pt x="78323" y="5143"/>
                    <a:pt x="76455" y="5676"/>
                  </a:cubicBezTo>
                  <a:cubicBezTo>
                    <a:pt x="74987" y="6143"/>
                    <a:pt x="73520" y="6677"/>
                    <a:pt x="71985" y="6877"/>
                  </a:cubicBezTo>
                  <a:cubicBezTo>
                    <a:pt x="70984" y="7011"/>
                    <a:pt x="69984" y="7178"/>
                    <a:pt x="69016" y="7478"/>
                  </a:cubicBezTo>
                  <a:cubicBezTo>
                    <a:pt x="67515" y="7911"/>
                    <a:pt x="65981" y="8078"/>
                    <a:pt x="64446" y="8078"/>
                  </a:cubicBezTo>
                  <a:cubicBezTo>
                    <a:pt x="64113" y="8112"/>
                    <a:pt x="63779" y="8112"/>
                    <a:pt x="63446" y="8145"/>
                  </a:cubicBezTo>
                  <a:cubicBezTo>
                    <a:pt x="62412" y="8212"/>
                    <a:pt x="61411" y="8345"/>
                    <a:pt x="60377" y="8345"/>
                  </a:cubicBezTo>
                  <a:cubicBezTo>
                    <a:pt x="52204" y="8345"/>
                    <a:pt x="44032" y="8345"/>
                    <a:pt x="35859" y="8312"/>
                  </a:cubicBezTo>
                  <a:cubicBezTo>
                    <a:pt x="34329" y="8312"/>
                    <a:pt x="32790" y="8388"/>
                    <a:pt x="31251" y="8388"/>
                  </a:cubicBezTo>
                  <a:cubicBezTo>
                    <a:pt x="29905" y="8388"/>
                    <a:pt x="28559" y="8329"/>
                    <a:pt x="27220" y="8112"/>
                  </a:cubicBezTo>
                  <a:cubicBezTo>
                    <a:pt x="27120" y="8078"/>
                    <a:pt x="27020" y="8078"/>
                    <a:pt x="26920" y="8078"/>
                  </a:cubicBezTo>
                  <a:cubicBezTo>
                    <a:pt x="25285" y="8078"/>
                    <a:pt x="23651" y="7978"/>
                    <a:pt x="22050" y="7411"/>
                  </a:cubicBezTo>
                  <a:cubicBezTo>
                    <a:pt x="21949" y="7378"/>
                    <a:pt x="21816" y="7378"/>
                    <a:pt x="21683" y="7344"/>
                  </a:cubicBezTo>
                  <a:cubicBezTo>
                    <a:pt x="20615" y="7178"/>
                    <a:pt x="19548" y="7077"/>
                    <a:pt x="18514" y="6811"/>
                  </a:cubicBezTo>
                  <a:cubicBezTo>
                    <a:pt x="16212" y="6177"/>
                    <a:pt x="13877" y="5676"/>
                    <a:pt x="11842" y="4309"/>
                  </a:cubicBezTo>
                  <a:cubicBezTo>
                    <a:pt x="11275" y="3942"/>
                    <a:pt x="10675" y="3642"/>
                    <a:pt x="10074" y="3308"/>
                  </a:cubicBezTo>
                  <a:cubicBezTo>
                    <a:pt x="8507" y="2508"/>
                    <a:pt x="7106" y="1473"/>
                    <a:pt x="5738" y="373"/>
                  </a:cubicBezTo>
                  <a:cubicBezTo>
                    <a:pt x="5435" y="127"/>
                    <a:pt x="5094" y="1"/>
                    <a:pt x="4768" y="1"/>
                  </a:cubicBezTo>
                  <a:close/>
                </a:path>
              </a:pathLst>
            </a:custGeom>
            <a:solidFill>
              <a:srgbClr val="318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705;p40">
              <a:extLst>
                <a:ext uri="{FF2B5EF4-FFF2-40B4-BE49-F238E27FC236}">
                  <a16:creationId xmlns:a16="http://schemas.microsoft.com/office/drawing/2014/main" id="{18EC125D-9F31-A6F2-76E1-A06734B1F7D5}"/>
                </a:ext>
              </a:extLst>
            </p:cNvPr>
            <p:cNvSpPr/>
            <p:nvPr/>
          </p:nvSpPr>
          <p:spPr>
            <a:xfrm>
              <a:off x="643022" y="2049525"/>
              <a:ext cx="1988925" cy="514050"/>
            </a:xfrm>
            <a:custGeom>
              <a:avLst/>
              <a:gdLst/>
              <a:ahLst/>
              <a:cxnLst/>
              <a:rect l="l" t="t" r="r" b="b"/>
              <a:pathLst>
                <a:path w="79557" h="20562" extrusionOk="0">
                  <a:moveTo>
                    <a:pt x="10332" y="0"/>
                  </a:moveTo>
                  <a:cubicBezTo>
                    <a:pt x="10058" y="0"/>
                    <a:pt x="9787" y="41"/>
                    <a:pt x="9574" y="274"/>
                  </a:cubicBezTo>
                  <a:cubicBezTo>
                    <a:pt x="9107" y="808"/>
                    <a:pt x="8473" y="1075"/>
                    <a:pt x="7906" y="1442"/>
                  </a:cubicBezTo>
                  <a:cubicBezTo>
                    <a:pt x="6605" y="2209"/>
                    <a:pt x="5604" y="3310"/>
                    <a:pt x="4570" y="4377"/>
                  </a:cubicBezTo>
                  <a:cubicBezTo>
                    <a:pt x="3603" y="5344"/>
                    <a:pt x="2702" y="6345"/>
                    <a:pt x="1968" y="7513"/>
                  </a:cubicBezTo>
                  <a:cubicBezTo>
                    <a:pt x="1401" y="8447"/>
                    <a:pt x="701" y="9314"/>
                    <a:pt x="200" y="10281"/>
                  </a:cubicBezTo>
                  <a:cubicBezTo>
                    <a:pt x="0" y="10648"/>
                    <a:pt x="0" y="11282"/>
                    <a:pt x="167" y="11649"/>
                  </a:cubicBezTo>
                  <a:cubicBezTo>
                    <a:pt x="434" y="12183"/>
                    <a:pt x="901" y="12650"/>
                    <a:pt x="1401" y="13017"/>
                  </a:cubicBezTo>
                  <a:cubicBezTo>
                    <a:pt x="1802" y="13317"/>
                    <a:pt x="2235" y="13584"/>
                    <a:pt x="2535" y="14017"/>
                  </a:cubicBezTo>
                  <a:cubicBezTo>
                    <a:pt x="2702" y="14217"/>
                    <a:pt x="2936" y="14384"/>
                    <a:pt x="3136" y="14484"/>
                  </a:cubicBezTo>
                  <a:cubicBezTo>
                    <a:pt x="3936" y="14985"/>
                    <a:pt x="4804" y="15385"/>
                    <a:pt x="5571" y="15919"/>
                  </a:cubicBezTo>
                  <a:cubicBezTo>
                    <a:pt x="6972" y="16853"/>
                    <a:pt x="8473" y="17586"/>
                    <a:pt x="10074" y="18120"/>
                  </a:cubicBezTo>
                  <a:cubicBezTo>
                    <a:pt x="11809" y="18687"/>
                    <a:pt x="13577" y="18987"/>
                    <a:pt x="15345" y="19421"/>
                  </a:cubicBezTo>
                  <a:cubicBezTo>
                    <a:pt x="15478" y="19454"/>
                    <a:pt x="15645" y="19454"/>
                    <a:pt x="15812" y="19488"/>
                  </a:cubicBezTo>
                  <a:cubicBezTo>
                    <a:pt x="16145" y="19521"/>
                    <a:pt x="16445" y="19555"/>
                    <a:pt x="16746" y="19688"/>
                  </a:cubicBezTo>
                  <a:cubicBezTo>
                    <a:pt x="17946" y="20088"/>
                    <a:pt x="19214" y="20155"/>
                    <a:pt x="20482" y="20255"/>
                  </a:cubicBezTo>
                  <a:cubicBezTo>
                    <a:pt x="21115" y="20288"/>
                    <a:pt x="21783" y="20355"/>
                    <a:pt x="22416" y="20388"/>
                  </a:cubicBezTo>
                  <a:cubicBezTo>
                    <a:pt x="22917" y="20422"/>
                    <a:pt x="23450" y="20489"/>
                    <a:pt x="23951" y="20522"/>
                  </a:cubicBezTo>
                  <a:cubicBezTo>
                    <a:pt x="28454" y="20522"/>
                    <a:pt x="32924" y="20555"/>
                    <a:pt x="37394" y="20555"/>
                  </a:cubicBezTo>
                  <a:cubicBezTo>
                    <a:pt x="37894" y="20555"/>
                    <a:pt x="38428" y="20455"/>
                    <a:pt x="38928" y="20455"/>
                  </a:cubicBezTo>
                  <a:cubicBezTo>
                    <a:pt x="39961" y="20484"/>
                    <a:pt x="40970" y="20562"/>
                    <a:pt x="41996" y="20562"/>
                  </a:cubicBezTo>
                  <a:cubicBezTo>
                    <a:pt x="42163" y="20562"/>
                    <a:pt x="42330" y="20560"/>
                    <a:pt x="42497" y="20555"/>
                  </a:cubicBezTo>
                  <a:cubicBezTo>
                    <a:pt x="43353" y="20539"/>
                    <a:pt x="44209" y="20533"/>
                    <a:pt x="45067" y="20533"/>
                  </a:cubicBezTo>
                  <a:cubicBezTo>
                    <a:pt x="46927" y="20533"/>
                    <a:pt x="48790" y="20560"/>
                    <a:pt x="50653" y="20560"/>
                  </a:cubicBezTo>
                  <a:cubicBezTo>
                    <a:pt x="53152" y="20560"/>
                    <a:pt x="55651" y="20512"/>
                    <a:pt x="58142" y="20288"/>
                  </a:cubicBezTo>
                  <a:cubicBezTo>
                    <a:pt x="59776" y="20122"/>
                    <a:pt x="61444" y="20122"/>
                    <a:pt x="63012" y="19555"/>
                  </a:cubicBezTo>
                  <a:cubicBezTo>
                    <a:pt x="63145" y="19521"/>
                    <a:pt x="63312" y="19521"/>
                    <a:pt x="63479" y="19488"/>
                  </a:cubicBezTo>
                  <a:cubicBezTo>
                    <a:pt x="64580" y="19288"/>
                    <a:pt x="65714" y="19121"/>
                    <a:pt x="66815" y="18854"/>
                  </a:cubicBezTo>
                  <a:cubicBezTo>
                    <a:pt x="68016" y="18520"/>
                    <a:pt x="69183" y="18087"/>
                    <a:pt x="70417" y="17720"/>
                  </a:cubicBezTo>
                  <a:cubicBezTo>
                    <a:pt x="71118" y="17553"/>
                    <a:pt x="71718" y="17220"/>
                    <a:pt x="72352" y="16853"/>
                  </a:cubicBezTo>
                  <a:cubicBezTo>
                    <a:pt x="73052" y="16419"/>
                    <a:pt x="73786" y="16019"/>
                    <a:pt x="74520" y="15585"/>
                  </a:cubicBezTo>
                  <a:cubicBezTo>
                    <a:pt x="75488" y="14985"/>
                    <a:pt x="76588" y="14518"/>
                    <a:pt x="77289" y="13517"/>
                  </a:cubicBezTo>
                  <a:cubicBezTo>
                    <a:pt x="77356" y="13417"/>
                    <a:pt x="77489" y="13350"/>
                    <a:pt x="77589" y="13283"/>
                  </a:cubicBezTo>
                  <a:cubicBezTo>
                    <a:pt x="78189" y="13050"/>
                    <a:pt x="78590" y="12583"/>
                    <a:pt x="78957" y="12083"/>
                  </a:cubicBezTo>
                  <a:cubicBezTo>
                    <a:pt x="79524" y="11349"/>
                    <a:pt x="79557" y="10648"/>
                    <a:pt x="78990" y="9914"/>
                  </a:cubicBezTo>
                  <a:cubicBezTo>
                    <a:pt x="78790" y="9681"/>
                    <a:pt x="78656" y="9447"/>
                    <a:pt x="78523" y="9180"/>
                  </a:cubicBezTo>
                  <a:cubicBezTo>
                    <a:pt x="77689" y="7813"/>
                    <a:pt x="76822" y="6412"/>
                    <a:pt x="75688" y="5244"/>
                  </a:cubicBezTo>
                  <a:cubicBezTo>
                    <a:pt x="75087" y="4610"/>
                    <a:pt x="74520" y="3943"/>
                    <a:pt x="73886" y="3376"/>
                  </a:cubicBezTo>
                  <a:cubicBezTo>
                    <a:pt x="73219" y="2776"/>
                    <a:pt x="72552" y="2209"/>
                    <a:pt x="71852" y="1675"/>
                  </a:cubicBezTo>
                  <a:cubicBezTo>
                    <a:pt x="71385" y="1308"/>
                    <a:pt x="70751" y="1108"/>
                    <a:pt x="70351" y="674"/>
                  </a:cubicBezTo>
                  <a:cubicBezTo>
                    <a:pt x="69896" y="220"/>
                    <a:pt x="69420" y="1"/>
                    <a:pt x="68870" y="1"/>
                  </a:cubicBezTo>
                  <a:cubicBezTo>
                    <a:pt x="68735" y="1"/>
                    <a:pt x="68594" y="14"/>
                    <a:pt x="68449" y="41"/>
                  </a:cubicBezTo>
                  <a:cubicBezTo>
                    <a:pt x="67815" y="1008"/>
                    <a:pt x="66915" y="1608"/>
                    <a:pt x="65947" y="2009"/>
                  </a:cubicBezTo>
                  <a:cubicBezTo>
                    <a:pt x="64546" y="2576"/>
                    <a:pt x="63079" y="3043"/>
                    <a:pt x="61678" y="3576"/>
                  </a:cubicBezTo>
                  <a:cubicBezTo>
                    <a:pt x="61344" y="3676"/>
                    <a:pt x="60977" y="3777"/>
                    <a:pt x="60644" y="3910"/>
                  </a:cubicBezTo>
                  <a:cubicBezTo>
                    <a:pt x="59576" y="4244"/>
                    <a:pt x="58509" y="4577"/>
                    <a:pt x="57441" y="4977"/>
                  </a:cubicBezTo>
                  <a:cubicBezTo>
                    <a:pt x="56174" y="5411"/>
                    <a:pt x="54773" y="5111"/>
                    <a:pt x="53572" y="5711"/>
                  </a:cubicBezTo>
                  <a:cubicBezTo>
                    <a:pt x="52038" y="5803"/>
                    <a:pt x="50533" y="6290"/>
                    <a:pt x="48978" y="6290"/>
                  </a:cubicBezTo>
                  <a:cubicBezTo>
                    <a:pt x="48842" y="6290"/>
                    <a:pt x="48705" y="6286"/>
                    <a:pt x="48568" y="6278"/>
                  </a:cubicBezTo>
                  <a:cubicBezTo>
                    <a:pt x="48530" y="6272"/>
                    <a:pt x="48492" y="6269"/>
                    <a:pt x="48454" y="6269"/>
                  </a:cubicBezTo>
                  <a:cubicBezTo>
                    <a:pt x="48292" y="6269"/>
                    <a:pt x="48130" y="6318"/>
                    <a:pt x="47968" y="6345"/>
                  </a:cubicBezTo>
                  <a:cubicBezTo>
                    <a:pt x="47501" y="6378"/>
                    <a:pt x="47034" y="6479"/>
                    <a:pt x="46534" y="6479"/>
                  </a:cubicBezTo>
                  <a:cubicBezTo>
                    <a:pt x="44299" y="6495"/>
                    <a:pt x="42064" y="6504"/>
                    <a:pt x="39829" y="6504"/>
                  </a:cubicBezTo>
                  <a:cubicBezTo>
                    <a:pt x="37594" y="6504"/>
                    <a:pt x="35359" y="6495"/>
                    <a:pt x="33124" y="6479"/>
                  </a:cubicBezTo>
                  <a:cubicBezTo>
                    <a:pt x="31890" y="6479"/>
                    <a:pt x="30589" y="6445"/>
                    <a:pt x="29388" y="6212"/>
                  </a:cubicBezTo>
                  <a:cubicBezTo>
                    <a:pt x="27854" y="5945"/>
                    <a:pt x="26286" y="5911"/>
                    <a:pt x="24818" y="5378"/>
                  </a:cubicBezTo>
                  <a:cubicBezTo>
                    <a:pt x="24618" y="5303"/>
                    <a:pt x="24380" y="5265"/>
                    <a:pt x="24161" y="5265"/>
                  </a:cubicBezTo>
                  <a:cubicBezTo>
                    <a:pt x="24088" y="5265"/>
                    <a:pt x="24017" y="5269"/>
                    <a:pt x="23951" y="5278"/>
                  </a:cubicBezTo>
                  <a:cubicBezTo>
                    <a:pt x="23904" y="5279"/>
                    <a:pt x="23857" y="5280"/>
                    <a:pt x="23811" y="5280"/>
                  </a:cubicBezTo>
                  <a:cubicBezTo>
                    <a:pt x="22863" y="5280"/>
                    <a:pt x="21974" y="4965"/>
                    <a:pt x="21115" y="4711"/>
                  </a:cubicBezTo>
                  <a:cubicBezTo>
                    <a:pt x="20215" y="4410"/>
                    <a:pt x="19347" y="4010"/>
                    <a:pt x="18447" y="3777"/>
                  </a:cubicBezTo>
                  <a:cubicBezTo>
                    <a:pt x="16912" y="3376"/>
                    <a:pt x="15445" y="2776"/>
                    <a:pt x="13977" y="2209"/>
                  </a:cubicBezTo>
                  <a:cubicBezTo>
                    <a:pt x="12776" y="1742"/>
                    <a:pt x="11742" y="1108"/>
                    <a:pt x="10908" y="7"/>
                  </a:cubicBezTo>
                  <a:cubicBezTo>
                    <a:pt x="10863" y="11"/>
                    <a:pt x="10817" y="12"/>
                    <a:pt x="10770" y="12"/>
                  </a:cubicBezTo>
                  <a:cubicBezTo>
                    <a:pt x="10628" y="12"/>
                    <a:pt x="10479" y="0"/>
                    <a:pt x="10332" y="0"/>
                  </a:cubicBezTo>
                  <a:close/>
                </a:path>
              </a:pathLst>
            </a:custGeom>
            <a:solidFill>
              <a:srgbClr val="318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706;p40">
              <a:extLst>
                <a:ext uri="{FF2B5EF4-FFF2-40B4-BE49-F238E27FC236}">
                  <a16:creationId xmlns:a16="http://schemas.microsoft.com/office/drawing/2014/main" id="{BB43727A-EB57-721E-2E59-70F320676DB4}"/>
                </a:ext>
              </a:extLst>
            </p:cNvPr>
            <p:cNvSpPr/>
            <p:nvPr/>
          </p:nvSpPr>
          <p:spPr>
            <a:xfrm>
              <a:off x="866050" y="3494975"/>
              <a:ext cx="1533600" cy="461350"/>
            </a:xfrm>
            <a:custGeom>
              <a:avLst/>
              <a:gdLst/>
              <a:ahLst/>
              <a:cxnLst/>
              <a:rect l="l" t="t" r="r" b="b"/>
              <a:pathLst>
                <a:path w="61344" h="18454" extrusionOk="0">
                  <a:moveTo>
                    <a:pt x="60959" y="1"/>
                  </a:moveTo>
                  <a:cubicBezTo>
                    <a:pt x="60497" y="1"/>
                    <a:pt x="60147" y="139"/>
                    <a:pt x="59776" y="297"/>
                  </a:cubicBezTo>
                  <a:cubicBezTo>
                    <a:pt x="58308" y="898"/>
                    <a:pt x="56841" y="1632"/>
                    <a:pt x="55273" y="1965"/>
                  </a:cubicBezTo>
                  <a:cubicBezTo>
                    <a:pt x="54406" y="2165"/>
                    <a:pt x="53572" y="2399"/>
                    <a:pt x="52704" y="2532"/>
                  </a:cubicBezTo>
                  <a:cubicBezTo>
                    <a:pt x="51403" y="2766"/>
                    <a:pt x="50036" y="2866"/>
                    <a:pt x="48702" y="3133"/>
                  </a:cubicBezTo>
                  <a:cubicBezTo>
                    <a:pt x="47496" y="3380"/>
                    <a:pt x="46291" y="3570"/>
                    <a:pt x="45085" y="3570"/>
                  </a:cubicBezTo>
                  <a:cubicBezTo>
                    <a:pt x="44990" y="3570"/>
                    <a:pt x="44894" y="3569"/>
                    <a:pt x="44799" y="3566"/>
                  </a:cubicBezTo>
                  <a:cubicBezTo>
                    <a:pt x="44674" y="3553"/>
                    <a:pt x="44550" y="3545"/>
                    <a:pt x="44426" y="3545"/>
                  </a:cubicBezTo>
                  <a:cubicBezTo>
                    <a:pt x="44250" y="3545"/>
                    <a:pt x="44074" y="3561"/>
                    <a:pt x="43898" y="3600"/>
                  </a:cubicBezTo>
                  <a:cubicBezTo>
                    <a:pt x="42857" y="3813"/>
                    <a:pt x="41795" y="3835"/>
                    <a:pt x="40746" y="3835"/>
                  </a:cubicBezTo>
                  <a:cubicBezTo>
                    <a:pt x="40484" y="3835"/>
                    <a:pt x="40222" y="3833"/>
                    <a:pt x="39962" y="3833"/>
                  </a:cubicBezTo>
                  <a:cubicBezTo>
                    <a:pt x="38628" y="3833"/>
                    <a:pt x="37293" y="3800"/>
                    <a:pt x="35959" y="3800"/>
                  </a:cubicBezTo>
                  <a:cubicBezTo>
                    <a:pt x="35559" y="3800"/>
                    <a:pt x="35192" y="3833"/>
                    <a:pt x="34792" y="3900"/>
                  </a:cubicBezTo>
                  <a:cubicBezTo>
                    <a:pt x="34225" y="3933"/>
                    <a:pt x="33657" y="4067"/>
                    <a:pt x="33057" y="4067"/>
                  </a:cubicBezTo>
                  <a:cubicBezTo>
                    <a:pt x="31222" y="4067"/>
                    <a:pt x="29388" y="4033"/>
                    <a:pt x="27520" y="4033"/>
                  </a:cubicBezTo>
                  <a:cubicBezTo>
                    <a:pt x="27220" y="4033"/>
                    <a:pt x="26886" y="4000"/>
                    <a:pt x="26552" y="3967"/>
                  </a:cubicBezTo>
                  <a:cubicBezTo>
                    <a:pt x="25952" y="3900"/>
                    <a:pt x="25352" y="3833"/>
                    <a:pt x="24718" y="3800"/>
                  </a:cubicBezTo>
                  <a:cubicBezTo>
                    <a:pt x="24571" y="3793"/>
                    <a:pt x="24424" y="3791"/>
                    <a:pt x="24277" y="3791"/>
                  </a:cubicBezTo>
                  <a:cubicBezTo>
                    <a:pt x="23689" y="3791"/>
                    <a:pt x="23097" y="3833"/>
                    <a:pt x="22483" y="3833"/>
                  </a:cubicBezTo>
                  <a:cubicBezTo>
                    <a:pt x="21816" y="3833"/>
                    <a:pt x="21127" y="3877"/>
                    <a:pt x="20441" y="3877"/>
                  </a:cubicBezTo>
                  <a:cubicBezTo>
                    <a:pt x="19927" y="3877"/>
                    <a:pt x="19414" y="3852"/>
                    <a:pt x="18914" y="3767"/>
                  </a:cubicBezTo>
                  <a:cubicBezTo>
                    <a:pt x="17112" y="3466"/>
                    <a:pt x="15278" y="3733"/>
                    <a:pt x="13510" y="3333"/>
                  </a:cubicBezTo>
                  <a:cubicBezTo>
                    <a:pt x="12776" y="3166"/>
                    <a:pt x="12042" y="3133"/>
                    <a:pt x="11308" y="2999"/>
                  </a:cubicBezTo>
                  <a:cubicBezTo>
                    <a:pt x="10107" y="2799"/>
                    <a:pt x="8906" y="2499"/>
                    <a:pt x="7706" y="2366"/>
                  </a:cubicBezTo>
                  <a:cubicBezTo>
                    <a:pt x="6571" y="2232"/>
                    <a:pt x="5504" y="1832"/>
                    <a:pt x="4437" y="1498"/>
                  </a:cubicBezTo>
                  <a:cubicBezTo>
                    <a:pt x="3469" y="1198"/>
                    <a:pt x="2535" y="698"/>
                    <a:pt x="1601" y="297"/>
                  </a:cubicBezTo>
                  <a:cubicBezTo>
                    <a:pt x="1248" y="171"/>
                    <a:pt x="875" y="7"/>
                    <a:pt x="439" y="7"/>
                  </a:cubicBezTo>
                  <a:cubicBezTo>
                    <a:pt x="300" y="7"/>
                    <a:pt x="154" y="23"/>
                    <a:pt x="0" y="64"/>
                  </a:cubicBezTo>
                  <a:cubicBezTo>
                    <a:pt x="434" y="698"/>
                    <a:pt x="867" y="1265"/>
                    <a:pt x="1268" y="1832"/>
                  </a:cubicBezTo>
                  <a:cubicBezTo>
                    <a:pt x="1401" y="1999"/>
                    <a:pt x="1601" y="2199"/>
                    <a:pt x="1635" y="2399"/>
                  </a:cubicBezTo>
                  <a:cubicBezTo>
                    <a:pt x="1668" y="3033"/>
                    <a:pt x="2135" y="3433"/>
                    <a:pt x="2469" y="3900"/>
                  </a:cubicBezTo>
                  <a:cubicBezTo>
                    <a:pt x="3336" y="5101"/>
                    <a:pt x="4236" y="6268"/>
                    <a:pt x="5104" y="7469"/>
                  </a:cubicBezTo>
                  <a:cubicBezTo>
                    <a:pt x="5571" y="8103"/>
                    <a:pt x="6038" y="8737"/>
                    <a:pt x="6438" y="9371"/>
                  </a:cubicBezTo>
                  <a:cubicBezTo>
                    <a:pt x="7105" y="10438"/>
                    <a:pt x="7672" y="11572"/>
                    <a:pt x="8373" y="12640"/>
                  </a:cubicBezTo>
                  <a:cubicBezTo>
                    <a:pt x="8840" y="13373"/>
                    <a:pt x="9373" y="14141"/>
                    <a:pt x="10007" y="14774"/>
                  </a:cubicBezTo>
                  <a:cubicBezTo>
                    <a:pt x="11008" y="15742"/>
                    <a:pt x="12376" y="16209"/>
                    <a:pt x="13677" y="16609"/>
                  </a:cubicBezTo>
                  <a:cubicBezTo>
                    <a:pt x="14477" y="16876"/>
                    <a:pt x="15278" y="17109"/>
                    <a:pt x="16078" y="17310"/>
                  </a:cubicBezTo>
                  <a:cubicBezTo>
                    <a:pt x="17112" y="17543"/>
                    <a:pt x="18180" y="17743"/>
                    <a:pt x="19214" y="17877"/>
                  </a:cubicBezTo>
                  <a:cubicBezTo>
                    <a:pt x="20215" y="18044"/>
                    <a:pt x="21215" y="18044"/>
                    <a:pt x="22183" y="18244"/>
                  </a:cubicBezTo>
                  <a:cubicBezTo>
                    <a:pt x="22850" y="18410"/>
                    <a:pt x="23517" y="18410"/>
                    <a:pt x="24217" y="18444"/>
                  </a:cubicBezTo>
                  <a:cubicBezTo>
                    <a:pt x="24397" y="18450"/>
                    <a:pt x="24579" y="18453"/>
                    <a:pt x="24761" y="18453"/>
                  </a:cubicBezTo>
                  <a:cubicBezTo>
                    <a:pt x="25492" y="18453"/>
                    <a:pt x="26239" y="18410"/>
                    <a:pt x="26986" y="18410"/>
                  </a:cubicBezTo>
                  <a:cubicBezTo>
                    <a:pt x="28220" y="18444"/>
                    <a:pt x="29454" y="18452"/>
                    <a:pt x="30689" y="18452"/>
                  </a:cubicBezTo>
                  <a:cubicBezTo>
                    <a:pt x="31923" y="18452"/>
                    <a:pt x="33157" y="18444"/>
                    <a:pt x="34391" y="18444"/>
                  </a:cubicBezTo>
                  <a:cubicBezTo>
                    <a:pt x="34839" y="18420"/>
                    <a:pt x="35288" y="18397"/>
                    <a:pt x="35736" y="18397"/>
                  </a:cubicBezTo>
                  <a:cubicBezTo>
                    <a:pt x="35921" y="18397"/>
                    <a:pt x="36107" y="18401"/>
                    <a:pt x="36293" y="18410"/>
                  </a:cubicBezTo>
                  <a:cubicBezTo>
                    <a:pt x="36586" y="18436"/>
                    <a:pt x="36884" y="18447"/>
                    <a:pt x="37183" y="18447"/>
                  </a:cubicBezTo>
                  <a:cubicBezTo>
                    <a:pt x="37667" y="18447"/>
                    <a:pt x="38153" y="18418"/>
                    <a:pt x="38628" y="18377"/>
                  </a:cubicBezTo>
                  <a:cubicBezTo>
                    <a:pt x="39695" y="18277"/>
                    <a:pt x="40729" y="18044"/>
                    <a:pt x="41763" y="17910"/>
                  </a:cubicBezTo>
                  <a:cubicBezTo>
                    <a:pt x="42530" y="17810"/>
                    <a:pt x="43331" y="17810"/>
                    <a:pt x="44065" y="17610"/>
                  </a:cubicBezTo>
                  <a:cubicBezTo>
                    <a:pt x="45866" y="17143"/>
                    <a:pt x="47634" y="16576"/>
                    <a:pt x="49435" y="16009"/>
                  </a:cubicBezTo>
                  <a:cubicBezTo>
                    <a:pt x="49602" y="15975"/>
                    <a:pt x="49736" y="15875"/>
                    <a:pt x="49869" y="15809"/>
                  </a:cubicBezTo>
                  <a:cubicBezTo>
                    <a:pt x="51170" y="15075"/>
                    <a:pt x="52104" y="14007"/>
                    <a:pt x="52905" y="12773"/>
                  </a:cubicBezTo>
                  <a:cubicBezTo>
                    <a:pt x="54072" y="11005"/>
                    <a:pt x="54939" y="9070"/>
                    <a:pt x="56240" y="7436"/>
                  </a:cubicBezTo>
                  <a:cubicBezTo>
                    <a:pt x="57174" y="6268"/>
                    <a:pt x="58008" y="5034"/>
                    <a:pt x="58909" y="3833"/>
                  </a:cubicBezTo>
                  <a:cubicBezTo>
                    <a:pt x="59142" y="3533"/>
                    <a:pt x="59476" y="3233"/>
                    <a:pt x="59543" y="2899"/>
                  </a:cubicBezTo>
                  <a:cubicBezTo>
                    <a:pt x="59709" y="1999"/>
                    <a:pt x="60410" y="1465"/>
                    <a:pt x="60844" y="764"/>
                  </a:cubicBezTo>
                  <a:cubicBezTo>
                    <a:pt x="60944" y="564"/>
                    <a:pt x="61110" y="364"/>
                    <a:pt x="61344" y="31"/>
                  </a:cubicBezTo>
                  <a:cubicBezTo>
                    <a:pt x="61206" y="10"/>
                    <a:pt x="61079" y="1"/>
                    <a:pt x="60959" y="1"/>
                  </a:cubicBezTo>
                  <a:close/>
                </a:path>
              </a:pathLst>
            </a:cu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707;p40">
              <a:extLst>
                <a:ext uri="{FF2B5EF4-FFF2-40B4-BE49-F238E27FC236}">
                  <a16:creationId xmlns:a16="http://schemas.microsoft.com/office/drawing/2014/main" id="{8FC46621-591B-A75E-5090-6A81C440F05D}"/>
                </a:ext>
              </a:extLst>
            </p:cNvPr>
            <p:cNvSpPr/>
            <p:nvPr/>
          </p:nvSpPr>
          <p:spPr>
            <a:xfrm>
              <a:off x="1162925" y="3932700"/>
              <a:ext cx="939850" cy="465775"/>
            </a:xfrm>
            <a:custGeom>
              <a:avLst/>
              <a:gdLst/>
              <a:ahLst/>
              <a:cxnLst/>
              <a:rect l="l" t="t" r="r" b="b"/>
              <a:pathLst>
                <a:path w="37594" h="18631" extrusionOk="0">
                  <a:moveTo>
                    <a:pt x="37460" y="1"/>
                  </a:moveTo>
                  <a:cubicBezTo>
                    <a:pt x="37027" y="168"/>
                    <a:pt x="36626" y="334"/>
                    <a:pt x="36226" y="468"/>
                  </a:cubicBezTo>
                  <a:cubicBezTo>
                    <a:pt x="35192" y="768"/>
                    <a:pt x="34158" y="1068"/>
                    <a:pt x="33157" y="1368"/>
                  </a:cubicBezTo>
                  <a:cubicBezTo>
                    <a:pt x="32990" y="1402"/>
                    <a:pt x="32857" y="1469"/>
                    <a:pt x="32690" y="1502"/>
                  </a:cubicBezTo>
                  <a:cubicBezTo>
                    <a:pt x="31122" y="1669"/>
                    <a:pt x="29555" y="1835"/>
                    <a:pt x="27987" y="2002"/>
                  </a:cubicBezTo>
                  <a:cubicBezTo>
                    <a:pt x="27820" y="2002"/>
                    <a:pt x="27653" y="2036"/>
                    <a:pt x="27487" y="2069"/>
                  </a:cubicBezTo>
                  <a:cubicBezTo>
                    <a:pt x="26953" y="2136"/>
                    <a:pt x="26419" y="2269"/>
                    <a:pt x="25885" y="2269"/>
                  </a:cubicBezTo>
                  <a:cubicBezTo>
                    <a:pt x="22750" y="2269"/>
                    <a:pt x="19614" y="2284"/>
                    <a:pt x="16479" y="2284"/>
                  </a:cubicBezTo>
                  <a:cubicBezTo>
                    <a:pt x="14911" y="2284"/>
                    <a:pt x="13343" y="2280"/>
                    <a:pt x="11775" y="2269"/>
                  </a:cubicBezTo>
                  <a:cubicBezTo>
                    <a:pt x="10641" y="2236"/>
                    <a:pt x="9474" y="2036"/>
                    <a:pt x="8340" y="1902"/>
                  </a:cubicBezTo>
                  <a:cubicBezTo>
                    <a:pt x="7939" y="1869"/>
                    <a:pt x="7572" y="1802"/>
                    <a:pt x="7172" y="1735"/>
                  </a:cubicBezTo>
                  <a:cubicBezTo>
                    <a:pt x="6371" y="1669"/>
                    <a:pt x="5538" y="1669"/>
                    <a:pt x="4770" y="1469"/>
                  </a:cubicBezTo>
                  <a:cubicBezTo>
                    <a:pt x="3336" y="1068"/>
                    <a:pt x="1902" y="535"/>
                    <a:pt x="467" y="67"/>
                  </a:cubicBezTo>
                  <a:cubicBezTo>
                    <a:pt x="367" y="34"/>
                    <a:pt x="234" y="34"/>
                    <a:pt x="0" y="34"/>
                  </a:cubicBezTo>
                  <a:cubicBezTo>
                    <a:pt x="134" y="535"/>
                    <a:pt x="267" y="968"/>
                    <a:pt x="401" y="1368"/>
                  </a:cubicBezTo>
                  <a:cubicBezTo>
                    <a:pt x="734" y="2336"/>
                    <a:pt x="968" y="3303"/>
                    <a:pt x="934" y="4337"/>
                  </a:cubicBezTo>
                  <a:cubicBezTo>
                    <a:pt x="934" y="4637"/>
                    <a:pt x="1001" y="4971"/>
                    <a:pt x="1068" y="5271"/>
                  </a:cubicBezTo>
                  <a:cubicBezTo>
                    <a:pt x="1435" y="7006"/>
                    <a:pt x="1735" y="8073"/>
                    <a:pt x="1668" y="9875"/>
                  </a:cubicBezTo>
                  <a:cubicBezTo>
                    <a:pt x="1635" y="11576"/>
                    <a:pt x="1601" y="11609"/>
                    <a:pt x="1668" y="13310"/>
                  </a:cubicBezTo>
                  <a:cubicBezTo>
                    <a:pt x="1668" y="13977"/>
                    <a:pt x="1668" y="14611"/>
                    <a:pt x="1668" y="15212"/>
                  </a:cubicBezTo>
                  <a:cubicBezTo>
                    <a:pt x="2402" y="15812"/>
                    <a:pt x="3269" y="16146"/>
                    <a:pt x="4137" y="16379"/>
                  </a:cubicBezTo>
                  <a:cubicBezTo>
                    <a:pt x="4704" y="16513"/>
                    <a:pt x="5237" y="16713"/>
                    <a:pt x="5771" y="16913"/>
                  </a:cubicBezTo>
                  <a:cubicBezTo>
                    <a:pt x="6438" y="17146"/>
                    <a:pt x="7139" y="17280"/>
                    <a:pt x="7839" y="17380"/>
                  </a:cubicBezTo>
                  <a:cubicBezTo>
                    <a:pt x="8873" y="17547"/>
                    <a:pt x="9907" y="17613"/>
                    <a:pt x="10908" y="17713"/>
                  </a:cubicBezTo>
                  <a:cubicBezTo>
                    <a:pt x="11408" y="17780"/>
                    <a:pt x="11875" y="17880"/>
                    <a:pt x="12342" y="17947"/>
                  </a:cubicBezTo>
                  <a:cubicBezTo>
                    <a:pt x="13310" y="18080"/>
                    <a:pt x="14244" y="18247"/>
                    <a:pt x="15211" y="18381"/>
                  </a:cubicBezTo>
                  <a:cubicBezTo>
                    <a:pt x="15812" y="18447"/>
                    <a:pt x="16345" y="18414"/>
                    <a:pt x="16946" y="18581"/>
                  </a:cubicBezTo>
                  <a:cubicBezTo>
                    <a:pt x="17075" y="18617"/>
                    <a:pt x="17207" y="18631"/>
                    <a:pt x="17341" y="18631"/>
                  </a:cubicBezTo>
                  <a:cubicBezTo>
                    <a:pt x="17831" y="18631"/>
                    <a:pt x="18349" y="18440"/>
                    <a:pt x="18847" y="18414"/>
                  </a:cubicBezTo>
                  <a:cubicBezTo>
                    <a:pt x="19381" y="18414"/>
                    <a:pt x="19962" y="18603"/>
                    <a:pt x="20530" y="18603"/>
                  </a:cubicBezTo>
                  <a:cubicBezTo>
                    <a:pt x="20637" y="18603"/>
                    <a:pt x="20743" y="18597"/>
                    <a:pt x="20848" y="18581"/>
                  </a:cubicBezTo>
                  <a:cubicBezTo>
                    <a:pt x="21816" y="18447"/>
                    <a:pt x="22817" y="18214"/>
                    <a:pt x="23784" y="18180"/>
                  </a:cubicBezTo>
                  <a:cubicBezTo>
                    <a:pt x="24885" y="18114"/>
                    <a:pt x="25885" y="17814"/>
                    <a:pt x="26953" y="17713"/>
                  </a:cubicBezTo>
                  <a:cubicBezTo>
                    <a:pt x="27853" y="17613"/>
                    <a:pt x="28754" y="17447"/>
                    <a:pt x="29655" y="17413"/>
                  </a:cubicBezTo>
                  <a:cubicBezTo>
                    <a:pt x="30622" y="17380"/>
                    <a:pt x="31489" y="17180"/>
                    <a:pt x="32357" y="16779"/>
                  </a:cubicBezTo>
                  <a:cubicBezTo>
                    <a:pt x="32657" y="16646"/>
                    <a:pt x="32957" y="16513"/>
                    <a:pt x="33257" y="16446"/>
                  </a:cubicBezTo>
                  <a:cubicBezTo>
                    <a:pt x="34325" y="16246"/>
                    <a:pt x="35292" y="15845"/>
                    <a:pt x="36126" y="15245"/>
                  </a:cubicBezTo>
                  <a:cubicBezTo>
                    <a:pt x="36360" y="14244"/>
                    <a:pt x="35893" y="13377"/>
                    <a:pt x="35993" y="12410"/>
                  </a:cubicBezTo>
                  <a:cubicBezTo>
                    <a:pt x="36159" y="11042"/>
                    <a:pt x="36026" y="11309"/>
                    <a:pt x="35959" y="9941"/>
                  </a:cubicBezTo>
                  <a:cubicBezTo>
                    <a:pt x="35859" y="8140"/>
                    <a:pt x="36159" y="7073"/>
                    <a:pt x="36526" y="5338"/>
                  </a:cubicBezTo>
                  <a:cubicBezTo>
                    <a:pt x="36593" y="4938"/>
                    <a:pt x="36693" y="4571"/>
                    <a:pt x="36693" y="4170"/>
                  </a:cubicBezTo>
                  <a:cubicBezTo>
                    <a:pt x="36660" y="3270"/>
                    <a:pt x="36860" y="2436"/>
                    <a:pt x="37127" y="1602"/>
                  </a:cubicBezTo>
                  <a:cubicBezTo>
                    <a:pt x="37294" y="1135"/>
                    <a:pt x="37460" y="635"/>
                    <a:pt x="37594" y="134"/>
                  </a:cubicBezTo>
                  <a:cubicBezTo>
                    <a:pt x="37560" y="101"/>
                    <a:pt x="37494" y="34"/>
                    <a:pt x="37460" y="1"/>
                  </a:cubicBezTo>
                  <a:close/>
                </a:path>
              </a:pathLst>
            </a:cu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708;p40">
              <a:extLst>
                <a:ext uri="{FF2B5EF4-FFF2-40B4-BE49-F238E27FC236}">
                  <a16:creationId xmlns:a16="http://schemas.microsoft.com/office/drawing/2014/main" id="{1B8C02CA-24DA-6F45-14AD-50FFC7240809}"/>
                </a:ext>
              </a:extLst>
            </p:cNvPr>
            <p:cNvSpPr/>
            <p:nvPr/>
          </p:nvSpPr>
          <p:spPr>
            <a:xfrm>
              <a:off x="951925" y="1816075"/>
              <a:ext cx="1358500" cy="362075"/>
            </a:xfrm>
            <a:custGeom>
              <a:avLst/>
              <a:gdLst/>
              <a:ahLst/>
              <a:cxnLst/>
              <a:rect l="l" t="t" r="r" b="b"/>
              <a:pathLst>
                <a:path w="54340" h="14483" extrusionOk="0">
                  <a:moveTo>
                    <a:pt x="30047" y="1"/>
                  </a:moveTo>
                  <a:cubicBezTo>
                    <a:pt x="28755" y="1"/>
                    <a:pt x="27476" y="71"/>
                    <a:pt x="26201" y="71"/>
                  </a:cubicBezTo>
                  <a:cubicBezTo>
                    <a:pt x="25751" y="71"/>
                    <a:pt x="25301" y="62"/>
                    <a:pt x="24852" y="39"/>
                  </a:cubicBezTo>
                  <a:cubicBezTo>
                    <a:pt x="24644" y="27"/>
                    <a:pt x="24438" y="22"/>
                    <a:pt x="24232" y="22"/>
                  </a:cubicBezTo>
                  <a:cubicBezTo>
                    <a:pt x="22583" y="22"/>
                    <a:pt x="20979" y="339"/>
                    <a:pt x="19348" y="339"/>
                  </a:cubicBezTo>
                  <a:cubicBezTo>
                    <a:pt x="19248" y="339"/>
                    <a:pt x="19148" y="372"/>
                    <a:pt x="19048" y="405"/>
                  </a:cubicBezTo>
                  <a:cubicBezTo>
                    <a:pt x="18514" y="472"/>
                    <a:pt x="17980" y="506"/>
                    <a:pt x="17413" y="572"/>
                  </a:cubicBezTo>
                  <a:cubicBezTo>
                    <a:pt x="17013" y="639"/>
                    <a:pt x="16579" y="672"/>
                    <a:pt x="16179" y="772"/>
                  </a:cubicBezTo>
                  <a:cubicBezTo>
                    <a:pt x="15112" y="1039"/>
                    <a:pt x="14078" y="1339"/>
                    <a:pt x="12977" y="1606"/>
                  </a:cubicBezTo>
                  <a:cubicBezTo>
                    <a:pt x="11776" y="1873"/>
                    <a:pt x="10542" y="2207"/>
                    <a:pt x="9408" y="2774"/>
                  </a:cubicBezTo>
                  <a:cubicBezTo>
                    <a:pt x="8440" y="3274"/>
                    <a:pt x="7339" y="3541"/>
                    <a:pt x="6439" y="4208"/>
                  </a:cubicBezTo>
                  <a:cubicBezTo>
                    <a:pt x="6272" y="4308"/>
                    <a:pt x="6039" y="4375"/>
                    <a:pt x="5805" y="4475"/>
                  </a:cubicBezTo>
                  <a:cubicBezTo>
                    <a:pt x="4304" y="5009"/>
                    <a:pt x="2870" y="5743"/>
                    <a:pt x="1469" y="6577"/>
                  </a:cubicBezTo>
                  <a:cubicBezTo>
                    <a:pt x="535" y="7110"/>
                    <a:pt x="1" y="7677"/>
                    <a:pt x="168" y="8878"/>
                  </a:cubicBezTo>
                  <a:cubicBezTo>
                    <a:pt x="435" y="9312"/>
                    <a:pt x="868" y="9745"/>
                    <a:pt x="1469" y="9979"/>
                  </a:cubicBezTo>
                  <a:cubicBezTo>
                    <a:pt x="2836" y="10546"/>
                    <a:pt x="4237" y="11080"/>
                    <a:pt x="5638" y="11580"/>
                  </a:cubicBezTo>
                  <a:cubicBezTo>
                    <a:pt x="6672" y="11947"/>
                    <a:pt x="7773" y="12247"/>
                    <a:pt x="8807" y="12648"/>
                  </a:cubicBezTo>
                  <a:cubicBezTo>
                    <a:pt x="9741" y="12981"/>
                    <a:pt x="10642" y="13248"/>
                    <a:pt x="11643" y="13248"/>
                  </a:cubicBezTo>
                  <a:cubicBezTo>
                    <a:pt x="11909" y="13248"/>
                    <a:pt x="12210" y="13315"/>
                    <a:pt x="12510" y="13381"/>
                  </a:cubicBezTo>
                  <a:cubicBezTo>
                    <a:pt x="12943" y="13481"/>
                    <a:pt x="13377" y="13682"/>
                    <a:pt x="13811" y="13715"/>
                  </a:cubicBezTo>
                  <a:cubicBezTo>
                    <a:pt x="15306" y="13840"/>
                    <a:pt x="16772" y="14255"/>
                    <a:pt x="18291" y="14255"/>
                  </a:cubicBezTo>
                  <a:cubicBezTo>
                    <a:pt x="18399" y="14255"/>
                    <a:pt x="18506" y="14253"/>
                    <a:pt x="18614" y="14249"/>
                  </a:cubicBezTo>
                  <a:cubicBezTo>
                    <a:pt x="18814" y="14249"/>
                    <a:pt x="19014" y="14282"/>
                    <a:pt x="19181" y="14315"/>
                  </a:cubicBezTo>
                  <a:cubicBezTo>
                    <a:pt x="19648" y="14382"/>
                    <a:pt x="20082" y="14482"/>
                    <a:pt x="20549" y="14482"/>
                  </a:cubicBezTo>
                  <a:lnTo>
                    <a:pt x="33958" y="14482"/>
                  </a:lnTo>
                  <a:cubicBezTo>
                    <a:pt x="34292" y="14482"/>
                    <a:pt x="34659" y="14449"/>
                    <a:pt x="35026" y="14382"/>
                  </a:cubicBezTo>
                  <a:cubicBezTo>
                    <a:pt x="35493" y="14349"/>
                    <a:pt x="35960" y="14282"/>
                    <a:pt x="36460" y="14249"/>
                  </a:cubicBezTo>
                  <a:cubicBezTo>
                    <a:pt x="36528" y="14241"/>
                    <a:pt x="36600" y="14239"/>
                    <a:pt x="36673" y="14239"/>
                  </a:cubicBezTo>
                  <a:cubicBezTo>
                    <a:pt x="36804" y="14239"/>
                    <a:pt x="36940" y="14246"/>
                    <a:pt x="37074" y="14246"/>
                  </a:cubicBezTo>
                  <a:cubicBezTo>
                    <a:pt x="37197" y="14246"/>
                    <a:pt x="37317" y="14240"/>
                    <a:pt x="37428" y="14215"/>
                  </a:cubicBezTo>
                  <a:cubicBezTo>
                    <a:pt x="38895" y="13882"/>
                    <a:pt x="40430" y="13848"/>
                    <a:pt x="41897" y="13381"/>
                  </a:cubicBezTo>
                  <a:cubicBezTo>
                    <a:pt x="42231" y="13281"/>
                    <a:pt x="42598" y="13248"/>
                    <a:pt x="42932" y="13248"/>
                  </a:cubicBezTo>
                  <a:cubicBezTo>
                    <a:pt x="43866" y="13215"/>
                    <a:pt x="44733" y="12981"/>
                    <a:pt x="45567" y="12648"/>
                  </a:cubicBezTo>
                  <a:cubicBezTo>
                    <a:pt x="46367" y="12347"/>
                    <a:pt x="47235" y="12181"/>
                    <a:pt x="48035" y="11780"/>
                  </a:cubicBezTo>
                  <a:cubicBezTo>
                    <a:pt x="48569" y="11480"/>
                    <a:pt x="49269" y="11447"/>
                    <a:pt x="49870" y="11247"/>
                  </a:cubicBezTo>
                  <a:cubicBezTo>
                    <a:pt x="50737" y="10913"/>
                    <a:pt x="51604" y="10513"/>
                    <a:pt x="52472" y="10212"/>
                  </a:cubicBezTo>
                  <a:cubicBezTo>
                    <a:pt x="53272" y="9946"/>
                    <a:pt x="53906" y="9479"/>
                    <a:pt x="54340" y="8778"/>
                  </a:cubicBezTo>
                  <a:cubicBezTo>
                    <a:pt x="54306" y="8511"/>
                    <a:pt x="54240" y="8244"/>
                    <a:pt x="54273" y="7978"/>
                  </a:cubicBezTo>
                  <a:cubicBezTo>
                    <a:pt x="54306" y="7444"/>
                    <a:pt x="54006" y="7144"/>
                    <a:pt x="53572" y="6910"/>
                  </a:cubicBezTo>
                  <a:cubicBezTo>
                    <a:pt x="52105" y="6110"/>
                    <a:pt x="50704" y="5176"/>
                    <a:pt x="49103" y="4642"/>
                  </a:cubicBezTo>
                  <a:cubicBezTo>
                    <a:pt x="47968" y="4242"/>
                    <a:pt x="46934" y="3608"/>
                    <a:pt x="45867" y="3107"/>
                  </a:cubicBezTo>
                  <a:cubicBezTo>
                    <a:pt x="44466" y="2474"/>
                    <a:pt x="43065" y="1907"/>
                    <a:pt x="41564" y="1606"/>
                  </a:cubicBezTo>
                  <a:cubicBezTo>
                    <a:pt x="40430" y="1373"/>
                    <a:pt x="39296" y="1039"/>
                    <a:pt x="38161" y="739"/>
                  </a:cubicBezTo>
                  <a:cubicBezTo>
                    <a:pt x="37861" y="672"/>
                    <a:pt x="37528" y="606"/>
                    <a:pt x="37227" y="572"/>
                  </a:cubicBezTo>
                  <a:cubicBezTo>
                    <a:pt x="35993" y="472"/>
                    <a:pt x="34792" y="372"/>
                    <a:pt x="33558" y="239"/>
                  </a:cubicBezTo>
                  <a:cubicBezTo>
                    <a:pt x="33458" y="239"/>
                    <a:pt x="33358" y="205"/>
                    <a:pt x="33291" y="205"/>
                  </a:cubicBezTo>
                  <a:cubicBezTo>
                    <a:pt x="32391" y="139"/>
                    <a:pt x="31490" y="5"/>
                    <a:pt x="30589" y="5"/>
                  </a:cubicBezTo>
                  <a:cubicBezTo>
                    <a:pt x="30408" y="2"/>
                    <a:pt x="30228" y="1"/>
                    <a:pt x="30047" y="1"/>
                  </a:cubicBezTo>
                  <a:close/>
                </a:path>
              </a:pathLst>
            </a:custGeom>
            <a:solidFill>
              <a:srgbClr val="318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 name="Google Shape;709;p40">
              <a:extLst>
                <a:ext uri="{FF2B5EF4-FFF2-40B4-BE49-F238E27FC236}">
                  <a16:creationId xmlns:a16="http://schemas.microsoft.com/office/drawing/2014/main" id="{1CDC4BA1-A8A8-EF2E-78CB-FB150A128683}"/>
                </a:ext>
              </a:extLst>
            </p:cNvPr>
            <p:cNvSpPr/>
            <p:nvPr/>
          </p:nvSpPr>
          <p:spPr>
            <a:xfrm>
              <a:off x="1157075" y="4600675"/>
              <a:ext cx="956550" cy="210675"/>
            </a:xfrm>
            <a:custGeom>
              <a:avLst/>
              <a:gdLst/>
              <a:ahLst/>
              <a:cxnLst/>
              <a:rect l="l" t="t" r="r" b="b"/>
              <a:pathLst>
                <a:path w="38262" h="8427" extrusionOk="0">
                  <a:moveTo>
                    <a:pt x="38161" y="1"/>
                  </a:moveTo>
                  <a:cubicBezTo>
                    <a:pt x="37561" y="468"/>
                    <a:pt x="37127" y="868"/>
                    <a:pt x="36660" y="1202"/>
                  </a:cubicBezTo>
                  <a:cubicBezTo>
                    <a:pt x="35793" y="1769"/>
                    <a:pt x="34992" y="2469"/>
                    <a:pt x="33892" y="2736"/>
                  </a:cubicBezTo>
                  <a:cubicBezTo>
                    <a:pt x="33258" y="2870"/>
                    <a:pt x="32657" y="3203"/>
                    <a:pt x="31957" y="3237"/>
                  </a:cubicBezTo>
                  <a:cubicBezTo>
                    <a:pt x="31423" y="3237"/>
                    <a:pt x="30923" y="3370"/>
                    <a:pt x="30422" y="3437"/>
                  </a:cubicBezTo>
                  <a:cubicBezTo>
                    <a:pt x="29589" y="3603"/>
                    <a:pt x="28788" y="3870"/>
                    <a:pt x="27954" y="3904"/>
                  </a:cubicBezTo>
                  <a:cubicBezTo>
                    <a:pt x="26486" y="4004"/>
                    <a:pt x="25052" y="4437"/>
                    <a:pt x="23584" y="4604"/>
                  </a:cubicBezTo>
                  <a:cubicBezTo>
                    <a:pt x="21740" y="4859"/>
                    <a:pt x="19926" y="5174"/>
                    <a:pt x="18085" y="5174"/>
                  </a:cubicBezTo>
                  <a:cubicBezTo>
                    <a:pt x="17994" y="5174"/>
                    <a:pt x="17904" y="5173"/>
                    <a:pt x="17813" y="5171"/>
                  </a:cubicBezTo>
                  <a:cubicBezTo>
                    <a:pt x="17213" y="5155"/>
                    <a:pt x="16613" y="5155"/>
                    <a:pt x="16012" y="5155"/>
                  </a:cubicBezTo>
                  <a:cubicBezTo>
                    <a:pt x="15412" y="5155"/>
                    <a:pt x="14811" y="5155"/>
                    <a:pt x="14211" y="5138"/>
                  </a:cubicBezTo>
                  <a:cubicBezTo>
                    <a:pt x="13744" y="5138"/>
                    <a:pt x="13277" y="5038"/>
                    <a:pt x="12777" y="4971"/>
                  </a:cubicBezTo>
                  <a:cubicBezTo>
                    <a:pt x="11709" y="4871"/>
                    <a:pt x="10675" y="4738"/>
                    <a:pt x="9608" y="4604"/>
                  </a:cubicBezTo>
                  <a:cubicBezTo>
                    <a:pt x="9074" y="4537"/>
                    <a:pt x="8540" y="4437"/>
                    <a:pt x="8006" y="4304"/>
                  </a:cubicBezTo>
                  <a:cubicBezTo>
                    <a:pt x="7640" y="4237"/>
                    <a:pt x="7306" y="4104"/>
                    <a:pt x="6972" y="4004"/>
                  </a:cubicBezTo>
                  <a:cubicBezTo>
                    <a:pt x="5371" y="3437"/>
                    <a:pt x="3770" y="2836"/>
                    <a:pt x="2136" y="2269"/>
                  </a:cubicBezTo>
                  <a:cubicBezTo>
                    <a:pt x="1468" y="2036"/>
                    <a:pt x="768" y="1836"/>
                    <a:pt x="34" y="1602"/>
                  </a:cubicBezTo>
                  <a:cubicBezTo>
                    <a:pt x="34" y="2403"/>
                    <a:pt x="34" y="3170"/>
                    <a:pt x="1" y="3904"/>
                  </a:cubicBezTo>
                  <a:cubicBezTo>
                    <a:pt x="1" y="4237"/>
                    <a:pt x="101" y="4471"/>
                    <a:pt x="401" y="4638"/>
                  </a:cubicBezTo>
                  <a:cubicBezTo>
                    <a:pt x="1268" y="5105"/>
                    <a:pt x="2102" y="5672"/>
                    <a:pt x="3036" y="6039"/>
                  </a:cubicBezTo>
                  <a:cubicBezTo>
                    <a:pt x="4637" y="6606"/>
                    <a:pt x="6239" y="7239"/>
                    <a:pt x="7973" y="7473"/>
                  </a:cubicBezTo>
                  <a:cubicBezTo>
                    <a:pt x="8607" y="7573"/>
                    <a:pt x="9241" y="7673"/>
                    <a:pt x="9841" y="7873"/>
                  </a:cubicBezTo>
                  <a:cubicBezTo>
                    <a:pt x="11109" y="8273"/>
                    <a:pt x="12410" y="8340"/>
                    <a:pt x="13677" y="8374"/>
                  </a:cubicBezTo>
                  <a:cubicBezTo>
                    <a:pt x="15012" y="8413"/>
                    <a:pt x="16347" y="8426"/>
                    <a:pt x="17682" y="8426"/>
                  </a:cubicBezTo>
                  <a:cubicBezTo>
                    <a:pt x="19750" y="8426"/>
                    <a:pt x="21817" y="8394"/>
                    <a:pt x="23884" y="8374"/>
                  </a:cubicBezTo>
                  <a:cubicBezTo>
                    <a:pt x="24793" y="8374"/>
                    <a:pt x="25715" y="8416"/>
                    <a:pt x="26639" y="8416"/>
                  </a:cubicBezTo>
                  <a:cubicBezTo>
                    <a:pt x="27717" y="8416"/>
                    <a:pt x="28796" y="8358"/>
                    <a:pt x="29855" y="8107"/>
                  </a:cubicBezTo>
                  <a:cubicBezTo>
                    <a:pt x="30623" y="7940"/>
                    <a:pt x="31390" y="7907"/>
                    <a:pt x="32090" y="7506"/>
                  </a:cubicBezTo>
                  <a:cubicBezTo>
                    <a:pt x="32424" y="7273"/>
                    <a:pt x="32824" y="7073"/>
                    <a:pt x="33224" y="6973"/>
                  </a:cubicBezTo>
                  <a:cubicBezTo>
                    <a:pt x="34425" y="6706"/>
                    <a:pt x="35459" y="6072"/>
                    <a:pt x="36594" y="5605"/>
                  </a:cubicBezTo>
                  <a:cubicBezTo>
                    <a:pt x="36960" y="5471"/>
                    <a:pt x="37294" y="5271"/>
                    <a:pt x="37628" y="5071"/>
                  </a:cubicBezTo>
                  <a:cubicBezTo>
                    <a:pt x="38061" y="4838"/>
                    <a:pt x="38261" y="4471"/>
                    <a:pt x="38261" y="3970"/>
                  </a:cubicBezTo>
                  <a:cubicBezTo>
                    <a:pt x="38228" y="2903"/>
                    <a:pt x="38261" y="1836"/>
                    <a:pt x="38261" y="735"/>
                  </a:cubicBezTo>
                  <a:cubicBezTo>
                    <a:pt x="38261" y="568"/>
                    <a:pt x="38195" y="368"/>
                    <a:pt x="38161"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710;p40">
              <a:extLst>
                <a:ext uri="{FF2B5EF4-FFF2-40B4-BE49-F238E27FC236}">
                  <a16:creationId xmlns:a16="http://schemas.microsoft.com/office/drawing/2014/main" id="{411E5B95-6D1B-F15E-76CB-0F1A2BA1F869}"/>
                </a:ext>
              </a:extLst>
            </p:cNvPr>
            <p:cNvSpPr/>
            <p:nvPr/>
          </p:nvSpPr>
          <p:spPr>
            <a:xfrm>
              <a:off x="1255475" y="4894225"/>
              <a:ext cx="760575" cy="192675"/>
            </a:xfrm>
            <a:custGeom>
              <a:avLst/>
              <a:gdLst/>
              <a:ahLst/>
              <a:cxnLst/>
              <a:rect l="l" t="t" r="r" b="b"/>
              <a:pathLst>
                <a:path w="30423" h="7707" extrusionOk="0">
                  <a:moveTo>
                    <a:pt x="30423" y="1"/>
                  </a:moveTo>
                  <a:cubicBezTo>
                    <a:pt x="30122" y="34"/>
                    <a:pt x="30022" y="34"/>
                    <a:pt x="29956" y="67"/>
                  </a:cubicBezTo>
                  <a:cubicBezTo>
                    <a:pt x="29322" y="334"/>
                    <a:pt x="28721" y="701"/>
                    <a:pt x="28088" y="901"/>
                  </a:cubicBezTo>
                  <a:cubicBezTo>
                    <a:pt x="27220" y="1168"/>
                    <a:pt x="26353" y="1335"/>
                    <a:pt x="25452" y="1502"/>
                  </a:cubicBezTo>
                  <a:cubicBezTo>
                    <a:pt x="24719" y="1669"/>
                    <a:pt x="23951" y="1735"/>
                    <a:pt x="23184" y="1869"/>
                  </a:cubicBezTo>
                  <a:cubicBezTo>
                    <a:pt x="22250" y="2002"/>
                    <a:pt x="21316" y="2169"/>
                    <a:pt x="20415" y="2336"/>
                  </a:cubicBezTo>
                  <a:cubicBezTo>
                    <a:pt x="20015" y="2402"/>
                    <a:pt x="19648" y="2502"/>
                    <a:pt x="19281" y="2536"/>
                  </a:cubicBezTo>
                  <a:cubicBezTo>
                    <a:pt x="18264" y="2631"/>
                    <a:pt x="17278" y="2938"/>
                    <a:pt x="16264" y="2938"/>
                  </a:cubicBezTo>
                  <a:cubicBezTo>
                    <a:pt x="16213" y="2938"/>
                    <a:pt x="16163" y="2938"/>
                    <a:pt x="16112" y="2936"/>
                  </a:cubicBezTo>
                  <a:cubicBezTo>
                    <a:pt x="14611" y="2903"/>
                    <a:pt x="13077" y="2969"/>
                    <a:pt x="11576" y="2636"/>
                  </a:cubicBezTo>
                  <a:cubicBezTo>
                    <a:pt x="10709" y="2469"/>
                    <a:pt x="9808" y="2369"/>
                    <a:pt x="8907" y="2236"/>
                  </a:cubicBezTo>
                  <a:cubicBezTo>
                    <a:pt x="7706" y="2002"/>
                    <a:pt x="6506" y="1669"/>
                    <a:pt x="5305" y="1568"/>
                  </a:cubicBezTo>
                  <a:cubicBezTo>
                    <a:pt x="3637" y="1402"/>
                    <a:pt x="2102" y="868"/>
                    <a:pt x="635" y="134"/>
                  </a:cubicBezTo>
                  <a:cubicBezTo>
                    <a:pt x="468" y="67"/>
                    <a:pt x="301" y="67"/>
                    <a:pt x="1" y="1"/>
                  </a:cubicBezTo>
                  <a:lnTo>
                    <a:pt x="1" y="1"/>
                  </a:lnTo>
                  <a:cubicBezTo>
                    <a:pt x="368" y="1101"/>
                    <a:pt x="701" y="2102"/>
                    <a:pt x="1002" y="3070"/>
                  </a:cubicBezTo>
                  <a:cubicBezTo>
                    <a:pt x="1268" y="3970"/>
                    <a:pt x="2002" y="4571"/>
                    <a:pt x="2569" y="5238"/>
                  </a:cubicBezTo>
                  <a:cubicBezTo>
                    <a:pt x="2770" y="5471"/>
                    <a:pt x="3136" y="5638"/>
                    <a:pt x="3470" y="5738"/>
                  </a:cubicBezTo>
                  <a:cubicBezTo>
                    <a:pt x="4571" y="6072"/>
                    <a:pt x="5672" y="6305"/>
                    <a:pt x="6739" y="6672"/>
                  </a:cubicBezTo>
                  <a:cubicBezTo>
                    <a:pt x="8640" y="7373"/>
                    <a:pt x="10642" y="7406"/>
                    <a:pt x="12643" y="7539"/>
                  </a:cubicBezTo>
                  <a:cubicBezTo>
                    <a:pt x="13410" y="7606"/>
                    <a:pt x="14178" y="7673"/>
                    <a:pt x="14978" y="7706"/>
                  </a:cubicBezTo>
                  <a:lnTo>
                    <a:pt x="15445" y="7706"/>
                  </a:lnTo>
                  <a:cubicBezTo>
                    <a:pt x="16146" y="7639"/>
                    <a:pt x="16846" y="7606"/>
                    <a:pt x="17580" y="7539"/>
                  </a:cubicBezTo>
                  <a:cubicBezTo>
                    <a:pt x="18881" y="7439"/>
                    <a:pt x="20215" y="7473"/>
                    <a:pt x="21516" y="7206"/>
                  </a:cubicBezTo>
                  <a:cubicBezTo>
                    <a:pt x="22984" y="6939"/>
                    <a:pt x="24452" y="6439"/>
                    <a:pt x="25919" y="6038"/>
                  </a:cubicBezTo>
                  <a:cubicBezTo>
                    <a:pt x="26120" y="5972"/>
                    <a:pt x="26320" y="5838"/>
                    <a:pt x="26553" y="5805"/>
                  </a:cubicBezTo>
                  <a:cubicBezTo>
                    <a:pt x="27954" y="5638"/>
                    <a:pt x="28621" y="4504"/>
                    <a:pt x="29188" y="3503"/>
                  </a:cubicBezTo>
                  <a:cubicBezTo>
                    <a:pt x="29755" y="2469"/>
                    <a:pt x="29989" y="1268"/>
                    <a:pt x="30423"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711;p40">
              <a:extLst>
                <a:ext uri="{FF2B5EF4-FFF2-40B4-BE49-F238E27FC236}">
                  <a16:creationId xmlns:a16="http://schemas.microsoft.com/office/drawing/2014/main" id="{DA33A2D1-2082-FF35-B959-7085FAE55A58}"/>
                </a:ext>
              </a:extLst>
            </p:cNvPr>
            <p:cNvSpPr/>
            <p:nvPr/>
          </p:nvSpPr>
          <p:spPr>
            <a:xfrm>
              <a:off x="1162925" y="4472250"/>
              <a:ext cx="949850" cy="224025"/>
            </a:xfrm>
            <a:custGeom>
              <a:avLst/>
              <a:gdLst/>
              <a:ahLst/>
              <a:cxnLst/>
              <a:rect l="l" t="t" r="r" b="b"/>
              <a:pathLst>
                <a:path w="37994" h="8961" extrusionOk="0">
                  <a:moveTo>
                    <a:pt x="37494" y="1"/>
                  </a:moveTo>
                  <a:cubicBezTo>
                    <a:pt x="36693" y="301"/>
                    <a:pt x="36293" y="902"/>
                    <a:pt x="35759" y="1369"/>
                  </a:cubicBezTo>
                  <a:cubicBezTo>
                    <a:pt x="34758" y="2269"/>
                    <a:pt x="33658" y="3036"/>
                    <a:pt x="32357" y="3403"/>
                  </a:cubicBezTo>
                  <a:cubicBezTo>
                    <a:pt x="29855" y="4104"/>
                    <a:pt x="27320" y="4704"/>
                    <a:pt x="24785" y="5238"/>
                  </a:cubicBezTo>
                  <a:cubicBezTo>
                    <a:pt x="23450" y="5505"/>
                    <a:pt x="22083" y="5672"/>
                    <a:pt x="20748" y="5672"/>
                  </a:cubicBezTo>
                  <a:cubicBezTo>
                    <a:pt x="18780" y="5638"/>
                    <a:pt x="16812" y="5705"/>
                    <a:pt x="14844" y="5471"/>
                  </a:cubicBezTo>
                  <a:cubicBezTo>
                    <a:pt x="13176" y="5271"/>
                    <a:pt x="11542" y="4938"/>
                    <a:pt x="9874" y="4704"/>
                  </a:cubicBezTo>
                  <a:cubicBezTo>
                    <a:pt x="9140" y="4604"/>
                    <a:pt x="8406" y="4471"/>
                    <a:pt x="7672" y="4404"/>
                  </a:cubicBezTo>
                  <a:cubicBezTo>
                    <a:pt x="6572" y="4337"/>
                    <a:pt x="5504" y="4070"/>
                    <a:pt x="4503" y="3637"/>
                  </a:cubicBezTo>
                  <a:cubicBezTo>
                    <a:pt x="3169" y="3103"/>
                    <a:pt x="1902" y="2469"/>
                    <a:pt x="601" y="1902"/>
                  </a:cubicBezTo>
                  <a:cubicBezTo>
                    <a:pt x="434" y="1802"/>
                    <a:pt x="267" y="1802"/>
                    <a:pt x="0" y="1735"/>
                  </a:cubicBezTo>
                  <a:lnTo>
                    <a:pt x="0" y="1735"/>
                  </a:lnTo>
                  <a:cubicBezTo>
                    <a:pt x="34" y="3003"/>
                    <a:pt x="34" y="4137"/>
                    <a:pt x="34" y="5371"/>
                  </a:cubicBezTo>
                  <a:cubicBezTo>
                    <a:pt x="401" y="5705"/>
                    <a:pt x="868" y="6039"/>
                    <a:pt x="1501" y="6039"/>
                  </a:cubicBezTo>
                  <a:cubicBezTo>
                    <a:pt x="1701" y="6039"/>
                    <a:pt x="1935" y="6139"/>
                    <a:pt x="2135" y="6239"/>
                  </a:cubicBezTo>
                  <a:cubicBezTo>
                    <a:pt x="3336" y="6639"/>
                    <a:pt x="4503" y="7106"/>
                    <a:pt x="5704" y="7506"/>
                  </a:cubicBezTo>
                  <a:cubicBezTo>
                    <a:pt x="7129" y="7940"/>
                    <a:pt x="8526" y="8518"/>
                    <a:pt x="10080" y="8518"/>
                  </a:cubicBezTo>
                  <a:cubicBezTo>
                    <a:pt x="10199" y="8518"/>
                    <a:pt x="10320" y="8514"/>
                    <a:pt x="10441" y="8507"/>
                  </a:cubicBezTo>
                  <a:cubicBezTo>
                    <a:pt x="10466" y="8501"/>
                    <a:pt x="10493" y="8498"/>
                    <a:pt x="10521" y="8498"/>
                  </a:cubicBezTo>
                  <a:cubicBezTo>
                    <a:pt x="10638" y="8498"/>
                    <a:pt x="10773" y="8547"/>
                    <a:pt x="10908" y="8574"/>
                  </a:cubicBezTo>
                  <a:cubicBezTo>
                    <a:pt x="12145" y="8718"/>
                    <a:pt x="13382" y="8961"/>
                    <a:pt x="14640" y="8961"/>
                  </a:cubicBezTo>
                  <a:cubicBezTo>
                    <a:pt x="14841" y="8961"/>
                    <a:pt x="15042" y="8954"/>
                    <a:pt x="15244" y="8941"/>
                  </a:cubicBezTo>
                  <a:cubicBezTo>
                    <a:pt x="15403" y="8933"/>
                    <a:pt x="15564" y="8931"/>
                    <a:pt x="15725" y="8931"/>
                  </a:cubicBezTo>
                  <a:cubicBezTo>
                    <a:pt x="16013" y="8931"/>
                    <a:pt x="16303" y="8938"/>
                    <a:pt x="16593" y="8938"/>
                  </a:cubicBezTo>
                  <a:cubicBezTo>
                    <a:pt x="16857" y="8938"/>
                    <a:pt x="17121" y="8932"/>
                    <a:pt x="17379" y="8907"/>
                  </a:cubicBezTo>
                  <a:cubicBezTo>
                    <a:pt x="18747" y="8841"/>
                    <a:pt x="20081" y="8807"/>
                    <a:pt x="21416" y="8640"/>
                  </a:cubicBezTo>
                  <a:cubicBezTo>
                    <a:pt x="22950" y="8440"/>
                    <a:pt x="24418" y="8140"/>
                    <a:pt x="25919" y="7873"/>
                  </a:cubicBezTo>
                  <a:cubicBezTo>
                    <a:pt x="26486" y="7773"/>
                    <a:pt x="27053" y="7706"/>
                    <a:pt x="27620" y="7606"/>
                  </a:cubicBezTo>
                  <a:cubicBezTo>
                    <a:pt x="28487" y="7440"/>
                    <a:pt x="29321" y="7239"/>
                    <a:pt x="30188" y="7139"/>
                  </a:cubicBezTo>
                  <a:cubicBezTo>
                    <a:pt x="32023" y="6939"/>
                    <a:pt x="33758" y="6572"/>
                    <a:pt x="35225" y="5405"/>
                  </a:cubicBezTo>
                  <a:cubicBezTo>
                    <a:pt x="36093" y="4704"/>
                    <a:pt x="36893" y="4004"/>
                    <a:pt x="37694" y="3337"/>
                  </a:cubicBezTo>
                  <a:cubicBezTo>
                    <a:pt x="37994" y="2169"/>
                    <a:pt x="37494" y="1168"/>
                    <a:pt x="374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712;p40">
              <a:extLst>
                <a:ext uri="{FF2B5EF4-FFF2-40B4-BE49-F238E27FC236}">
                  <a16:creationId xmlns:a16="http://schemas.microsoft.com/office/drawing/2014/main" id="{D56ED46F-C582-A74B-2E48-585E1CD93243}"/>
                </a:ext>
              </a:extLst>
            </p:cNvPr>
            <p:cNvSpPr/>
            <p:nvPr/>
          </p:nvSpPr>
          <p:spPr>
            <a:xfrm>
              <a:off x="1166250" y="4392200"/>
              <a:ext cx="932350" cy="190800"/>
            </a:xfrm>
            <a:custGeom>
              <a:avLst/>
              <a:gdLst/>
              <a:ahLst/>
              <a:cxnLst/>
              <a:rect l="l" t="t" r="r" b="b"/>
              <a:pathLst>
                <a:path w="37294" h="7632" extrusionOk="0">
                  <a:moveTo>
                    <a:pt x="768" y="1"/>
                  </a:moveTo>
                  <a:cubicBezTo>
                    <a:pt x="134" y="1468"/>
                    <a:pt x="1" y="2436"/>
                    <a:pt x="234" y="3670"/>
                  </a:cubicBezTo>
                  <a:cubicBezTo>
                    <a:pt x="901" y="4003"/>
                    <a:pt x="1568" y="4404"/>
                    <a:pt x="2302" y="4704"/>
                  </a:cubicBezTo>
                  <a:cubicBezTo>
                    <a:pt x="3370" y="5171"/>
                    <a:pt x="4437" y="5638"/>
                    <a:pt x="5538" y="5972"/>
                  </a:cubicBezTo>
                  <a:cubicBezTo>
                    <a:pt x="6872" y="6405"/>
                    <a:pt x="8273" y="6505"/>
                    <a:pt x="9641" y="6639"/>
                  </a:cubicBezTo>
                  <a:cubicBezTo>
                    <a:pt x="10408" y="6739"/>
                    <a:pt x="11175" y="6839"/>
                    <a:pt x="11909" y="7006"/>
                  </a:cubicBezTo>
                  <a:cubicBezTo>
                    <a:pt x="12783" y="7193"/>
                    <a:pt x="13627" y="7409"/>
                    <a:pt x="14496" y="7409"/>
                  </a:cubicBezTo>
                  <a:cubicBezTo>
                    <a:pt x="14557" y="7409"/>
                    <a:pt x="14617" y="7408"/>
                    <a:pt x="14678" y="7406"/>
                  </a:cubicBezTo>
                  <a:cubicBezTo>
                    <a:pt x="14775" y="7392"/>
                    <a:pt x="14877" y="7384"/>
                    <a:pt x="14978" y="7384"/>
                  </a:cubicBezTo>
                  <a:cubicBezTo>
                    <a:pt x="15121" y="7384"/>
                    <a:pt x="15261" y="7400"/>
                    <a:pt x="15378" y="7439"/>
                  </a:cubicBezTo>
                  <a:cubicBezTo>
                    <a:pt x="15739" y="7588"/>
                    <a:pt x="16127" y="7615"/>
                    <a:pt x="16516" y="7615"/>
                  </a:cubicBezTo>
                  <a:cubicBezTo>
                    <a:pt x="16738" y="7615"/>
                    <a:pt x="16961" y="7606"/>
                    <a:pt x="17180" y="7606"/>
                  </a:cubicBezTo>
                  <a:cubicBezTo>
                    <a:pt x="17547" y="7623"/>
                    <a:pt x="17905" y="7631"/>
                    <a:pt x="18260" y="7631"/>
                  </a:cubicBezTo>
                  <a:cubicBezTo>
                    <a:pt x="18614" y="7631"/>
                    <a:pt x="18964" y="7623"/>
                    <a:pt x="19314" y="7606"/>
                  </a:cubicBezTo>
                  <a:cubicBezTo>
                    <a:pt x="20782" y="7539"/>
                    <a:pt x="22217" y="7439"/>
                    <a:pt x="23684" y="7339"/>
                  </a:cubicBezTo>
                  <a:cubicBezTo>
                    <a:pt x="23784" y="7339"/>
                    <a:pt x="23851" y="7306"/>
                    <a:pt x="23951" y="7272"/>
                  </a:cubicBezTo>
                  <a:cubicBezTo>
                    <a:pt x="25419" y="6872"/>
                    <a:pt x="26887" y="6472"/>
                    <a:pt x="28354" y="6072"/>
                  </a:cubicBezTo>
                  <a:cubicBezTo>
                    <a:pt x="29488" y="5771"/>
                    <a:pt x="30656" y="5538"/>
                    <a:pt x="31790" y="5238"/>
                  </a:cubicBezTo>
                  <a:cubicBezTo>
                    <a:pt x="32090" y="5171"/>
                    <a:pt x="32324" y="5004"/>
                    <a:pt x="32591" y="4871"/>
                  </a:cubicBezTo>
                  <a:cubicBezTo>
                    <a:pt x="32891" y="4704"/>
                    <a:pt x="33191" y="4504"/>
                    <a:pt x="33491" y="4304"/>
                  </a:cubicBezTo>
                  <a:cubicBezTo>
                    <a:pt x="33858" y="4070"/>
                    <a:pt x="34258" y="3837"/>
                    <a:pt x="34592" y="3536"/>
                  </a:cubicBezTo>
                  <a:cubicBezTo>
                    <a:pt x="35293" y="3003"/>
                    <a:pt x="35926" y="2402"/>
                    <a:pt x="36627" y="1869"/>
                  </a:cubicBezTo>
                  <a:cubicBezTo>
                    <a:pt x="37261" y="1368"/>
                    <a:pt x="37294" y="1302"/>
                    <a:pt x="36894" y="434"/>
                  </a:cubicBezTo>
                  <a:lnTo>
                    <a:pt x="36894" y="434"/>
                  </a:lnTo>
                  <a:cubicBezTo>
                    <a:pt x="36393" y="835"/>
                    <a:pt x="35960" y="1201"/>
                    <a:pt x="35493" y="1568"/>
                  </a:cubicBezTo>
                  <a:cubicBezTo>
                    <a:pt x="34392" y="2436"/>
                    <a:pt x="32991" y="2703"/>
                    <a:pt x="31823" y="3436"/>
                  </a:cubicBezTo>
                  <a:cubicBezTo>
                    <a:pt x="31757" y="3470"/>
                    <a:pt x="31690" y="3503"/>
                    <a:pt x="31623" y="3503"/>
                  </a:cubicBezTo>
                  <a:cubicBezTo>
                    <a:pt x="31023" y="3570"/>
                    <a:pt x="30422" y="3670"/>
                    <a:pt x="29822" y="3737"/>
                  </a:cubicBezTo>
                  <a:cubicBezTo>
                    <a:pt x="29155" y="3837"/>
                    <a:pt x="28454" y="3837"/>
                    <a:pt x="27821" y="4037"/>
                  </a:cubicBezTo>
                  <a:cubicBezTo>
                    <a:pt x="26286" y="4470"/>
                    <a:pt x="24685" y="4604"/>
                    <a:pt x="23151" y="4671"/>
                  </a:cubicBezTo>
                  <a:cubicBezTo>
                    <a:pt x="22150" y="4721"/>
                    <a:pt x="21141" y="4796"/>
                    <a:pt x="20136" y="4796"/>
                  </a:cubicBezTo>
                  <a:cubicBezTo>
                    <a:pt x="19131" y="4796"/>
                    <a:pt x="18130" y="4721"/>
                    <a:pt x="17146" y="4470"/>
                  </a:cubicBezTo>
                  <a:cubicBezTo>
                    <a:pt x="17091" y="4459"/>
                    <a:pt x="17028" y="4456"/>
                    <a:pt x="16962" y="4456"/>
                  </a:cubicBezTo>
                  <a:cubicBezTo>
                    <a:pt x="16831" y="4456"/>
                    <a:pt x="16690" y="4470"/>
                    <a:pt x="16579" y="4470"/>
                  </a:cubicBezTo>
                  <a:cubicBezTo>
                    <a:pt x="15578" y="4437"/>
                    <a:pt x="14544" y="4537"/>
                    <a:pt x="13577" y="4204"/>
                  </a:cubicBezTo>
                  <a:cubicBezTo>
                    <a:pt x="13528" y="4179"/>
                    <a:pt x="13469" y="4173"/>
                    <a:pt x="13409" y="4173"/>
                  </a:cubicBezTo>
                  <a:cubicBezTo>
                    <a:pt x="13342" y="4173"/>
                    <a:pt x="13273" y="4180"/>
                    <a:pt x="13209" y="4180"/>
                  </a:cubicBezTo>
                  <a:cubicBezTo>
                    <a:pt x="13174" y="4180"/>
                    <a:pt x="13140" y="4178"/>
                    <a:pt x="13110" y="4170"/>
                  </a:cubicBezTo>
                  <a:cubicBezTo>
                    <a:pt x="12176" y="4070"/>
                    <a:pt x="11242" y="4003"/>
                    <a:pt x="10308" y="3870"/>
                  </a:cubicBezTo>
                  <a:cubicBezTo>
                    <a:pt x="9808" y="3803"/>
                    <a:pt x="9274" y="3737"/>
                    <a:pt x="8807" y="3536"/>
                  </a:cubicBezTo>
                  <a:cubicBezTo>
                    <a:pt x="7373" y="3036"/>
                    <a:pt x="5872" y="2736"/>
                    <a:pt x="4537" y="2002"/>
                  </a:cubicBezTo>
                  <a:cubicBezTo>
                    <a:pt x="4370" y="1902"/>
                    <a:pt x="4137" y="1869"/>
                    <a:pt x="3970" y="1869"/>
                  </a:cubicBezTo>
                  <a:cubicBezTo>
                    <a:pt x="3436" y="1869"/>
                    <a:pt x="3070" y="1602"/>
                    <a:pt x="2669" y="1302"/>
                  </a:cubicBezTo>
                  <a:cubicBezTo>
                    <a:pt x="2069" y="835"/>
                    <a:pt x="1402" y="434"/>
                    <a:pt x="768"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713;p40">
              <a:extLst>
                <a:ext uri="{FF2B5EF4-FFF2-40B4-BE49-F238E27FC236}">
                  <a16:creationId xmlns:a16="http://schemas.microsoft.com/office/drawing/2014/main" id="{3C5A8BB0-582B-2351-6BC0-0C2778F5D9D6}"/>
                </a:ext>
              </a:extLst>
            </p:cNvPr>
            <p:cNvSpPr/>
            <p:nvPr/>
          </p:nvSpPr>
          <p:spPr>
            <a:xfrm>
              <a:off x="1163750" y="4748300"/>
              <a:ext cx="938200" cy="184725"/>
            </a:xfrm>
            <a:custGeom>
              <a:avLst/>
              <a:gdLst/>
              <a:ahLst/>
              <a:cxnLst/>
              <a:rect l="l" t="t" r="r" b="b"/>
              <a:pathLst>
                <a:path w="37528" h="7389" extrusionOk="0">
                  <a:moveTo>
                    <a:pt x="1" y="0"/>
                  </a:moveTo>
                  <a:lnTo>
                    <a:pt x="1" y="0"/>
                  </a:lnTo>
                  <a:cubicBezTo>
                    <a:pt x="101" y="1034"/>
                    <a:pt x="534" y="1801"/>
                    <a:pt x="1135" y="2368"/>
                  </a:cubicBezTo>
                  <a:cubicBezTo>
                    <a:pt x="2002" y="3169"/>
                    <a:pt x="2903" y="3903"/>
                    <a:pt x="4003" y="4337"/>
                  </a:cubicBezTo>
                  <a:cubicBezTo>
                    <a:pt x="5204" y="4870"/>
                    <a:pt x="6372" y="5504"/>
                    <a:pt x="7706" y="5771"/>
                  </a:cubicBezTo>
                  <a:cubicBezTo>
                    <a:pt x="8340" y="5871"/>
                    <a:pt x="8974" y="5904"/>
                    <a:pt x="9607" y="6071"/>
                  </a:cubicBezTo>
                  <a:cubicBezTo>
                    <a:pt x="10608" y="6271"/>
                    <a:pt x="11609" y="6605"/>
                    <a:pt x="12610" y="6772"/>
                  </a:cubicBezTo>
                  <a:cubicBezTo>
                    <a:pt x="13483" y="6928"/>
                    <a:pt x="14327" y="7142"/>
                    <a:pt x="15223" y="7142"/>
                  </a:cubicBezTo>
                  <a:cubicBezTo>
                    <a:pt x="15286" y="7142"/>
                    <a:pt x="15349" y="7141"/>
                    <a:pt x="15412" y="7139"/>
                  </a:cubicBezTo>
                  <a:cubicBezTo>
                    <a:pt x="15783" y="7126"/>
                    <a:pt x="16164" y="7108"/>
                    <a:pt x="16547" y="7108"/>
                  </a:cubicBezTo>
                  <a:cubicBezTo>
                    <a:pt x="17163" y="7108"/>
                    <a:pt x="17784" y="7154"/>
                    <a:pt x="18380" y="7339"/>
                  </a:cubicBezTo>
                  <a:cubicBezTo>
                    <a:pt x="18530" y="7372"/>
                    <a:pt x="18697" y="7389"/>
                    <a:pt x="18864" y="7389"/>
                  </a:cubicBezTo>
                  <a:cubicBezTo>
                    <a:pt x="19031" y="7389"/>
                    <a:pt x="19198" y="7372"/>
                    <a:pt x="19348" y="7339"/>
                  </a:cubicBezTo>
                  <a:cubicBezTo>
                    <a:pt x="19948" y="7159"/>
                    <a:pt x="20549" y="7123"/>
                    <a:pt x="21149" y="7123"/>
                  </a:cubicBezTo>
                  <a:cubicBezTo>
                    <a:pt x="21549" y="7123"/>
                    <a:pt x="21950" y="7139"/>
                    <a:pt x="22350" y="7139"/>
                  </a:cubicBezTo>
                  <a:cubicBezTo>
                    <a:pt x="22417" y="7141"/>
                    <a:pt x="22483" y="7142"/>
                    <a:pt x="22550" y="7142"/>
                  </a:cubicBezTo>
                  <a:cubicBezTo>
                    <a:pt x="23513" y="7142"/>
                    <a:pt x="24451" y="6923"/>
                    <a:pt x="25419" y="6705"/>
                  </a:cubicBezTo>
                  <a:cubicBezTo>
                    <a:pt x="26486" y="6471"/>
                    <a:pt x="27554" y="6138"/>
                    <a:pt x="28621" y="6004"/>
                  </a:cubicBezTo>
                  <a:cubicBezTo>
                    <a:pt x="29588" y="5904"/>
                    <a:pt x="30522" y="5704"/>
                    <a:pt x="31423" y="5337"/>
                  </a:cubicBezTo>
                  <a:cubicBezTo>
                    <a:pt x="32424" y="4937"/>
                    <a:pt x="33391" y="4503"/>
                    <a:pt x="34325" y="4003"/>
                  </a:cubicBezTo>
                  <a:cubicBezTo>
                    <a:pt x="35693" y="3303"/>
                    <a:pt x="36927" y="2435"/>
                    <a:pt x="37527" y="801"/>
                  </a:cubicBezTo>
                  <a:lnTo>
                    <a:pt x="37527" y="801"/>
                  </a:lnTo>
                  <a:cubicBezTo>
                    <a:pt x="37094" y="967"/>
                    <a:pt x="36760" y="1068"/>
                    <a:pt x="36493" y="1201"/>
                  </a:cubicBezTo>
                  <a:cubicBezTo>
                    <a:pt x="34926" y="2002"/>
                    <a:pt x="33191" y="2368"/>
                    <a:pt x="31657" y="3202"/>
                  </a:cubicBezTo>
                  <a:cubicBezTo>
                    <a:pt x="31523" y="3269"/>
                    <a:pt x="31356" y="3303"/>
                    <a:pt x="31190" y="3336"/>
                  </a:cubicBezTo>
                  <a:cubicBezTo>
                    <a:pt x="30489" y="3436"/>
                    <a:pt x="29822" y="3569"/>
                    <a:pt x="29121" y="3669"/>
                  </a:cubicBezTo>
                  <a:cubicBezTo>
                    <a:pt x="28654" y="3736"/>
                    <a:pt x="28221" y="3836"/>
                    <a:pt x="27787" y="3836"/>
                  </a:cubicBezTo>
                  <a:cubicBezTo>
                    <a:pt x="23050" y="3836"/>
                    <a:pt x="18314" y="3836"/>
                    <a:pt x="13577" y="3803"/>
                  </a:cubicBezTo>
                  <a:cubicBezTo>
                    <a:pt x="12476" y="3770"/>
                    <a:pt x="11409" y="3603"/>
                    <a:pt x="10308" y="3469"/>
                  </a:cubicBezTo>
                  <a:cubicBezTo>
                    <a:pt x="10008" y="3436"/>
                    <a:pt x="9674" y="3303"/>
                    <a:pt x="9374" y="3202"/>
                  </a:cubicBezTo>
                  <a:cubicBezTo>
                    <a:pt x="9207" y="3136"/>
                    <a:pt x="9007" y="3069"/>
                    <a:pt x="8807" y="3069"/>
                  </a:cubicBezTo>
                  <a:cubicBezTo>
                    <a:pt x="7706" y="2902"/>
                    <a:pt x="6605" y="2702"/>
                    <a:pt x="5505" y="2335"/>
                  </a:cubicBezTo>
                  <a:cubicBezTo>
                    <a:pt x="3870" y="1768"/>
                    <a:pt x="2169" y="1334"/>
                    <a:pt x="701" y="300"/>
                  </a:cubicBezTo>
                  <a:cubicBezTo>
                    <a:pt x="534" y="200"/>
                    <a:pt x="334" y="134"/>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714;p40">
              <a:extLst>
                <a:ext uri="{FF2B5EF4-FFF2-40B4-BE49-F238E27FC236}">
                  <a16:creationId xmlns:a16="http://schemas.microsoft.com/office/drawing/2014/main" id="{FB3C49E4-3AAE-4843-8875-603979F2BDB7}"/>
                </a:ext>
              </a:extLst>
            </p:cNvPr>
            <p:cNvSpPr/>
            <p:nvPr/>
          </p:nvSpPr>
          <p:spPr>
            <a:xfrm>
              <a:off x="1201275" y="4363025"/>
              <a:ext cx="863150" cy="121575"/>
            </a:xfrm>
            <a:custGeom>
              <a:avLst/>
              <a:gdLst/>
              <a:ahLst/>
              <a:cxnLst/>
              <a:rect l="l" t="t" r="r" b="b"/>
              <a:pathLst>
                <a:path w="34526" h="4863" extrusionOk="0">
                  <a:moveTo>
                    <a:pt x="34016" y="0"/>
                  </a:moveTo>
                  <a:cubicBezTo>
                    <a:pt x="33932" y="0"/>
                    <a:pt x="33847" y="22"/>
                    <a:pt x="33758" y="67"/>
                  </a:cubicBezTo>
                  <a:cubicBezTo>
                    <a:pt x="33124" y="367"/>
                    <a:pt x="32324" y="134"/>
                    <a:pt x="31757" y="667"/>
                  </a:cubicBezTo>
                  <a:cubicBezTo>
                    <a:pt x="31690" y="734"/>
                    <a:pt x="31590" y="701"/>
                    <a:pt x="31490" y="734"/>
                  </a:cubicBezTo>
                  <a:cubicBezTo>
                    <a:pt x="30889" y="867"/>
                    <a:pt x="30289" y="967"/>
                    <a:pt x="29689" y="1101"/>
                  </a:cubicBezTo>
                  <a:cubicBezTo>
                    <a:pt x="29388" y="1168"/>
                    <a:pt x="29121" y="1268"/>
                    <a:pt x="28821" y="1301"/>
                  </a:cubicBezTo>
                  <a:cubicBezTo>
                    <a:pt x="27487" y="1501"/>
                    <a:pt x="26153" y="1635"/>
                    <a:pt x="24818" y="1835"/>
                  </a:cubicBezTo>
                  <a:cubicBezTo>
                    <a:pt x="24351" y="1868"/>
                    <a:pt x="23918" y="2035"/>
                    <a:pt x="23484" y="2102"/>
                  </a:cubicBezTo>
                  <a:cubicBezTo>
                    <a:pt x="22483" y="2202"/>
                    <a:pt x="21483" y="2302"/>
                    <a:pt x="20515" y="2402"/>
                  </a:cubicBezTo>
                  <a:cubicBezTo>
                    <a:pt x="20415" y="2402"/>
                    <a:pt x="20282" y="2402"/>
                    <a:pt x="20215" y="2435"/>
                  </a:cubicBezTo>
                  <a:cubicBezTo>
                    <a:pt x="19859" y="2613"/>
                    <a:pt x="19503" y="2643"/>
                    <a:pt x="19138" y="2643"/>
                  </a:cubicBezTo>
                  <a:cubicBezTo>
                    <a:pt x="18955" y="2643"/>
                    <a:pt x="18770" y="2635"/>
                    <a:pt x="18581" y="2635"/>
                  </a:cubicBezTo>
                  <a:cubicBezTo>
                    <a:pt x="18263" y="2621"/>
                    <a:pt x="17945" y="2617"/>
                    <a:pt x="17627" y="2617"/>
                  </a:cubicBezTo>
                  <a:cubicBezTo>
                    <a:pt x="17328" y="2617"/>
                    <a:pt x="17029" y="2620"/>
                    <a:pt x="16730" y="2620"/>
                  </a:cubicBezTo>
                  <a:cubicBezTo>
                    <a:pt x="15875" y="2620"/>
                    <a:pt x="15015" y="2595"/>
                    <a:pt x="14144" y="2402"/>
                  </a:cubicBezTo>
                  <a:cubicBezTo>
                    <a:pt x="13177" y="2168"/>
                    <a:pt x="12176" y="2202"/>
                    <a:pt x="11175" y="2102"/>
                  </a:cubicBezTo>
                  <a:cubicBezTo>
                    <a:pt x="11042" y="2068"/>
                    <a:pt x="10942" y="2035"/>
                    <a:pt x="10808" y="2002"/>
                  </a:cubicBezTo>
                  <a:cubicBezTo>
                    <a:pt x="9374" y="1768"/>
                    <a:pt x="7940" y="1568"/>
                    <a:pt x="6505" y="1334"/>
                  </a:cubicBezTo>
                  <a:cubicBezTo>
                    <a:pt x="5972" y="1234"/>
                    <a:pt x="5371" y="1234"/>
                    <a:pt x="4904" y="1034"/>
                  </a:cubicBezTo>
                  <a:cubicBezTo>
                    <a:pt x="4037" y="701"/>
                    <a:pt x="3003" y="934"/>
                    <a:pt x="2236" y="267"/>
                  </a:cubicBezTo>
                  <a:cubicBezTo>
                    <a:pt x="2202" y="250"/>
                    <a:pt x="2152" y="250"/>
                    <a:pt x="2098" y="250"/>
                  </a:cubicBezTo>
                  <a:cubicBezTo>
                    <a:pt x="2044" y="250"/>
                    <a:pt x="1985" y="250"/>
                    <a:pt x="1935" y="234"/>
                  </a:cubicBezTo>
                  <a:cubicBezTo>
                    <a:pt x="1635" y="200"/>
                    <a:pt x="1302" y="167"/>
                    <a:pt x="1001" y="67"/>
                  </a:cubicBezTo>
                  <a:cubicBezTo>
                    <a:pt x="895" y="34"/>
                    <a:pt x="796" y="17"/>
                    <a:pt x="704" y="17"/>
                  </a:cubicBezTo>
                  <a:cubicBezTo>
                    <a:pt x="422" y="17"/>
                    <a:pt x="202" y="174"/>
                    <a:pt x="1" y="500"/>
                  </a:cubicBezTo>
                  <a:cubicBezTo>
                    <a:pt x="334" y="701"/>
                    <a:pt x="634" y="901"/>
                    <a:pt x="935" y="1101"/>
                  </a:cubicBezTo>
                  <a:cubicBezTo>
                    <a:pt x="1735" y="1535"/>
                    <a:pt x="2402" y="2135"/>
                    <a:pt x="3403" y="2302"/>
                  </a:cubicBezTo>
                  <a:cubicBezTo>
                    <a:pt x="4237" y="2402"/>
                    <a:pt x="5038" y="2902"/>
                    <a:pt x="5838" y="3202"/>
                  </a:cubicBezTo>
                  <a:cubicBezTo>
                    <a:pt x="6672" y="3469"/>
                    <a:pt x="7506" y="3736"/>
                    <a:pt x="8373" y="3903"/>
                  </a:cubicBezTo>
                  <a:cubicBezTo>
                    <a:pt x="9528" y="4121"/>
                    <a:pt x="10682" y="4340"/>
                    <a:pt x="11864" y="4340"/>
                  </a:cubicBezTo>
                  <a:cubicBezTo>
                    <a:pt x="11946" y="4340"/>
                    <a:pt x="12027" y="4339"/>
                    <a:pt x="12109" y="4337"/>
                  </a:cubicBezTo>
                  <a:cubicBezTo>
                    <a:pt x="12276" y="4337"/>
                    <a:pt x="12410" y="4403"/>
                    <a:pt x="12576" y="4403"/>
                  </a:cubicBezTo>
                  <a:cubicBezTo>
                    <a:pt x="13143" y="4470"/>
                    <a:pt x="13744" y="4570"/>
                    <a:pt x="14311" y="4603"/>
                  </a:cubicBezTo>
                  <a:cubicBezTo>
                    <a:pt x="14378" y="4607"/>
                    <a:pt x="14446" y="4609"/>
                    <a:pt x="14514" y="4609"/>
                  </a:cubicBezTo>
                  <a:cubicBezTo>
                    <a:pt x="14824" y="4609"/>
                    <a:pt x="15146" y="4576"/>
                    <a:pt x="15457" y="4576"/>
                  </a:cubicBezTo>
                  <a:cubicBezTo>
                    <a:pt x="15661" y="4576"/>
                    <a:pt x="15859" y="4590"/>
                    <a:pt x="16045" y="4637"/>
                  </a:cubicBezTo>
                  <a:cubicBezTo>
                    <a:pt x="16668" y="4818"/>
                    <a:pt x="17291" y="4839"/>
                    <a:pt x="17913" y="4839"/>
                  </a:cubicBezTo>
                  <a:cubicBezTo>
                    <a:pt x="18091" y="4839"/>
                    <a:pt x="18269" y="4837"/>
                    <a:pt x="18447" y="4837"/>
                  </a:cubicBezTo>
                  <a:cubicBezTo>
                    <a:pt x="18813" y="4854"/>
                    <a:pt x="19180" y="4862"/>
                    <a:pt x="19546" y="4862"/>
                  </a:cubicBezTo>
                  <a:cubicBezTo>
                    <a:pt x="21314" y="4862"/>
                    <a:pt x="23077" y="4668"/>
                    <a:pt x="24818" y="4337"/>
                  </a:cubicBezTo>
                  <a:cubicBezTo>
                    <a:pt x="25352" y="4203"/>
                    <a:pt x="25886" y="4136"/>
                    <a:pt x="26420" y="4036"/>
                  </a:cubicBezTo>
                  <a:cubicBezTo>
                    <a:pt x="27287" y="3903"/>
                    <a:pt x="28121" y="3769"/>
                    <a:pt x="28988" y="3636"/>
                  </a:cubicBezTo>
                  <a:cubicBezTo>
                    <a:pt x="29422" y="3536"/>
                    <a:pt x="29889" y="3503"/>
                    <a:pt x="30289" y="3336"/>
                  </a:cubicBezTo>
                  <a:cubicBezTo>
                    <a:pt x="31323" y="2869"/>
                    <a:pt x="32290" y="2335"/>
                    <a:pt x="33291" y="1801"/>
                  </a:cubicBezTo>
                  <a:cubicBezTo>
                    <a:pt x="33925" y="1468"/>
                    <a:pt x="34492" y="1101"/>
                    <a:pt x="34525" y="267"/>
                  </a:cubicBezTo>
                  <a:cubicBezTo>
                    <a:pt x="34347" y="89"/>
                    <a:pt x="34184" y="0"/>
                    <a:pt x="340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715;p40">
              <a:extLst>
                <a:ext uri="{FF2B5EF4-FFF2-40B4-BE49-F238E27FC236}">
                  <a16:creationId xmlns:a16="http://schemas.microsoft.com/office/drawing/2014/main" id="{B1EA91B5-A10F-4E25-0A20-B85284D7A2C3}"/>
                </a:ext>
              </a:extLst>
            </p:cNvPr>
            <p:cNvSpPr/>
            <p:nvPr/>
          </p:nvSpPr>
          <p:spPr>
            <a:xfrm>
              <a:off x="1490650" y="5108350"/>
              <a:ext cx="286900" cy="58000"/>
            </a:xfrm>
            <a:custGeom>
              <a:avLst/>
              <a:gdLst/>
              <a:ahLst/>
              <a:cxnLst/>
              <a:rect l="l" t="t" r="r" b="b"/>
              <a:pathLst>
                <a:path w="11476" h="2320" extrusionOk="0">
                  <a:moveTo>
                    <a:pt x="401" y="0"/>
                  </a:moveTo>
                  <a:cubicBezTo>
                    <a:pt x="276" y="0"/>
                    <a:pt x="151" y="8"/>
                    <a:pt x="34" y="8"/>
                  </a:cubicBezTo>
                  <a:cubicBezTo>
                    <a:pt x="1" y="75"/>
                    <a:pt x="1" y="175"/>
                    <a:pt x="1" y="209"/>
                  </a:cubicBezTo>
                  <a:cubicBezTo>
                    <a:pt x="434" y="576"/>
                    <a:pt x="835" y="1109"/>
                    <a:pt x="1335" y="1276"/>
                  </a:cubicBezTo>
                  <a:cubicBezTo>
                    <a:pt x="2262" y="1624"/>
                    <a:pt x="3140" y="2148"/>
                    <a:pt x="4142" y="2148"/>
                  </a:cubicBezTo>
                  <a:cubicBezTo>
                    <a:pt x="4293" y="2148"/>
                    <a:pt x="4447" y="2136"/>
                    <a:pt x="4604" y="2110"/>
                  </a:cubicBezTo>
                  <a:lnTo>
                    <a:pt x="4771" y="2110"/>
                  </a:lnTo>
                  <a:cubicBezTo>
                    <a:pt x="5189" y="2261"/>
                    <a:pt x="5604" y="2319"/>
                    <a:pt x="6016" y="2319"/>
                  </a:cubicBezTo>
                  <a:cubicBezTo>
                    <a:pt x="6786" y="2319"/>
                    <a:pt x="7546" y="2117"/>
                    <a:pt x="8307" y="1943"/>
                  </a:cubicBezTo>
                  <a:cubicBezTo>
                    <a:pt x="9541" y="1676"/>
                    <a:pt x="10508" y="1009"/>
                    <a:pt x="11475" y="8"/>
                  </a:cubicBezTo>
                  <a:lnTo>
                    <a:pt x="11475" y="8"/>
                  </a:lnTo>
                  <a:cubicBezTo>
                    <a:pt x="11075" y="42"/>
                    <a:pt x="10842" y="42"/>
                    <a:pt x="10608" y="75"/>
                  </a:cubicBezTo>
                  <a:cubicBezTo>
                    <a:pt x="10308" y="142"/>
                    <a:pt x="10041" y="242"/>
                    <a:pt x="9741" y="242"/>
                  </a:cubicBezTo>
                  <a:cubicBezTo>
                    <a:pt x="8673" y="242"/>
                    <a:pt x="7606" y="209"/>
                    <a:pt x="6539" y="175"/>
                  </a:cubicBezTo>
                  <a:cubicBezTo>
                    <a:pt x="6105" y="175"/>
                    <a:pt x="5638" y="142"/>
                    <a:pt x="5204" y="142"/>
                  </a:cubicBezTo>
                  <a:cubicBezTo>
                    <a:pt x="4376" y="180"/>
                    <a:pt x="3537" y="270"/>
                    <a:pt x="2700" y="270"/>
                  </a:cubicBezTo>
                  <a:cubicBezTo>
                    <a:pt x="2053" y="270"/>
                    <a:pt x="1407" y="216"/>
                    <a:pt x="768" y="42"/>
                  </a:cubicBezTo>
                  <a:cubicBezTo>
                    <a:pt x="651" y="8"/>
                    <a:pt x="526" y="0"/>
                    <a:pt x="4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716;p40">
              <a:extLst>
                <a:ext uri="{FF2B5EF4-FFF2-40B4-BE49-F238E27FC236}">
                  <a16:creationId xmlns:a16="http://schemas.microsoft.com/office/drawing/2014/main" id="{2AF3372E-87A4-DDBB-B15F-B3967415BEF5}"/>
                </a:ext>
              </a:extLst>
            </p:cNvPr>
            <p:cNvSpPr/>
            <p:nvPr/>
          </p:nvSpPr>
          <p:spPr>
            <a:xfrm>
              <a:off x="460750" y="1778675"/>
              <a:ext cx="2348375" cy="3421625"/>
            </a:xfrm>
            <a:custGeom>
              <a:avLst/>
              <a:gdLst/>
              <a:ahLst/>
              <a:cxnLst/>
              <a:rect l="l" t="t" r="r" b="b"/>
              <a:pathLst>
                <a:path w="93935" h="136865" extrusionOk="0">
                  <a:moveTo>
                    <a:pt x="64980" y="102674"/>
                  </a:moveTo>
                  <a:cubicBezTo>
                    <a:pt x="65781" y="103107"/>
                    <a:pt x="66114" y="103708"/>
                    <a:pt x="66348" y="104408"/>
                  </a:cubicBezTo>
                  <a:cubicBezTo>
                    <a:pt x="66648" y="105476"/>
                    <a:pt x="66948" y="106510"/>
                    <a:pt x="66915" y="107610"/>
                  </a:cubicBezTo>
                  <a:cubicBezTo>
                    <a:pt x="66915" y="108077"/>
                    <a:pt x="67015" y="108511"/>
                    <a:pt x="67082" y="108978"/>
                  </a:cubicBezTo>
                  <a:cubicBezTo>
                    <a:pt x="67115" y="109312"/>
                    <a:pt x="67148" y="109679"/>
                    <a:pt x="67148" y="110046"/>
                  </a:cubicBezTo>
                  <a:cubicBezTo>
                    <a:pt x="67182" y="111013"/>
                    <a:pt x="67048" y="112047"/>
                    <a:pt x="67382" y="113014"/>
                  </a:cubicBezTo>
                  <a:cubicBezTo>
                    <a:pt x="67449" y="113248"/>
                    <a:pt x="67415" y="113515"/>
                    <a:pt x="67415" y="113782"/>
                  </a:cubicBezTo>
                  <a:cubicBezTo>
                    <a:pt x="67415" y="114782"/>
                    <a:pt x="67449" y="115816"/>
                    <a:pt x="67415" y="116817"/>
                  </a:cubicBezTo>
                  <a:cubicBezTo>
                    <a:pt x="67349" y="117784"/>
                    <a:pt x="67415" y="118785"/>
                    <a:pt x="67082" y="119686"/>
                  </a:cubicBezTo>
                  <a:cubicBezTo>
                    <a:pt x="66715" y="120720"/>
                    <a:pt x="66281" y="121887"/>
                    <a:pt x="65214" y="122555"/>
                  </a:cubicBezTo>
                  <a:cubicBezTo>
                    <a:pt x="64680" y="122855"/>
                    <a:pt x="64246" y="123288"/>
                    <a:pt x="63779" y="123689"/>
                  </a:cubicBezTo>
                  <a:cubicBezTo>
                    <a:pt x="63613" y="123789"/>
                    <a:pt x="63479" y="123956"/>
                    <a:pt x="63412" y="124122"/>
                  </a:cubicBezTo>
                  <a:cubicBezTo>
                    <a:pt x="63212" y="124856"/>
                    <a:pt x="63112" y="125590"/>
                    <a:pt x="62879" y="126291"/>
                  </a:cubicBezTo>
                  <a:cubicBezTo>
                    <a:pt x="62612" y="127225"/>
                    <a:pt x="62312" y="128125"/>
                    <a:pt x="62011" y="129059"/>
                  </a:cubicBezTo>
                  <a:cubicBezTo>
                    <a:pt x="61044" y="130127"/>
                    <a:pt x="60310" y="131461"/>
                    <a:pt x="58676" y="131694"/>
                  </a:cubicBezTo>
                  <a:cubicBezTo>
                    <a:pt x="58342" y="131761"/>
                    <a:pt x="58009" y="131928"/>
                    <a:pt x="57675" y="132028"/>
                  </a:cubicBezTo>
                  <a:cubicBezTo>
                    <a:pt x="56508" y="132395"/>
                    <a:pt x="55340" y="132728"/>
                    <a:pt x="54106" y="133062"/>
                  </a:cubicBezTo>
                  <a:cubicBezTo>
                    <a:pt x="54106" y="133696"/>
                    <a:pt x="53706" y="134063"/>
                    <a:pt x="53305" y="134463"/>
                  </a:cubicBezTo>
                  <a:cubicBezTo>
                    <a:pt x="52138" y="135631"/>
                    <a:pt x="50737" y="136264"/>
                    <a:pt x="49136" y="136531"/>
                  </a:cubicBezTo>
                  <a:cubicBezTo>
                    <a:pt x="48402" y="136665"/>
                    <a:pt x="47668" y="136865"/>
                    <a:pt x="46934" y="136765"/>
                  </a:cubicBezTo>
                  <a:cubicBezTo>
                    <a:pt x="45600" y="136531"/>
                    <a:pt x="44265" y="136464"/>
                    <a:pt x="42965" y="135997"/>
                  </a:cubicBezTo>
                  <a:cubicBezTo>
                    <a:pt x="41664" y="135497"/>
                    <a:pt x="40763" y="134663"/>
                    <a:pt x="39996" y="133562"/>
                  </a:cubicBezTo>
                  <a:cubicBezTo>
                    <a:pt x="39729" y="133195"/>
                    <a:pt x="39429" y="132929"/>
                    <a:pt x="38995" y="132829"/>
                  </a:cubicBezTo>
                  <a:cubicBezTo>
                    <a:pt x="37727" y="132462"/>
                    <a:pt x="36493" y="132028"/>
                    <a:pt x="35192" y="131694"/>
                  </a:cubicBezTo>
                  <a:cubicBezTo>
                    <a:pt x="34392" y="131461"/>
                    <a:pt x="33725" y="131094"/>
                    <a:pt x="33158" y="130460"/>
                  </a:cubicBezTo>
                  <a:cubicBezTo>
                    <a:pt x="32824" y="130127"/>
                    <a:pt x="32490" y="129760"/>
                    <a:pt x="32190" y="129393"/>
                  </a:cubicBezTo>
                  <a:cubicBezTo>
                    <a:pt x="32057" y="129259"/>
                    <a:pt x="31957" y="129059"/>
                    <a:pt x="31890" y="128892"/>
                  </a:cubicBezTo>
                  <a:cubicBezTo>
                    <a:pt x="31656" y="127925"/>
                    <a:pt x="31123" y="127058"/>
                    <a:pt x="31023" y="126024"/>
                  </a:cubicBezTo>
                  <a:cubicBezTo>
                    <a:pt x="30956" y="125390"/>
                    <a:pt x="30722" y="124756"/>
                    <a:pt x="30556" y="124156"/>
                  </a:cubicBezTo>
                  <a:cubicBezTo>
                    <a:pt x="30489" y="123956"/>
                    <a:pt x="30322" y="123789"/>
                    <a:pt x="30155" y="123622"/>
                  </a:cubicBezTo>
                  <a:cubicBezTo>
                    <a:pt x="29655" y="123222"/>
                    <a:pt x="29088" y="122855"/>
                    <a:pt x="28621" y="122454"/>
                  </a:cubicBezTo>
                  <a:cubicBezTo>
                    <a:pt x="28287" y="122188"/>
                    <a:pt x="28021" y="121854"/>
                    <a:pt x="27787" y="121520"/>
                  </a:cubicBezTo>
                  <a:cubicBezTo>
                    <a:pt x="27487" y="121087"/>
                    <a:pt x="27253" y="120620"/>
                    <a:pt x="27020" y="120153"/>
                  </a:cubicBezTo>
                  <a:cubicBezTo>
                    <a:pt x="26953" y="120019"/>
                    <a:pt x="26853" y="119886"/>
                    <a:pt x="26853" y="119719"/>
                  </a:cubicBezTo>
                  <a:cubicBezTo>
                    <a:pt x="26720" y="118785"/>
                    <a:pt x="26586" y="117851"/>
                    <a:pt x="26553" y="116917"/>
                  </a:cubicBezTo>
                  <a:cubicBezTo>
                    <a:pt x="26519" y="115950"/>
                    <a:pt x="26519" y="114982"/>
                    <a:pt x="26553" y="114015"/>
                  </a:cubicBezTo>
                  <a:cubicBezTo>
                    <a:pt x="26586" y="113481"/>
                    <a:pt x="26720" y="112948"/>
                    <a:pt x="26753" y="112381"/>
                  </a:cubicBezTo>
                  <a:cubicBezTo>
                    <a:pt x="26786" y="111847"/>
                    <a:pt x="26786" y="111280"/>
                    <a:pt x="26820" y="110746"/>
                  </a:cubicBezTo>
                  <a:cubicBezTo>
                    <a:pt x="26853" y="110012"/>
                    <a:pt x="26753" y="109245"/>
                    <a:pt x="27020" y="108544"/>
                  </a:cubicBezTo>
                  <a:cubicBezTo>
                    <a:pt x="27087" y="108311"/>
                    <a:pt x="27087" y="108011"/>
                    <a:pt x="27053" y="107777"/>
                  </a:cubicBezTo>
                  <a:cubicBezTo>
                    <a:pt x="26986" y="106576"/>
                    <a:pt x="27287" y="105476"/>
                    <a:pt x="27654" y="104341"/>
                  </a:cubicBezTo>
                  <a:cubicBezTo>
                    <a:pt x="27854" y="103641"/>
                    <a:pt x="28254" y="103107"/>
                    <a:pt x="28854" y="102740"/>
                  </a:cubicBezTo>
                  <a:cubicBezTo>
                    <a:pt x="28854" y="102640"/>
                    <a:pt x="28854" y="102607"/>
                    <a:pt x="28854" y="102574"/>
                  </a:cubicBezTo>
                  <a:cubicBezTo>
                    <a:pt x="28154" y="101973"/>
                    <a:pt x="28154" y="101173"/>
                    <a:pt x="28187" y="100339"/>
                  </a:cubicBezTo>
                  <a:cubicBezTo>
                    <a:pt x="28221" y="99071"/>
                    <a:pt x="28221" y="98771"/>
                    <a:pt x="28221" y="97470"/>
                  </a:cubicBezTo>
                  <a:cubicBezTo>
                    <a:pt x="28254" y="96503"/>
                    <a:pt x="28321" y="96202"/>
                    <a:pt x="28387" y="95268"/>
                  </a:cubicBezTo>
                  <a:cubicBezTo>
                    <a:pt x="28421" y="94401"/>
                    <a:pt x="28421" y="94268"/>
                    <a:pt x="28254" y="93400"/>
                  </a:cubicBezTo>
                  <a:cubicBezTo>
                    <a:pt x="27954" y="92066"/>
                    <a:pt x="27754" y="90665"/>
                    <a:pt x="27520" y="89297"/>
                  </a:cubicBezTo>
                  <a:cubicBezTo>
                    <a:pt x="27487" y="89164"/>
                    <a:pt x="27420" y="88997"/>
                    <a:pt x="27453" y="88830"/>
                  </a:cubicBezTo>
                  <a:cubicBezTo>
                    <a:pt x="27554" y="87830"/>
                    <a:pt x="27120" y="86929"/>
                    <a:pt x="26820" y="86028"/>
                  </a:cubicBezTo>
                  <a:cubicBezTo>
                    <a:pt x="26620" y="85461"/>
                    <a:pt x="26086" y="85061"/>
                    <a:pt x="25719" y="84561"/>
                  </a:cubicBezTo>
                  <a:cubicBezTo>
                    <a:pt x="25052" y="83727"/>
                    <a:pt x="24385" y="82893"/>
                    <a:pt x="23784" y="82025"/>
                  </a:cubicBezTo>
                  <a:cubicBezTo>
                    <a:pt x="23117" y="81091"/>
                    <a:pt x="22483" y="80191"/>
                    <a:pt x="21916" y="79190"/>
                  </a:cubicBezTo>
                  <a:cubicBezTo>
                    <a:pt x="20982" y="77456"/>
                    <a:pt x="19848" y="75821"/>
                    <a:pt x="18681" y="74253"/>
                  </a:cubicBezTo>
                  <a:cubicBezTo>
                    <a:pt x="17480" y="72685"/>
                    <a:pt x="16546" y="70951"/>
                    <a:pt x="15278" y="69416"/>
                  </a:cubicBezTo>
                  <a:cubicBezTo>
                    <a:pt x="14778" y="68783"/>
                    <a:pt x="14311" y="68116"/>
                    <a:pt x="13810" y="67482"/>
                  </a:cubicBezTo>
                  <a:cubicBezTo>
                    <a:pt x="13610" y="67215"/>
                    <a:pt x="13310" y="67048"/>
                    <a:pt x="12976" y="66881"/>
                  </a:cubicBezTo>
                  <a:cubicBezTo>
                    <a:pt x="12376" y="66581"/>
                    <a:pt x="11776" y="66214"/>
                    <a:pt x="11442" y="65614"/>
                  </a:cubicBezTo>
                  <a:cubicBezTo>
                    <a:pt x="11108" y="65080"/>
                    <a:pt x="10808" y="64546"/>
                    <a:pt x="10475" y="64013"/>
                  </a:cubicBezTo>
                  <a:cubicBezTo>
                    <a:pt x="10408" y="63879"/>
                    <a:pt x="10341" y="63712"/>
                    <a:pt x="10241" y="63612"/>
                  </a:cubicBezTo>
                  <a:cubicBezTo>
                    <a:pt x="9174" y="62545"/>
                    <a:pt x="8673" y="61111"/>
                    <a:pt x="7806" y="59910"/>
                  </a:cubicBezTo>
                  <a:cubicBezTo>
                    <a:pt x="6939" y="58709"/>
                    <a:pt x="6172" y="57408"/>
                    <a:pt x="5404" y="56140"/>
                  </a:cubicBezTo>
                  <a:cubicBezTo>
                    <a:pt x="5204" y="55807"/>
                    <a:pt x="5037" y="55473"/>
                    <a:pt x="4871" y="55106"/>
                  </a:cubicBezTo>
                  <a:cubicBezTo>
                    <a:pt x="4370" y="54139"/>
                    <a:pt x="3903" y="53138"/>
                    <a:pt x="3403" y="52171"/>
                  </a:cubicBezTo>
                  <a:cubicBezTo>
                    <a:pt x="2602" y="50670"/>
                    <a:pt x="2035" y="49135"/>
                    <a:pt x="1668" y="47467"/>
                  </a:cubicBezTo>
                  <a:cubicBezTo>
                    <a:pt x="1368" y="46166"/>
                    <a:pt x="1101" y="44899"/>
                    <a:pt x="1168" y="43565"/>
                  </a:cubicBezTo>
                  <a:cubicBezTo>
                    <a:pt x="1201" y="43431"/>
                    <a:pt x="1168" y="43298"/>
                    <a:pt x="1101" y="43164"/>
                  </a:cubicBezTo>
                  <a:cubicBezTo>
                    <a:pt x="734" y="42497"/>
                    <a:pt x="768" y="41763"/>
                    <a:pt x="801" y="40996"/>
                  </a:cubicBezTo>
                  <a:cubicBezTo>
                    <a:pt x="801" y="40763"/>
                    <a:pt x="768" y="40496"/>
                    <a:pt x="701" y="40229"/>
                  </a:cubicBezTo>
                  <a:cubicBezTo>
                    <a:pt x="501" y="39262"/>
                    <a:pt x="334" y="38294"/>
                    <a:pt x="201" y="37293"/>
                  </a:cubicBezTo>
                  <a:cubicBezTo>
                    <a:pt x="0" y="36159"/>
                    <a:pt x="367" y="35125"/>
                    <a:pt x="467" y="34058"/>
                  </a:cubicBezTo>
                  <a:cubicBezTo>
                    <a:pt x="534" y="33157"/>
                    <a:pt x="1035" y="32290"/>
                    <a:pt x="1335" y="31389"/>
                  </a:cubicBezTo>
                  <a:cubicBezTo>
                    <a:pt x="1502" y="31022"/>
                    <a:pt x="1635" y="30622"/>
                    <a:pt x="1802" y="30222"/>
                  </a:cubicBezTo>
                  <a:cubicBezTo>
                    <a:pt x="2436" y="28554"/>
                    <a:pt x="3103" y="26919"/>
                    <a:pt x="3737" y="25252"/>
                  </a:cubicBezTo>
                  <a:cubicBezTo>
                    <a:pt x="4003" y="24651"/>
                    <a:pt x="4337" y="24151"/>
                    <a:pt x="4971" y="23851"/>
                  </a:cubicBezTo>
                  <a:cubicBezTo>
                    <a:pt x="5671" y="23517"/>
                    <a:pt x="6005" y="22883"/>
                    <a:pt x="6005" y="22116"/>
                  </a:cubicBezTo>
                  <a:cubicBezTo>
                    <a:pt x="5971" y="21249"/>
                    <a:pt x="6238" y="20582"/>
                    <a:pt x="6772" y="19914"/>
                  </a:cubicBezTo>
                  <a:cubicBezTo>
                    <a:pt x="7406" y="19147"/>
                    <a:pt x="7839" y="18213"/>
                    <a:pt x="8440" y="17413"/>
                  </a:cubicBezTo>
                  <a:cubicBezTo>
                    <a:pt x="8974" y="16645"/>
                    <a:pt x="9574" y="15911"/>
                    <a:pt x="10208" y="15211"/>
                  </a:cubicBezTo>
                  <a:cubicBezTo>
                    <a:pt x="11042" y="14277"/>
                    <a:pt x="11976" y="13410"/>
                    <a:pt x="12843" y="12509"/>
                  </a:cubicBezTo>
                  <a:cubicBezTo>
                    <a:pt x="13744" y="11542"/>
                    <a:pt x="14844" y="10774"/>
                    <a:pt x="15912" y="10007"/>
                  </a:cubicBezTo>
                  <a:cubicBezTo>
                    <a:pt x="16579" y="9540"/>
                    <a:pt x="17346" y="9407"/>
                    <a:pt x="18080" y="9173"/>
                  </a:cubicBezTo>
                  <a:cubicBezTo>
                    <a:pt x="18614" y="8973"/>
                    <a:pt x="18914" y="8673"/>
                    <a:pt x="19081" y="8239"/>
                  </a:cubicBezTo>
                  <a:cubicBezTo>
                    <a:pt x="19248" y="7739"/>
                    <a:pt x="19548" y="7505"/>
                    <a:pt x="20015" y="7339"/>
                  </a:cubicBezTo>
                  <a:cubicBezTo>
                    <a:pt x="20115" y="7305"/>
                    <a:pt x="20248" y="7272"/>
                    <a:pt x="20348" y="7205"/>
                  </a:cubicBezTo>
                  <a:cubicBezTo>
                    <a:pt x="21382" y="6438"/>
                    <a:pt x="22483" y="5838"/>
                    <a:pt x="23551" y="5170"/>
                  </a:cubicBezTo>
                  <a:cubicBezTo>
                    <a:pt x="24285" y="4737"/>
                    <a:pt x="24985" y="4337"/>
                    <a:pt x="25786" y="4036"/>
                  </a:cubicBezTo>
                  <a:cubicBezTo>
                    <a:pt x="27120" y="3536"/>
                    <a:pt x="28421" y="2969"/>
                    <a:pt x="29788" y="2535"/>
                  </a:cubicBezTo>
                  <a:cubicBezTo>
                    <a:pt x="30789" y="2168"/>
                    <a:pt x="31823" y="1935"/>
                    <a:pt x="32857" y="1668"/>
                  </a:cubicBezTo>
                  <a:cubicBezTo>
                    <a:pt x="33758" y="1434"/>
                    <a:pt x="34692" y="1201"/>
                    <a:pt x="35593" y="967"/>
                  </a:cubicBezTo>
                  <a:cubicBezTo>
                    <a:pt x="35793" y="901"/>
                    <a:pt x="36026" y="767"/>
                    <a:pt x="36226" y="767"/>
                  </a:cubicBezTo>
                  <a:cubicBezTo>
                    <a:pt x="37260" y="801"/>
                    <a:pt x="38228" y="634"/>
                    <a:pt x="39229" y="500"/>
                  </a:cubicBezTo>
                  <a:cubicBezTo>
                    <a:pt x="39896" y="400"/>
                    <a:pt x="40563" y="300"/>
                    <a:pt x="41230" y="234"/>
                  </a:cubicBezTo>
                  <a:cubicBezTo>
                    <a:pt x="41830" y="167"/>
                    <a:pt x="42464" y="33"/>
                    <a:pt x="43065" y="33"/>
                  </a:cubicBezTo>
                  <a:cubicBezTo>
                    <a:pt x="45733" y="0"/>
                    <a:pt x="48435" y="0"/>
                    <a:pt x="51104" y="33"/>
                  </a:cubicBezTo>
                  <a:cubicBezTo>
                    <a:pt x="51504" y="33"/>
                    <a:pt x="51871" y="100"/>
                    <a:pt x="52271" y="167"/>
                  </a:cubicBezTo>
                  <a:cubicBezTo>
                    <a:pt x="53038" y="334"/>
                    <a:pt x="53872" y="400"/>
                    <a:pt x="54640" y="534"/>
                  </a:cubicBezTo>
                  <a:cubicBezTo>
                    <a:pt x="56041" y="734"/>
                    <a:pt x="57475" y="634"/>
                    <a:pt x="58843" y="1134"/>
                  </a:cubicBezTo>
                  <a:cubicBezTo>
                    <a:pt x="59777" y="1468"/>
                    <a:pt x="60711" y="1735"/>
                    <a:pt x="61678" y="1868"/>
                  </a:cubicBezTo>
                  <a:cubicBezTo>
                    <a:pt x="62712" y="1968"/>
                    <a:pt x="63679" y="2268"/>
                    <a:pt x="64580" y="2769"/>
                  </a:cubicBezTo>
                  <a:cubicBezTo>
                    <a:pt x="65314" y="3169"/>
                    <a:pt x="66114" y="3436"/>
                    <a:pt x="66882" y="3736"/>
                  </a:cubicBezTo>
                  <a:cubicBezTo>
                    <a:pt x="67115" y="3836"/>
                    <a:pt x="67315" y="3870"/>
                    <a:pt x="67549" y="3936"/>
                  </a:cubicBezTo>
                  <a:cubicBezTo>
                    <a:pt x="68483" y="4203"/>
                    <a:pt x="69350" y="4603"/>
                    <a:pt x="70184" y="5137"/>
                  </a:cubicBezTo>
                  <a:cubicBezTo>
                    <a:pt x="71251" y="5804"/>
                    <a:pt x="72419" y="6438"/>
                    <a:pt x="73453" y="7205"/>
                  </a:cubicBezTo>
                  <a:cubicBezTo>
                    <a:pt x="73586" y="7305"/>
                    <a:pt x="73820" y="7339"/>
                    <a:pt x="73987" y="7405"/>
                  </a:cubicBezTo>
                  <a:cubicBezTo>
                    <a:pt x="74287" y="7539"/>
                    <a:pt x="74520" y="7739"/>
                    <a:pt x="74654" y="8073"/>
                  </a:cubicBezTo>
                  <a:cubicBezTo>
                    <a:pt x="74821" y="8673"/>
                    <a:pt x="75188" y="9007"/>
                    <a:pt x="75821" y="9173"/>
                  </a:cubicBezTo>
                  <a:cubicBezTo>
                    <a:pt x="77823" y="9740"/>
                    <a:pt x="79391" y="10941"/>
                    <a:pt x="80825" y="12376"/>
                  </a:cubicBezTo>
                  <a:cubicBezTo>
                    <a:pt x="81892" y="13443"/>
                    <a:pt x="83026" y="14510"/>
                    <a:pt x="83994" y="15645"/>
                  </a:cubicBezTo>
                  <a:cubicBezTo>
                    <a:pt x="84928" y="16745"/>
                    <a:pt x="85695" y="17946"/>
                    <a:pt x="86496" y="19114"/>
                  </a:cubicBezTo>
                  <a:cubicBezTo>
                    <a:pt x="86762" y="19481"/>
                    <a:pt x="86996" y="19848"/>
                    <a:pt x="87263" y="20248"/>
                  </a:cubicBezTo>
                  <a:cubicBezTo>
                    <a:pt x="87596" y="20748"/>
                    <a:pt x="87797" y="21349"/>
                    <a:pt x="87763" y="21983"/>
                  </a:cubicBezTo>
                  <a:cubicBezTo>
                    <a:pt x="87763" y="22917"/>
                    <a:pt x="88163" y="23584"/>
                    <a:pt x="88997" y="23984"/>
                  </a:cubicBezTo>
                  <a:cubicBezTo>
                    <a:pt x="89431" y="24184"/>
                    <a:pt x="89665" y="24451"/>
                    <a:pt x="89831" y="24851"/>
                  </a:cubicBezTo>
                  <a:cubicBezTo>
                    <a:pt x="90031" y="25318"/>
                    <a:pt x="90265" y="25752"/>
                    <a:pt x="90432" y="26186"/>
                  </a:cubicBezTo>
                  <a:cubicBezTo>
                    <a:pt x="91032" y="27687"/>
                    <a:pt x="91599" y="29221"/>
                    <a:pt x="92166" y="30722"/>
                  </a:cubicBezTo>
                  <a:cubicBezTo>
                    <a:pt x="92567" y="31756"/>
                    <a:pt x="92934" y="32790"/>
                    <a:pt x="93300" y="33824"/>
                  </a:cubicBezTo>
                  <a:cubicBezTo>
                    <a:pt x="93367" y="34024"/>
                    <a:pt x="93401" y="34258"/>
                    <a:pt x="93401" y="34491"/>
                  </a:cubicBezTo>
                  <a:cubicBezTo>
                    <a:pt x="93434" y="34758"/>
                    <a:pt x="93367" y="35025"/>
                    <a:pt x="93434" y="35259"/>
                  </a:cubicBezTo>
                  <a:cubicBezTo>
                    <a:pt x="93934" y="36993"/>
                    <a:pt x="93401" y="38628"/>
                    <a:pt x="93034" y="40296"/>
                  </a:cubicBezTo>
                  <a:cubicBezTo>
                    <a:pt x="93034" y="40362"/>
                    <a:pt x="92967" y="40429"/>
                    <a:pt x="93000" y="40462"/>
                  </a:cubicBezTo>
                  <a:cubicBezTo>
                    <a:pt x="93234" y="41797"/>
                    <a:pt x="92567" y="42998"/>
                    <a:pt x="92600" y="44298"/>
                  </a:cubicBezTo>
                  <a:cubicBezTo>
                    <a:pt x="92633" y="45199"/>
                    <a:pt x="92533" y="46100"/>
                    <a:pt x="92233" y="46967"/>
                  </a:cubicBezTo>
                  <a:cubicBezTo>
                    <a:pt x="92033" y="47501"/>
                    <a:pt x="91933" y="48068"/>
                    <a:pt x="91833" y="48635"/>
                  </a:cubicBezTo>
                  <a:cubicBezTo>
                    <a:pt x="91432" y="50503"/>
                    <a:pt x="90365" y="52104"/>
                    <a:pt x="89531" y="53739"/>
                  </a:cubicBezTo>
                  <a:cubicBezTo>
                    <a:pt x="89364" y="54106"/>
                    <a:pt x="89198" y="54439"/>
                    <a:pt x="89031" y="54806"/>
                  </a:cubicBezTo>
                  <a:cubicBezTo>
                    <a:pt x="88731" y="55406"/>
                    <a:pt x="88464" y="56040"/>
                    <a:pt x="88097" y="56607"/>
                  </a:cubicBezTo>
                  <a:cubicBezTo>
                    <a:pt x="87096" y="58208"/>
                    <a:pt x="86062" y="59776"/>
                    <a:pt x="85061" y="61344"/>
                  </a:cubicBezTo>
                  <a:cubicBezTo>
                    <a:pt x="84828" y="61744"/>
                    <a:pt x="84628" y="62145"/>
                    <a:pt x="84427" y="62545"/>
                  </a:cubicBezTo>
                  <a:cubicBezTo>
                    <a:pt x="84394" y="62645"/>
                    <a:pt x="84361" y="62778"/>
                    <a:pt x="84294" y="62812"/>
                  </a:cubicBezTo>
                  <a:cubicBezTo>
                    <a:pt x="83293" y="63546"/>
                    <a:pt x="83060" y="64847"/>
                    <a:pt x="82259" y="65747"/>
                  </a:cubicBezTo>
                  <a:cubicBezTo>
                    <a:pt x="81926" y="66147"/>
                    <a:pt x="81525" y="66614"/>
                    <a:pt x="81025" y="66781"/>
                  </a:cubicBezTo>
                  <a:cubicBezTo>
                    <a:pt x="79958" y="67182"/>
                    <a:pt x="79424" y="68049"/>
                    <a:pt x="78857" y="68916"/>
                  </a:cubicBezTo>
                  <a:cubicBezTo>
                    <a:pt x="77923" y="70284"/>
                    <a:pt x="77022" y="71651"/>
                    <a:pt x="76088" y="73019"/>
                  </a:cubicBezTo>
                  <a:cubicBezTo>
                    <a:pt x="75454" y="73953"/>
                    <a:pt x="74687" y="74787"/>
                    <a:pt x="74087" y="75754"/>
                  </a:cubicBezTo>
                  <a:cubicBezTo>
                    <a:pt x="73386" y="76855"/>
                    <a:pt x="72586" y="77923"/>
                    <a:pt x="71919" y="79057"/>
                  </a:cubicBezTo>
                  <a:cubicBezTo>
                    <a:pt x="70518" y="81292"/>
                    <a:pt x="69150" y="83593"/>
                    <a:pt x="67282" y="85495"/>
                  </a:cubicBezTo>
                  <a:cubicBezTo>
                    <a:pt x="67148" y="85595"/>
                    <a:pt x="67015" y="85728"/>
                    <a:pt x="66982" y="85862"/>
                  </a:cubicBezTo>
                  <a:cubicBezTo>
                    <a:pt x="66782" y="86762"/>
                    <a:pt x="66348" y="87563"/>
                    <a:pt x="66315" y="88497"/>
                  </a:cubicBezTo>
                  <a:cubicBezTo>
                    <a:pt x="66315" y="88930"/>
                    <a:pt x="66214" y="89397"/>
                    <a:pt x="66148" y="89831"/>
                  </a:cubicBezTo>
                  <a:cubicBezTo>
                    <a:pt x="65914" y="91265"/>
                    <a:pt x="65614" y="92700"/>
                    <a:pt x="65414" y="94134"/>
                  </a:cubicBezTo>
                  <a:cubicBezTo>
                    <a:pt x="65314" y="94801"/>
                    <a:pt x="65414" y="94801"/>
                    <a:pt x="65414" y="95502"/>
                  </a:cubicBezTo>
                  <a:cubicBezTo>
                    <a:pt x="65447" y="96069"/>
                    <a:pt x="65514" y="95969"/>
                    <a:pt x="65547" y="96569"/>
                  </a:cubicBezTo>
                  <a:cubicBezTo>
                    <a:pt x="65547" y="98070"/>
                    <a:pt x="65547" y="98604"/>
                    <a:pt x="65581" y="100105"/>
                  </a:cubicBezTo>
                  <a:cubicBezTo>
                    <a:pt x="65581" y="100972"/>
                    <a:pt x="65647" y="101873"/>
                    <a:pt x="64980" y="102674"/>
                  </a:cubicBezTo>
                  <a:close/>
                  <a:moveTo>
                    <a:pt x="91533" y="42831"/>
                  </a:moveTo>
                  <a:cubicBezTo>
                    <a:pt x="91332" y="42964"/>
                    <a:pt x="91232" y="42998"/>
                    <a:pt x="91132" y="43098"/>
                  </a:cubicBezTo>
                  <a:cubicBezTo>
                    <a:pt x="89131" y="44499"/>
                    <a:pt x="86863" y="45333"/>
                    <a:pt x="84528" y="46033"/>
                  </a:cubicBezTo>
                  <a:cubicBezTo>
                    <a:pt x="83293" y="46367"/>
                    <a:pt x="81992" y="46567"/>
                    <a:pt x="80758" y="46934"/>
                  </a:cubicBezTo>
                  <a:cubicBezTo>
                    <a:pt x="78423" y="47668"/>
                    <a:pt x="76088" y="48168"/>
                    <a:pt x="73686" y="48435"/>
                  </a:cubicBezTo>
                  <a:cubicBezTo>
                    <a:pt x="72953" y="48501"/>
                    <a:pt x="72252" y="48635"/>
                    <a:pt x="71585" y="48768"/>
                  </a:cubicBezTo>
                  <a:cubicBezTo>
                    <a:pt x="70584" y="48968"/>
                    <a:pt x="69617" y="49235"/>
                    <a:pt x="68650" y="49402"/>
                  </a:cubicBezTo>
                  <a:cubicBezTo>
                    <a:pt x="67249" y="49602"/>
                    <a:pt x="65814" y="49736"/>
                    <a:pt x="64413" y="50003"/>
                  </a:cubicBezTo>
                  <a:cubicBezTo>
                    <a:pt x="62879" y="50269"/>
                    <a:pt x="61378" y="50470"/>
                    <a:pt x="59810" y="50436"/>
                  </a:cubicBezTo>
                  <a:cubicBezTo>
                    <a:pt x="59576" y="50403"/>
                    <a:pt x="59343" y="50470"/>
                    <a:pt x="59143" y="50503"/>
                  </a:cubicBezTo>
                  <a:cubicBezTo>
                    <a:pt x="58509" y="50570"/>
                    <a:pt x="57909" y="50670"/>
                    <a:pt x="57308" y="50670"/>
                  </a:cubicBezTo>
                  <a:cubicBezTo>
                    <a:pt x="56508" y="50703"/>
                    <a:pt x="55674" y="50636"/>
                    <a:pt x="54906" y="50903"/>
                  </a:cubicBezTo>
                  <a:cubicBezTo>
                    <a:pt x="54673" y="50970"/>
                    <a:pt x="54439" y="50937"/>
                    <a:pt x="54206" y="50937"/>
                  </a:cubicBezTo>
                  <a:cubicBezTo>
                    <a:pt x="52471" y="50870"/>
                    <a:pt x="50737" y="51137"/>
                    <a:pt x="49002" y="50636"/>
                  </a:cubicBezTo>
                  <a:cubicBezTo>
                    <a:pt x="47301" y="50736"/>
                    <a:pt x="45566" y="50403"/>
                    <a:pt x="43865" y="50870"/>
                  </a:cubicBezTo>
                  <a:cubicBezTo>
                    <a:pt x="43698" y="50903"/>
                    <a:pt x="43498" y="50903"/>
                    <a:pt x="43298" y="50937"/>
                  </a:cubicBezTo>
                  <a:cubicBezTo>
                    <a:pt x="40696" y="51103"/>
                    <a:pt x="38061" y="50670"/>
                    <a:pt x="35459" y="50670"/>
                  </a:cubicBezTo>
                  <a:cubicBezTo>
                    <a:pt x="35359" y="50670"/>
                    <a:pt x="35259" y="50670"/>
                    <a:pt x="35159" y="50636"/>
                  </a:cubicBezTo>
                  <a:cubicBezTo>
                    <a:pt x="34492" y="50369"/>
                    <a:pt x="33758" y="50403"/>
                    <a:pt x="33057" y="50403"/>
                  </a:cubicBezTo>
                  <a:cubicBezTo>
                    <a:pt x="32624" y="50403"/>
                    <a:pt x="32190" y="50436"/>
                    <a:pt x="31790" y="50403"/>
                  </a:cubicBezTo>
                  <a:cubicBezTo>
                    <a:pt x="30322" y="50203"/>
                    <a:pt x="28854" y="49969"/>
                    <a:pt x="27387" y="49769"/>
                  </a:cubicBezTo>
                  <a:cubicBezTo>
                    <a:pt x="26820" y="49669"/>
                    <a:pt x="26253" y="49536"/>
                    <a:pt x="25686" y="49435"/>
                  </a:cubicBezTo>
                  <a:cubicBezTo>
                    <a:pt x="24785" y="49269"/>
                    <a:pt x="23884" y="49169"/>
                    <a:pt x="22984" y="49002"/>
                  </a:cubicBezTo>
                  <a:cubicBezTo>
                    <a:pt x="22050" y="48835"/>
                    <a:pt x="21116" y="48602"/>
                    <a:pt x="20148" y="48435"/>
                  </a:cubicBezTo>
                  <a:cubicBezTo>
                    <a:pt x="19681" y="48335"/>
                    <a:pt x="19181" y="48201"/>
                    <a:pt x="18714" y="48201"/>
                  </a:cubicBezTo>
                  <a:cubicBezTo>
                    <a:pt x="17446" y="48235"/>
                    <a:pt x="16245" y="47801"/>
                    <a:pt x="15011" y="47501"/>
                  </a:cubicBezTo>
                  <a:cubicBezTo>
                    <a:pt x="13343" y="47100"/>
                    <a:pt x="11742" y="46567"/>
                    <a:pt x="10074" y="46166"/>
                  </a:cubicBezTo>
                  <a:cubicBezTo>
                    <a:pt x="7673" y="45633"/>
                    <a:pt x="5404" y="44866"/>
                    <a:pt x="3336" y="43531"/>
                  </a:cubicBezTo>
                  <a:cubicBezTo>
                    <a:pt x="3003" y="43298"/>
                    <a:pt x="2636" y="43098"/>
                    <a:pt x="2169" y="42797"/>
                  </a:cubicBezTo>
                  <a:cubicBezTo>
                    <a:pt x="2235" y="44032"/>
                    <a:pt x="2069" y="45132"/>
                    <a:pt x="2436" y="46166"/>
                  </a:cubicBezTo>
                  <a:cubicBezTo>
                    <a:pt x="2736" y="46967"/>
                    <a:pt x="3103" y="47734"/>
                    <a:pt x="3269" y="48568"/>
                  </a:cubicBezTo>
                  <a:cubicBezTo>
                    <a:pt x="3503" y="49536"/>
                    <a:pt x="3970" y="50369"/>
                    <a:pt x="4404" y="51237"/>
                  </a:cubicBezTo>
                  <a:cubicBezTo>
                    <a:pt x="5004" y="52438"/>
                    <a:pt x="5738" y="53605"/>
                    <a:pt x="6238" y="54873"/>
                  </a:cubicBezTo>
                  <a:cubicBezTo>
                    <a:pt x="6405" y="55240"/>
                    <a:pt x="6639" y="55607"/>
                    <a:pt x="6839" y="55974"/>
                  </a:cubicBezTo>
                  <a:cubicBezTo>
                    <a:pt x="7873" y="57575"/>
                    <a:pt x="8940" y="59176"/>
                    <a:pt x="9974" y="60777"/>
                  </a:cubicBezTo>
                  <a:cubicBezTo>
                    <a:pt x="10174" y="61144"/>
                    <a:pt x="10341" y="61544"/>
                    <a:pt x="10575" y="61878"/>
                  </a:cubicBezTo>
                  <a:cubicBezTo>
                    <a:pt x="11175" y="62845"/>
                    <a:pt x="11776" y="63779"/>
                    <a:pt x="12409" y="64713"/>
                  </a:cubicBezTo>
                  <a:cubicBezTo>
                    <a:pt x="12509" y="64880"/>
                    <a:pt x="12676" y="65013"/>
                    <a:pt x="12843" y="65113"/>
                  </a:cubicBezTo>
                  <a:cubicBezTo>
                    <a:pt x="13510" y="65480"/>
                    <a:pt x="14177" y="65914"/>
                    <a:pt x="14878" y="66248"/>
                  </a:cubicBezTo>
                  <a:cubicBezTo>
                    <a:pt x="15378" y="66481"/>
                    <a:pt x="15945" y="66614"/>
                    <a:pt x="16479" y="66815"/>
                  </a:cubicBezTo>
                  <a:cubicBezTo>
                    <a:pt x="17413" y="67182"/>
                    <a:pt x="18347" y="67615"/>
                    <a:pt x="19248" y="67982"/>
                  </a:cubicBezTo>
                  <a:cubicBezTo>
                    <a:pt x="19681" y="68149"/>
                    <a:pt x="20148" y="68216"/>
                    <a:pt x="20515" y="68416"/>
                  </a:cubicBezTo>
                  <a:cubicBezTo>
                    <a:pt x="21616" y="69083"/>
                    <a:pt x="22817" y="69250"/>
                    <a:pt x="24018" y="69517"/>
                  </a:cubicBezTo>
                  <a:cubicBezTo>
                    <a:pt x="24885" y="69717"/>
                    <a:pt x="25786" y="69817"/>
                    <a:pt x="26686" y="69984"/>
                  </a:cubicBezTo>
                  <a:cubicBezTo>
                    <a:pt x="27687" y="70150"/>
                    <a:pt x="28688" y="70350"/>
                    <a:pt x="29722" y="70517"/>
                  </a:cubicBezTo>
                  <a:cubicBezTo>
                    <a:pt x="30322" y="70617"/>
                    <a:pt x="30923" y="70751"/>
                    <a:pt x="31523" y="70751"/>
                  </a:cubicBezTo>
                  <a:cubicBezTo>
                    <a:pt x="32724" y="70784"/>
                    <a:pt x="33925" y="70751"/>
                    <a:pt x="35092" y="71018"/>
                  </a:cubicBezTo>
                  <a:cubicBezTo>
                    <a:pt x="35326" y="71051"/>
                    <a:pt x="35559" y="71051"/>
                    <a:pt x="35793" y="71051"/>
                  </a:cubicBezTo>
                  <a:cubicBezTo>
                    <a:pt x="38762" y="71051"/>
                    <a:pt x="41730" y="71018"/>
                    <a:pt x="44732" y="70984"/>
                  </a:cubicBezTo>
                  <a:cubicBezTo>
                    <a:pt x="44833" y="70984"/>
                    <a:pt x="44966" y="71018"/>
                    <a:pt x="45099" y="71051"/>
                  </a:cubicBezTo>
                  <a:cubicBezTo>
                    <a:pt x="45600" y="71084"/>
                    <a:pt x="46133" y="71184"/>
                    <a:pt x="46634" y="71184"/>
                  </a:cubicBezTo>
                  <a:cubicBezTo>
                    <a:pt x="50470" y="71151"/>
                    <a:pt x="54273" y="71084"/>
                    <a:pt x="58109" y="71051"/>
                  </a:cubicBezTo>
                  <a:cubicBezTo>
                    <a:pt x="58275" y="71051"/>
                    <a:pt x="58442" y="71084"/>
                    <a:pt x="58576" y="71018"/>
                  </a:cubicBezTo>
                  <a:cubicBezTo>
                    <a:pt x="60277" y="70584"/>
                    <a:pt x="62011" y="70951"/>
                    <a:pt x="63679" y="70551"/>
                  </a:cubicBezTo>
                  <a:cubicBezTo>
                    <a:pt x="64413" y="70384"/>
                    <a:pt x="65147" y="70350"/>
                    <a:pt x="65881" y="70217"/>
                  </a:cubicBezTo>
                  <a:cubicBezTo>
                    <a:pt x="66782" y="70017"/>
                    <a:pt x="67649" y="69783"/>
                    <a:pt x="68549" y="69750"/>
                  </a:cubicBezTo>
                  <a:cubicBezTo>
                    <a:pt x="69217" y="69717"/>
                    <a:pt x="69917" y="69583"/>
                    <a:pt x="70518" y="69350"/>
                  </a:cubicBezTo>
                  <a:cubicBezTo>
                    <a:pt x="71485" y="69016"/>
                    <a:pt x="72586" y="69016"/>
                    <a:pt x="73420" y="68316"/>
                  </a:cubicBezTo>
                  <a:cubicBezTo>
                    <a:pt x="73486" y="68249"/>
                    <a:pt x="73620" y="68249"/>
                    <a:pt x="73686" y="68216"/>
                  </a:cubicBezTo>
                  <a:cubicBezTo>
                    <a:pt x="74153" y="68049"/>
                    <a:pt x="74620" y="67915"/>
                    <a:pt x="75054" y="67715"/>
                  </a:cubicBezTo>
                  <a:cubicBezTo>
                    <a:pt x="75855" y="67382"/>
                    <a:pt x="76655" y="66948"/>
                    <a:pt x="77489" y="66748"/>
                  </a:cubicBezTo>
                  <a:cubicBezTo>
                    <a:pt x="78557" y="66514"/>
                    <a:pt x="79524" y="65947"/>
                    <a:pt x="80458" y="65414"/>
                  </a:cubicBezTo>
                  <a:cubicBezTo>
                    <a:pt x="81025" y="65113"/>
                    <a:pt x="81459" y="64646"/>
                    <a:pt x="81792" y="64046"/>
                  </a:cubicBezTo>
                  <a:cubicBezTo>
                    <a:pt x="82559" y="62712"/>
                    <a:pt x="83393" y="61411"/>
                    <a:pt x="84227" y="60110"/>
                  </a:cubicBezTo>
                  <a:cubicBezTo>
                    <a:pt x="85128" y="58675"/>
                    <a:pt x="86062" y="57274"/>
                    <a:pt x="86963" y="55840"/>
                  </a:cubicBezTo>
                  <a:cubicBezTo>
                    <a:pt x="87296" y="55340"/>
                    <a:pt x="87530" y="54773"/>
                    <a:pt x="87797" y="54206"/>
                  </a:cubicBezTo>
                  <a:cubicBezTo>
                    <a:pt x="87997" y="53839"/>
                    <a:pt x="88163" y="53438"/>
                    <a:pt x="88364" y="53071"/>
                  </a:cubicBezTo>
                  <a:cubicBezTo>
                    <a:pt x="89164" y="51537"/>
                    <a:pt x="90098" y="50069"/>
                    <a:pt x="90532" y="48335"/>
                  </a:cubicBezTo>
                  <a:cubicBezTo>
                    <a:pt x="90599" y="48101"/>
                    <a:pt x="90699" y="47868"/>
                    <a:pt x="90799" y="47601"/>
                  </a:cubicBezTo>
                  <a:cubicBezTo>
                    <a:pt x="91466" y="46133"/>
                    <a:pt x="91733" y="44599"/>
                    <a:pt x="91533" y="42831"/>
                  </a:cubicBezTo>
                  <a:close/>
                  <a:moveTo>
                    <a:pt x="52438" y="49402"/>
                  </a:moveTo>
                  <a:cubicBezTo>
                    <a:pt x="53239" y="49402"/>
                    <a:pt x="54006" y="49502"/>
                    <a:pt x="54773" y="49369"/>
                  </a:cubicBezTo>
                  <a:cubicBezTo>
                    <a:pt x="55674" y="49202"/>
                    <a:pt x="56574" y="49169"/>
                    <a:pt x="57475" y="49169"/>
                  </a:cubicBezTo>
                  <a:cubicBezTo>
                    <a:pt x="57742" y="49169"/>
                    <a:pt x="58009" y="49235"/>
                    <a:pt x="58242" y="49135"/>
                  </a:cubicBezTo>
                  <a:cubicBezTo>
                    <a:pt x="59176" y="48868"/>
                    <a:pt x="60110" y="48935"/>
                    <a:pt x="61044" y="48902"/>
                  </a:cubicBezTo>
                  <a:cubicBezTo>
                    <a:pt x="61311" y="48902"/>
                    <a:pt x="61578" y="48902"/>
                    <a:pt x="61811" y="48835"/>
                  </a:cubicBezTo>
                  <a:cubicBezTo>
                    <a:pt x="62645" y="48702"/>
                    <a:pt x="63479" y="48535"/>
                    <a:pt x="64313" y="48401"/>
                  </a:cubicBezTo>
                  <a:cubicBezTo>
                    <a:pt x="65647" y="48201"/>
                    <a:pt x="66982" y="48034"/>
                    <a:pt x="68316" y="47834"/>
                  </a:cubicBezTo>
                  <a:cubicBezTo>
                    <a:pt x="69016" y="47734"/>
                    <a:pt x="69750" y="47634"/>
                    <a:pt x="70417" y="47467"/>
                  </a:cubicBezTo>
                  <a:cubicBezTo>
                    <a:pt x="72119" y="47067"/>
                    <a:pt x="73820" y="46734"/>
                    <a:pt x="75588" y="46600"/>
                  </a:cubicBezTo>
                  <a:cubicBezTo>
                    <a:pt x="75755" y="46567"/>
                    <a:pt x="75955" y="46533"/>
                    <a:pt x="76155" y="46467"/>
                  </a:cubicBezTo>
                  <a:cubicBezTo>
                    <a:pt x="77889" y="46033"/>
                    <a:pt x="79657" y="45566"/>
                    <a:pt x="81392" y="45132"/>
                  </a:cubicBezTo>
                  <a:cubicBezTo>
                    <a:pt x="82293" y="44899"/>
                    <a:pt x="83227" y="44699"/>
                    <a:pt x="84127" y="44432"/>
                  </a:cubicBezTo>
                  <a:cubicBezTo>
                    <a:pt x="85028" y="44165"/>
                    <a:pt x="85895" y="43831"/>
                    <a:pt x="86762" y="43498"/>
                  </a:cubicBezTo>
                  <a:cubicBezTo>
                    <a:pt x="88497" y="42897"/>
                    <a:pt x="89965" y="41863"/>
                    <a:pt x="91366" y="40696"/>
                  </a:cubicBezTo>
                  <a:cubicBezTo>
                    <a:pt x="91499" y="40629"/>
                    <a:pt x="91533" y="40429"/>
                    <a:pt x="91599" y="40296"/>
                  </a:cubicBezTo>
                  <a:cubicBezTo>
                    <a:pt x="91766" y="39995"/>
                    <a:pt x="91866" y="39729"/>
                    <a:pt x="92033" y="39428"/>
                  </a:cubicBezTo>
                  <a:cubicBezTo>
                    <a:pt x="92333" y="38795"/>
                    <a:pt x="92500" y="38161"/>
                    <a:pt x="92400" y="37460"/>
                  </a:cubicBezTo>
                  <a:cubicBezTo>
                    <a:pt x="92333" y="36726"/>
                    <a:pt x="92200" y="35993"/>
                    <a:pt x="92200" y="35259"/>
                  </a:cubicBezTo>
                  <a:cubicBezTo>
                    <a:pt x="92166" y="34658"/>
                    <a:pt x="92133" y="34091"/>
                    <a:pt x="91833" y="33557"/>
                  </a:cubicBezTo>
                  <a:cubicBezTo>
                    <a:pt x="91733" y="33391"/>
                    <a:pt x="91699" y="33191"/>
                    <a:pt x="91633" y="33024"/>
                  </a:cubicBezTo>
                  <a:cubicBezTo>
                    <a:pt x="91166" y="31790"/>
                    <a:pt x="90732" y="30589"/>
                    <a:pt x="90298" y="29354"/>
                  </a:cubicBezTo>
                  <a:cubicBezTo>
                    <a:pt x="89998" y="28521"/>
                    <a:pt x="89765" y="27653"/>
                    <a:pt x="89464" y="26786"/>
                  </a:cubicBezTo>
                  <a:cubicBezTo>
                    <a:pt x="89298" y="26286"/>
                    <a:pt x="89097" y="25752"/>
                    <a:pt x="88831" y="25285"/>
                  </a:cubicBezTo>
                  <a:cubicBezTo>
                    <a:pt x="88330" y="24518"/>
                    <a:pt x="87463" y="24418"/>
                    <a:pt x="86729" y="24985"/>
                  </a:cubicBezTo>
                  <a:cubicBezTo>
                    <a:pt x="85495" y="25952"/>
                    <a:pt x="84261" y="26953"/>
                    <a:pt x="82826" y="27687"/>
                  </a:cubicBezTo>
                  <a:cubicBezTo>
                    <a:pt x="81125" y="28554"/>
                    <a:pt x="79624" y="29755"/>
                    <a:pt x="77756" y="30288"/>
                  </a:cubicBezTo>
                  <a:cubicBezTo>
                    <a:pt x="76288" y="30755"/>
                    <a:pt x="74821" y="31289"/>
                    <a:pt x="73286" y="31489"/>
                  </a:cubicBezTo>
                  <a:cubicBezTo>
                    <a:pt x="72285" y="31623"/>
                    <a:pt x="71285" y="31790"/>
                    <a:pt x="70351" y="32090"/>
                  </a:cubicBezTo>
                  <a:cubicBezTo>
                    <a:pt x="68816" y="32523"/>
                    <a:pt x="67315" y="32690"/>
                    <a:pt x="65747" y="32690"/>
                  </a:cubicBezTo>
                  <a:cubicBezTo>
                    <a:pt x="65414" y="32724"/>
                    <a:pt x="65114" y="32724"/>
                    <a:pt x="64780" y="32757"/>
                  </a:cubicBezTo>
                  <a:cubicBezTo>
                    <a:pt x="63746" y="32824"/>
                    <a:pt x="62712" y="32957"/>
                    <a:pt x="61678" y="32957"/>
                  </a:cubicBezTo>
                  <a:cubicBezTo>
                    <a:pt x="53505" y="32957"/>
                    <a:pt x="45333" y="32957"/>
                    <a:pt x="37160" y="32924"/>
                  </a:cubicBezTo>
                  <a:cubicBezTo>
                    <a:pt x="34292" y="32924"/>
                    <a:pt x="31423" y="33191"/>
                    <a:pt x="28554" y="32724"/>
                  </a:cubicBezTo>
                  <a:cubicBezTo>
                    <a:pt x="28454" y="32690"/>
                    <a:pt x="28354" y="32690"/>
                    <a:pt x="28254" y="32690"/>
                  </a:cubicBezTo>
                  <a:cubicBezTo>
                    <a:pt x="26586" y="32690"/>
                    <a:pt x="24952" y="32590"/>
                    <a:pt x="23384" y="32023"/>
                  </a:cubicBezTo>
                  <a:cubicBezTo>
                    <a:pt x="23250" y="31990"/>
                    <a:pt x="23117" y="31990"/>
                    <a:pt x="22984" y="31956"/>
                  </a:cubicBezTo>
                  <a:cubicBezTo>
                    <a:pt x="21950" y="31790"/>
                    <a:pt x="20882" y="31689"/>
                    <a:pt x="19848" y="31423"/>
                  </a:cubicBezTo>
                  <a:cubicBezTo>
                    <a:pt x="17546" y="30789"/>
                    <a:pt x="15178" y="30288"/>
                    <a:pt x="13143" y="28921"/>
                  </a:cubicBezTo>
                  <a:cubicBezTo>
                    <a:pt x="12576" y="28554"/>
                    <a:pt x="11976" y="28254"/>
                    <a:pt x="11375" y="27920"/>
                  </a:cubicBezTo>
                  <a:cubicBezTo>
                    <a:pt x="9841" y="27120"/>
                    <a:pt x="8407" y="26085"/>
                    <a:pt x="7072" y="24985"/>
                  </a:cubicBezTo>
                  <a:cubicBezTo>
                    <a:pt x="6338" y="24418"/>
                    <a:pt x="5438" y="24484"/>
                    <a:pt x="4971" y="25285"/>
                  </a:cubicBezTo>
                  <a:cubicBezTo>
                    <a:pt x="4671" y="25785"/>
                    <a:pt x="4504" y="26319"/>
                    <a:pt x="4304" y="26886"/>
                  </a:cubicBezTo>
                  <a:cubicBezTo>
                    <a:pt x="4070" y="27587"/>
                    <a:pt x="3903" y="28320"/>
                    <a:pt x="3670" y="29021"/>
                  </a:cubicBezTo>
                  <a:cubicBezTo>
                    <a:pt x="3036" y="30755"/>
                    <a:pt x="2369" y="32457"/>
                    <a:pt x="1702" y="34191"/>
                  </a:cubicBezTo>
                  <a:cubicBezTo>
                    <a:pt x="1668" y="34258"/>
                    <a:pt x="1635" y="34358"/>
                    <a:pt x="1635" y="34458"/>
                  </a:cubicBezTo>
                  <a:cubicBezTo>
                    <a:pt x="1535" y="35559"/>
                    <a:pt x="1401" y="36626"/>
                    <a:pt x="1368" y="37727"/>
                  </a:cubicBezTo>
                  <a:cubicBezTo>
                    <a:pt x="1301" y="38861"/>
                    <a:pt x="1835" y="39829"/>
                    <a:pt x="2436" y="40696"/>
                  </a:cubicBezTo>
                  <a:cubicBezTo>
                    <a:pt x="2836" y="41263"/>
                    <a:pt x="3470" y="41663"/>
                    <a:pt x="4070" y="42030"/>
                  </a:cubicBezTo>
                  <a:cubicBezTo>
                    <a:pt x="5104" y="42597"/>
                    <a:pt x="6205" y="43131"/>
                    <a:pt x="7306" y="43565"/>
                  </a:cubicBezTo>
                  <a:cubicBezTo>
                    <a:pt x="8407" y="43998"/>
                    <a:pt x="9507" y="44399"/>
                    <a:pt x="10708" y="44632"/>
                  </a:cubicBezTo>
                  <a:cubicBezTo>
                    <a:pt x="12109" y="44899"/>
                    <a:pt x="13443" y="45399"/>
                    <a:pt x="14844" y="45766"/>
                  </a:cubicBezTo>
                  <a:cubicBezTo>
                    <a:pt x="16279" y="46133"/>
                    <a:pt x="17680" y="46667"/>
                    <a:pt x="19181" y="46633"/>
                  </a:cubicBezTo>
                  <a:cubicBezTo>
                    <a:pt x="19348" y="46633"/>
                    <a:pt x="19514" y="46700"/>
                    <a:pt x="19648" y="46734"/>
                  </a:cubicBezTo>
                  <a:cubicBezTo>
                    <a:pt x="21049" y="47000"/>
                    <a:pt x="22417" y="47301"/>
                    <a:pt x="23818" y="47567"/>
                  </a:cubicBezTo>
                  <a:cubicBezTo>
                    <a:pt x="25219" y="47834"/>
                    <a:pt x="26620" y="48034"/>
                    <a:pt x="28021" y="48268"/>
                  </a:cubicBezTo>
                  <a:cubicBezTo>
                    <a:pt x="28721" y="48368"/>
                    <a:pt x="29422" y="48501"/>
                    <a:pt x="30122" y="48568"/>
                  </a:cubicBezTo>
                  <a:cubicBezTo>
                    <a:pt x="31290" y="48635"/>
                    <a:pt x="32424" y="49002"/>
                    <a:pt x="33591" y="48935"/>
                  </a:cubicBezTo>
                  <a:cubicBezTo>
                    <a:pt x="34158" y="48902"/>
                    <a:pt x="34759" y="49035"/>
                    <a:pt x="35326" y="49102"/>
                  </a:cubicBezTo>
                  <a:cubicBezTo>
                    <a:pt x="35559" y="49135"/>
                    <a:pt x="35793" y="49169"/>
                    <a:pt x="35993" y="49169"/>
                  </a:cubicBezTo>
                  <a:cubicBezTo>
                    <a:pt x="37027" y="49169"/>
                    <a:pt x="38061" y="49102"/>
                    <a:pt x="39095" y="49402"/>
                  </a:cubicBezTo>
                  <a:cubicBezTo>
                    <a:pt x="39262" y="49435"/>
                    <a:pt x="39495" y="49435"/>
                    <a:pt x="39662" y="49435"/>
                  </a:cubicBezTo>
                  <a:cubicBezTo>
                    <a:pt x="40763" y="49435"/>
                    <a:pt x="41864" y="49435"/>
                    <a:pt x="42965" y="49435"/>
                  </a:cubicBezTo>
                  <a:cubicBezTo>
                    <a:pt x="43265" y="49435"/>
                    <a:pt x="43565" y="49402"/>
                    <a:pt x="43832" y="49369"/>
                  </a:cubicBezTo>
                  <a:cubicBezTo>
                    <a:pt x="44332" y="49302"/>
                    <a:pt x="44799" y="49202"/>
                    <a:pt x="45300" y="49202"/>
                  </a:cubicBezTo>
                  <a:cubicBezTo>
                    <a:pt x="46400" y="49169"/>
                    <a:pt x="47501" y="49202"/>
                    <a:pt x="48602" y="49202"/>
                  </a:cubicBezTo>
                  <a:cubicBezTo>
                    <a:pt x="48835" y="49202"/>
                    <a:pt x="49136" y="49135"/>
                    <a:pt x="49369" y="49235"/>
                  </a:cubicBezTo>
                  <a:cubicBezTo>
                    <a:pt x="50370" y="49536"/>
                    <a:pt x="51404" y="49402"/>
                    <a:pt x="52438" y="49402"/>
                  </a:cubicBezTo>
                  <a:close/>
                  <a:moveTo>
                    <a:pt x="18080" y="10841"/>
                  </a:moveTo>
                  <a:cubicBezTo>
                    <a:pt x="17646" y="10875"/>
                    <a:pt x="17113" y="10708"/>
                    <a:pt x="16746" y="11108"/>
                  </a:cubicBezTo>
                  <a:cubicBezTo>
                    <a:pt x="16279" y="11642"/>
                    <a:pt x="15645" y="11909"/>
                    <a:pt x="15078" y="12276"/>
                  </a:cubicBezTo>
                  <a:cubicBezTo>
                    <a:pt x="13777" y="13043"/>
                    <a:pt x="12776" y="14144"/>
                    <a:pt x="11742" y="15211"/>
                  </a:cubicBezTo>
                  <a:cubicBezTo>
                    <a:pt x="10775" y="16178"/>
                    <a:pt x="9874" y="17179"/>
                    <a:pt x="9140" y="18347"/>
                  </a:cubicBezTo>
                  <a:cubicBezTo>
                    <a:pt x="8573" y="19281"/>
                    <a:pt x="7873" y="20148"/>
                    <a:pt x="7372" y="21115"/>
                  </a:cubicBezTo>
                  <a:cubicBezTo>
                    <a:pt x="7172" y="21482"/>
                    <a:pt x="7172" y="22116"/>
                    <a:pt x="7339" y="22483"/>
                  </a:cubicBezTo>
                  <a:cubicBezTo>
                    <a:pt x="7606" y="23017"/>
                    <a:pt x="8073" y="23484"/>
                    <a:pt x="8540" y="23851"/>
                  </a:cubicBezTo>
                  <a:cubicBezTo>
                    <a:pt x="8974" y="24151"/>
                    <a:pt x="9407" y="24418"/>
                    <a:pt x="9707" y="24851"/>
                  </a:cubicBezTo>
                  <a:cubicBezTo>
                    <a:pt x="9874" y="25051"/>
                    <a:pt x="10108" y="25185"/>
                    <a:pt x="10308" y="25318"/>
                  </a:cubicBezTo>
                  <a:cubicBezTo>
                    <a:pt x="11108" y="25819"/>
                    <a:pt x="11976" y="26219"/>
                    <a:pt x="12743" y="26753"/>
                  </a:cubicBezTo>
                  <a:cubicBezTo>
                    <a:pt x="14144" y="27687"/>
                    <a:pt x="15612" y="28387"/>
                    <a:pt x="17246" y="28954"/>
                  </a:cubicBezTo>
                  <a:cubicBezTo>
                    <a:pt x="18947" y="29521"/>
                    <a:pt x="20749" y="29821"/>
                    <a:pt x="22483" y="30255"/>
                  </a:cubicBezTo>
                  <a:cubicBezTo>
                    <a:pt x="22650" y="30288"/>
                    <a:pt x="22817" y="30288"/>
                    <a:pt x="22984" y="30322"/>
                  </a:cubicBezTo>
                  <a:cubicBezTo>
                    <a:pt x="23284" y="30355"/>
                    <a:pt x="23617" y="30389"/>
                    <a:pt x="23918" y="30489"/>
                  </a:cubicBezTo>
                  <a:cubicBezTo>
                    <a:pt x="25118" y="30922"/>
                    <a:pt x="26386" y="30989"/>
                    <a:pt x="27654" y="31089"/>
                  </a:cubicBezTo>
                  <a:cubicBezTo>
                    <a:pt x="28287" y="31122"/>
                    <a:pt x="28921" y="31189"/>
                    <a:pt x="29588" y="31222"/>
                  </a:cubicBezTo>
                  <a:cubicBezTo>
                    <a:pt x="30089" y="31256"/>
                    <a:pt x="30622" y="31323"/>
                    <a:pt x="31123" y="31323"/>
                  </a:cubicBezTo>
                  <a:cubicBezTo>
                    <a:pt x="35593" y="31356"/>
                    <a:pt x="40062" y="31389"/>
                    <a:pt x="44566" y="31389"/>
                  </a:cubicBezTo>
                  <a:cubicBezTo>
                    <a:pt x="45066" y="31389"/>
                    <a:pt x="45566" y="31289"/>
                    <a:pt x="46100" y="31289"/>
                  </a:cubicBezTo>
                  <a:cubicBezTo>
                    <a:pt x="47301" y="31289"/>
                    <a:pt x="48468" y="31423"/>
                    <a:pt x="49669" y="31389"/>
                  </a:cubicBezTo>
                  <a:cubicBezTo>
                    <a:pt x="54873" y="31289"/>
                    <a:pt x="60110" y="31589"/>
                    <a:pt x="65314" y="31122"/>
                  </a:cubicBezTo>
                  <a:cubicBezTo>
                    <a:pt x="66948" y="30956"/>
                    <a:pt x="68583" y="30956"/>
                    <a:pt x="70184" y="30389"/>
                  </a:cubicBezTo>
                  <a:cubicBezTo>
                    <a:pt x="70317" y="30355"/>
                    <a:pt x="70484" y="30355"/>
                    <a:pt x="70651" y="30322"/>
                  </a:cubicBezTo>
                  <a:cubicBezTo>
                    <a:pt x="71752" y="30122"/>
                    <a:pt x="72886" y="29955"/>
                    <a:pt x="73953" y="29688"/>
                  </a:cubicBezTo>
                  <a:cubicBezTo>
                    <a:pt x="75188" y="29354"/>
                    <a:pt x="76355" y="28921"/>
                    <a:pt x="77589" y="28554"/>
                  </a:cubicBezTo>
                  <a:cubicBezTo>
                    <a:pt x="78256" y="28354"/>
                    <a:pt x="78890" y="28054"/>
                    <a:pt x="79524" y="27687"/>
                  </a:cubicBezTo>
                  <a:cubicBezTo>
                    <a:pt x="80224" y="27253"/>
                    <a:pt x="80958" y="26853"/>
                    <a:pt x="81692" y="26419"/>
                  </a:cubicBezTo>
                  <a:cubicBezTo>
                    <a:pt x="82660" y="25819"/>
                    <a:pt x="83760" y="25352"/>
                    <a:pt x="84461" y="24351"/>
                  </a:cubicBezTo>
                  <a:cubicBezTo>
                    <a:pt x="84528" y="24251"/>
                    <a:pt x="84661" y="24151"/>
                    <a:pt x="84761" y="24117"/>
                  </a:cubicBezTo>
                  <a:cubicBezTo>
                    <a:pt x="85361" y="23884"/>
                    <a:pt x="85762" y="23417"/>
                    <a:pt x="86129" y="22917"/>
                  </a:cubicBezTo>
                  <a:cubicBezTo>
                    <a:pt x="86696" y="22149"/>
                    <a:pt x="86729" y="21482"/>
                    <a:pt x="86129" y="20748"/>
                  </a:cubicBezTo>
                  <a:cubicBezTo>
                    <a:pt x="85962" y="20515"/>
                    <a:pt x="85828" y="20281"/>
                    <a:pt x="85662" y="20014"/>
                  </a:cubicBezTo>
                  <a:cubicBezTo>
                    <a:pt x="84861" y="18613"/>
                    <a:pt x="83994" y="17246"/>
                    <a:pt x="82860" y="16078"/>
                  </a:cubicBezTo>
                  <a:cubicBezTo>
                    <a:pt x="82259" y="15444"/>
                    <a:pt x="81692" y="14777"/>
                    <a:pt x="81025" y="14177"/>
                  </a:cubicBezTo>
                  <a:cubicBezTo>
                    <a:pt x="80391" y="13610"/>
                    <a:pt x="79724" y="13043"/>
                    <a:pt x="79024" y="12509"/>
                  </a:cubicBezTo>
                  <a:cubicBezTo>
                    <a:pt x="78557" y="12142"/>
                    <a:pt x="77923" y="11942"/>
                    <a:pt x="77523" y="11508"/>
                  </a:cubicBezTo>
                  <a:cubicBezTo>
                    <a:pt x="76955" y="10941"/>
                    <a:pt x="76355" y="10741"/>
                    <a:pt x="75621" y="10875"/>
                  </a:cubicBezTo>
                  <a:cubicBezTo>
                    <a:pt x="74987" y="11842"/>
                    <a:pt x="74087" y="12442"/>
                    <a:pt x="73086" y="12843"/>
                  </a:cubicBezTo>
                  <a:cubicBezTo>
                    <a:pt x="71685" y="13410"/>
                    <a:pt x="70251" y="13877"/>
                    <a:pt x="68816" y="14410"/>
                  </a:cubicBezTo>
                  <a:cubicBezTo>
                    <a:pt x="68483" y="14510"/>
                    <a:pt x="68149" y="14611"/>
                    <a:pt x="67816" y="14744"/>
                  </a:cubicBezTo>
                  <a:cubicBezTo>
                    <a:pt x="66748" y="15078"/>
                    <a:pt x="65681" y="15411"/>
                    <a:pt x="64613" y="15811"/>
                  </a:cubicBezTo>
                  <a:cubicBezTo>
                    <a:pt x="63346" y="16245"/>
                    <a:pt x="61945" y="15945"/>
                    <a:pt x="60744" y="16545"/>
                  </a:cubicBezTo>
                  <a:cubicBezTo>
                    <a:pt x="59043" y="16645"/>
                    <a:pt x="57442" y="17179"/>
                    <a:pt x="55740" y="17112"/>
                  </a:cubicBezTo>
                  <a:cubicBezTo>
                    <a:pt x="55540" y="17079"/>
                    <a:pt x="55340" y="17146"/>
                    <a:pt x="55140" y="17179"/>
                  </a:cubicBezTo>
                  <a:cubicBezTo>
                    <a:pt x="54673" y="17212"/>
                    <a:pt x="54206" y="17313"/>
                    <a:pt x="53706" y="17313"/>
                  </a:cubicBezTo>
                  <a:cubicBezTo>
                    <a:pt x="49236" y="17346"/>
                    <a:pt x="44766" y="17346"/>
                    <a:pt x="40296" y="17313"/>
                  </a:cubicBezTo>
                  <a:cubicBezTo>
                    <a:pt x="39028" y="17313"/>
                    <a:pt x="37761" y="17279"/>
                    <a:pt x="36527" y="17046"/>
                  </a:cubicBezTo>
                  <a:cubicBezTo>
                    <a:pt x="35026" y="16779"/>
                    <a:pt x="33458" y="16745"/>
                    <a:pt x="31957" y="16212"/>
                  </a:cubicBezTo>
                  <a:cubicBezTo>
                    <a:pt x="31690" y="16112"/>
                    <a:pt x="31390" y="16078"/>
                    <a:pt x="31089" y="16112"/>
                  </a:cubicBezTo>
                  <a:cubicBezTo>
                    <a:pt x="30122" y="16145"/>
                    <a:pt x="29188" y="15811"/>
                    <a:pt x="28254" y="15511"/>
                  </a:cubicBezTo>
                  <a:cubicBezTo>
                    <a:pt x="27387" y="15244"/>
                    <a:pt x="26519" y="14844"/>
                    <a:pt x="25619" y="14611"/>
                  </a:cubicBezTo>
                  <a:cubicBezTo>
                    <a:pt x="24084" y="14177"/>
                    <a:pt x="22617" y="13610"/>
                    <a:pt x="21149" y="13043"/>
                  </a:cubicBezTo>
                  <a:cubicBezTo>
                    <a:pt x="19948" y="12576"/>
                    <a:pt x="18914" y="11942"/>
                    <a:pt x="18080" y="10841"/>
                  </a:cubicBezTo>
                  <a:close/>
                  <a:moveTo>
                    <a:pt x="77556" y="68683"/>
                  </a:moveTo>
                  <a:cubicBezTo>
                    <a:pt x="76889" y="68583"/>
                    <a:pt x="76455" y="68749"/>
                    <a:pt x="75988" y="68949"/>
                  </a:cubicBezTo>
                  <a:cubicBezTo>
                    <a:pt x="74520" y="69550"/>
                    <a:pt x="73053" y="70250"/>
                    <a:pt x="71485" y="70617"/>
                  </a:cubicBezTo>
                  <a:cubicBezTo>
                    <a:pt x="70618" y="70817"/>
                    <a:pt x="69784" y="71051"/>
                    <a:pt x="68916" y="71184"/>
                  </a:cubicBezTo>
                  <a:cubicBezTo>
                    <a:pt x="67615" y="71418"/>
                    <a:pt x="66248" y="71518"/>
                    <a:pt x="64914" y="71785"/>
                  </a:cubicBezTo>
                  <a:cubicBezTo>
                    <a:pt x="63613" y="72018"/>
                    <a:pt x="62312" y="72252"/>
                    <a:pt x="61011" y="72185"/>
                  </a:cubicBezTo>
                  <a:cubicBezTo>
                    <a:pt x="60711" y="72185"/>
                    <a:pt x="60410" y="72185"/>
                    <a:pt x="60110" y="72218"/>
                  </a:cubicBezTo>
                  <a:cubicBezTo>
                    <a:pt x="58809" y="72519"/>
                    <a:pt x="57475" y="72485"/>
                    <a:pt x="56174" y="72485"/>
                  </a:cubicBezTo>
                  <a:cubicBezTo>
                    <a:pt x="54840" y="72452"/>
                    <a:pt x="53505" y="72452"/>
                    <a:pt x="52171" y="72452"/>
                  </a:cubicBezTo>
                  <a:cubicBezTo>
                    <a:pt x="51771" y="72452"/>
                    <a:pt x="51404" y="72485"/>
                    <a:pt x="51004" y="72519"/>
                  </a:cubicBezTo>
                  <a:cubicBezTo>
                    <a:pt x="50437" y="72585"/>
                    <a:pt x="49869" y="72685"/>
                    <a:pt x="49269" y="72719"/>
                  </a:cubicBezTo>
                  <a:cubicBezTo>
                    <a:pt x="47434" y="72719"/>
                    <a:pt x="45600" y="72685"/>
                    <a:pt x="43732" y="72685"/>
                  </a:cubicBezTo>
                  <a:cubicBezTo>
                    <a:pt x="43432" y="72685"/>
                    <a:pt x="43098" y="72652"/>
                    <a:pt x="42764" y="72619"/>
                  </a:cubicBezTo>
                  <a:cubicBezTo>
                    <a:pt x="42164" y="72552"/>
                    <a:pt x="41564" y="72485"/>
                    <a:pt x="40930" y="72452"/>
                  </a:cubicBezTo>
                  <a:cubicBezTo>
                    <a:pt x="40196" y="72419"/>
                    <a:pt x="39462" y="72452"/>
                    <a:pt x="38695" y="72485"/>
                  </a:cubicBezTo>
                  <a:cubicBezTo>
                    <a:pt x="37527" y="72485"/>
                    <a:pt x="36293" y="72619"/>
                    <a:pt x="35126" y="72419"/>
                  </a:cubicBezTo>
                  <a:cubicBezTo>
                    <a:pt x="33324" y="72118"/>
                    <a:pt x="31490" y="72385"/>
                    <a:pt x="29722" y="71985"/>
                  </a:cubicBezTo>
                  <a:cubicBezTo>
                    <a:pt x="28988" y="71818"/>
                    <a:pt x="28254" y="71785"/>
                    <a:pt x="27520" y="71651"/>
                  </a:cubicBezTo>
                  <a:cubicBezTo>
                    <a:pt x="26319" y="71451"/>
                    <a:pt x="25118" y="71151"/>
                    <a:pt x="23918" y="71018"/>
                  </a:cubicBezTo>
                  <a:cubicBezTo>
                    <a:pt x="22783" y="70884"/>
                    <a:pt x="21716" y="70484"/>
                    <a:pt x="20649" y="70150"/>
                  </a:cubicBezTo>
                  <a:cubicBezTo>
                    <a:pt x="19681" y="69850"/>
                    <a:pt x="18747" y="69350"/>
                    <a:pt x="17813" y="68949"/>
                  </a:cubicBezTo>
                  <a:cubicBezTo>
                    <a:pt x="17346" y="68783"/>
                    <a:pt x="16846" y="68549"/>
                    <a:pt x="16212" y="68716"/>
                  </a:cubicBezTo>
                  <a:cubicBezTo>
                    <a:pt x="16646" y="69350"/>
                    <a:pt x="17079" y="69917"/>
                    <a:pt x="17480" y="70484"/>
                  </a:cubicBezTo>
                  <a:cubicBezTo>
                    <a:pt x="17613" y="70651"/>
                    <a:pt x="17813" y="70851"/>
                    <a:pt x="17847" y="71051"/>
                  </a:cubicBezTo>
                  <a:cubicBezTo>
                    <a:pt x="17880" y="71685"/>
                    <a:pt x="18347" y="72085"/>
                    <a:pt x="18681" y="72552"/>
                  </a:cubicBezTo>
                  <a:cubicBezTo>
                    <a:pt x="19548" y="73753"/>
                    <a:pt x="20448" y="74920"/>
                    <a:pt x="21316" y="76121"/>
                  </a:cubicBezTo>
                  <a:cubicBezTo>
                    <a:pt x="21783" y="76755"/>
                    <a:pt x="22250" y="77389"/>
                    <a:pt x="22650" y="78023"/>
                  </a:cubicBezTo>
                  <a:cubicBezTo>
                    <a:pt x="23317" y="79090"/>
                    <a:pt x="23884" y="80224"/>
                    <a:pt x="24585" y="81292"/>
                  </a:cubicBezTo>
                  <a:cubicBezTo>
                    <a:pt x="25052" y="82025"/>
                    <a:pt x="25585" y="82793"/>
                    <a:pt x="26219" y="83426"/>
                  </a:cubicBezTo>
                  <a:cubicBezTo>
                    <a:pt x="27220" y="84394"/>
                    <a:pt x="28588" y="84861"/>
                    <a:pt x="29889" y="85261"/>
                  </a:cubicBezTo>
                  <a:cubicBezTo>
                    <a:pt x="30689" y="85528"/>
                    <a:pt x="31490" y="85761"/>
                    <a:pt x="32290" y="85962"/>
                  </a:cubicBezTo>
                  <a:cubicBezTo>
                    <a:pt x="33324" y="86195"/>
                    <a:pt x="34392" y="86395"/>
                    <a:pt x="35426" y="86529"/>
                  </a:cubicBezTo>
                  <a:cubicBezTo>
                    <a:pt x="36427" y="86696"/>
                    <a:pt x="37427" y="86696"/>
                    <a:pt x="38395" y="86896"/>
                  </a:cubicBezTo>
                  <a:cubicBezTo>
                    <a:pt x="39062" y="87062"/>
                    <a:pt x="39729" y="87062"/>
                    <a:pt x="40429" y="87096"/>
                  </a:cubicBezTo>
                  <a:cubicBezTo>
                    <a:pt x="41330" y="87129"/>
                    <a:pt x="42264" y="87062"/>
                    <a:pt x="43198" y="87062"/>
                  </a:cubicBezTo>
                  <a:cubicBezTo>
                    <a:pt x="45666" y="87129"/>
                    <a:pt x="48135" y="87096"/>
                    <a:pt x="50603" y="87096"/>
                  </a:cubicBezTo>
                  <a:cubicBezTo>
                    <a:pt x="51237" y="87062"/>
                    <a:pt x="51871" y="87029"/>
                    <a:pt x="52505" y="87062"/>
                  </a:cubicBezTo>
                  <a:cubicBezTo>
                    <a:pt x="53272" y="87129"/>
                    <a:pt x="54072" y="87096"/>
                    <a:pt x="54840" y="87029"/>
                  </a:cubicBezTo>
                  <a:cubicBezTo>
                    <a:pt x="55907" y="86929"/>
                    <a:pt x="56941" y="86696"/>
                    <a:pt x="57975" y="86562"/>
                  </a:cubicBezTo>
                  <a:cubicBezTo>
                    <a:pt x="58742" y="86462"/>
                    <a:pt x="59543" y="86462"/>
                    <a:pt x="60277" y="86262"/>
                  </a:cubicBezTo>
                  <a:cubicBezTo>
                    <a:pt x="62078" y="85795"/>
                    <a:pt x="63846" y="85228"/>
                    <a:pt x="65647" y="84661"/>
                  </a:cubicBezTo>
                  <a:cubicBezTo>
                    <a:pt x="65814" y="84627"/>
                    <a:pt x="65948" y="84527"/>
                    <a:pt x="66081" y="84461"/>
                  </a:cubicBezTo>
                  <a:cubicBezTo>
                    <a:pt x="67382" y="83727"/>
                    <a:pt x="68316" y="82659"/>
                    <a:pt x="69117" y="81425"/>
                  </a:cubicBezTo>
                  <a:cubicBezTo>
                    <a:pt x="70284" y="79657"/>
                    <a:pt x="71151" y="77722"/>
                    <a:pt x="72452" y="76088"/>
                  </a:cubicBezTo>
                  <a:cubicBezTo>
                    <a:pt x="73386" y="74920"/>
                    <a:pt x="74220" y="73686"/>
                    <a:pt x="75121" y="72485"/>
                  </a:cubicBezTo>
                  <a:cubicBezTo>
                    <a:pt x="75354" y="72185"/>
                    <a:pt x="75688" y="71885"/>
                    <a:pt x="75755" y="71551"/>
                  </a:cubicBezTo>
                  <a:cubicBezTo>
                    <a:pt x="75921" y="70651"/>
                    <a:pt x="76622" y="70117"/>
                    <a:pt x="77056" y="69416"/>
                  </a:cubicBezTo>
                  <a:cubicBezTo>
                    <a:pt x="77189" y="69183"/>
                    <a:pt x="77356" y="68983"/>
                    <a:pt x="77556" y="68683"/>
                  </a:cubicBezTo>
                  <a:close/>
                  <a:moveTo>
                    <a:pt x="65681" y="86295"/>
                  </a:moveTo>
                  <a:cubicBezTo>
                    <a:pt x="65647" y="86262"/>
                    <a:pt x="65581" y="86195"/>
                    <a:pt x="65547" y="86162"/>
                  </a:cubicBezTo>
                  <a:cubicBezTo>
                    <a:pt x="65114" y="86295"/>
                    <a:pt x="64713" y="86495"/>
                    <a:pt x="64313" y="86629"/>
                  </a:cubicBezTo>
                  <a:cubicBezTo>
                    <a:pt x="63279" y="86929"/>
                    <a:pt x="62278" y="87229"/>
                    <a:pt x="61244" y="87529"/>
                  </a:cubicBezTo>
                  <a:cubicBezTo>
                    <a:pt x="61077" y="87563"/>
                    <a:pt x="60944" y="87630"/>
                    <a:pt x="60777" y="87663"/>
                  </a:cubicBezTo>
                  <a:cubicBezTo>
                    <a:pt x="59209" y="87830"/>
                    <a:pt x="57642" y="87996"/>
                    <a:pt x="56074" y="88163"/>
                  </a:cubicBezTo>
                  <a:cubicBezTo>
                    <a:pt x="55907" y="88163"/>
                    <a:pt x="55740" y="88197"/>
                    <a:pt x="55574" y="88230"/>
                  </a:cubicBezTo>
                  <a:cubicBezTo>
                    <a:pt x="55040" y="88297"/>
                    <a:pt x="54506" y="88430"/>
                    <a:pt x="53972" y="88430"/>
                  </a:cubicBezTo>
                  <a:cubicBezTo>
                    <a:pt x="49269" y="88430"/>
                    <a:pt x="44566" y="88463"/>
                    <a:pt x="39862" y="88397"/>
                  </a:cubicBezTo>
                  <a:cubicBezTo>
                    <a:pt x="38728" y="88397"/>
                    <a:pt x="37561" y="88197"/>
                    <a:pt x="36427" y="88063"/>
                  </a:cubicBezTo>
                  <a:cubicBezTo>
                    <a:pt x="36026" y="88030"/>
                    <a:pt x="35659" y="87963"/>
                    <a:pt x="35259" y="87896"/>
                  </a:cubicBezTo>
                  <a:cubicBezTo>
                    <a:pt x="34458" y="87796"/>
                    <a:pt x="33658" y="87830"/>
                    <a:pt x="32891" y="87596"/>
                  </a:cubicBezTo>
                  <a:cubicBezTo>
                    <a:pt x="31423" y="87229"/>
                    <a:pt x="29989" y="86696"/>
                    <a:pt x="28554" y="86228"/>
                  </a:cubicBezTo>
                  <a:cubicBezTo>
                    <a:pt x="28454" y="86195"/>
                    <a:pt x="28321" y="86195"/>
                    <a:pt x="28087" y="86162"/>
                  </a:cubicBezTo>
                  <a:cubicBezTo>
                    <a:pt x="28254" y="86696"/>
                    <a:pt x="28354" y="87129"/>
                    <a:pt x="28488" y="87529"/>
                  </a:cubicBezTo>
                  <a:cubicBezTo>
                    <a:pt x="28821" y="88497"/>
                    <a:pt x="29055" y="89464"/>
                    <a:pt x="29021" y="90465"/>
                  </a:cubicBezTo>
                  <a:cubicBezTo>
                    <a:pt x="29021" y="90798"/>
                    <a:pt x="29088" y="91132"/>
                    <a:pt x="29155" y="91432"/>
                  </a:cubicBezTo>
                  <a:cubicBezTo>
                    <a:pt x="29522" y="93167"/>
                    <a:pt x="29822" y="94234"/>
                    <a:pt x="29788" y="96036"/>
                  </a:cubicBezTo>
                  <a:cubicBezTo>
                    <a:pt x="29722" y="97737"/>
                    <a:pt x="29688" y="97770"/>
                    <a:pt x="29755" y="99471"/>
                  </a:cubicBezTo>
                  <a:cubicBezTo>
                    <a:pt x="29788" y="100105"/>
                    <a:pt x="29755" y="100772"/>
                    <a:pt x="29755" y="101373"/>
                  </a:cubicBezTo>
                  <a:cubicBezTo>
                    <a:pt x="30522" y="101973"/>
                    <a:pt x="31356" y="102307"/>
                    <a:pt x="32224" y="102540"/>
                  </a:cubicBezTo>
                  <a:cubicBezTo>
                    <a:pt x="32791" y="102674"/>
                    <a:pt x="33324" y="102874"/>
                    <a:pt x="33891" y="103074"/>
                  </a:cubicBezTo>
                  <a:cubicBezTo>
                    <a:pt x="34525" y="103307"/>
                    <a:pt x="35259" y="103441"/>
                    <a:pt x="35926" y="103541"/>
                  </a:cubicBezTo>
                  <a:cubicBezTo>
                    <a:pt x="36960" y="103708"/>
                    <a:pt x="37994" y="103774"/>
                    <a:pt x="38995" y="103874"/>
                  </a:cubicBezTo>
                  <a:cubicBezTo>
                    <a:pt x="39495" y="103941"/>
                    <a:pt x="39962" y="104041"/>
                    <a:pt x="40463" y="104108"/>
                  </a:cubicBezTo>
                  <a:cubicBezTo>
                    <a:pt x="41397" y="104241"/>
                    <a:pt x="42364" y="104408"/>
                    <a:pt x="43298" y="104542"/>
                  </a:cubicBezTo>
                  <a:cubicBezTo>
                    <a:pt x="43899" y="104575"/>
                    <a:pt x="44466" y="104575"/>
                    <a:pt x="45033" y="104708"/>
                  </a:cubicBezTo>
                  <a:cubicBezTo>
                    <a:pt x="45666" y="104909"/>
                    <a:pt x="46300" y="104608"/>
                    <a:pt x="46934" y="104575"/>
                  </a:cubicBezTo>
                  <a:cubicBezTo>
                    <a:pt x="47568" y="104575"/>
                    <a:pt x="48268" y="104842"/>
                    <a:pt x="48935" y="104742"/>
                  </a:cubicBezTo>
                  <a:cubicBezTo>
                    <a:pt x="49936" y="104608"/>
                    <a:pt x="50904" y="104375"/>
                    <a:pt x="51871" y="104341"/>
                  </a:cubicBezTo>
                  <a:cubicBezTo>
                    <a:pt x="52972" y="104275"/>
                    <a:pt x="53972" y="103975"/>
                    <a:pt x="55040" y="103874"/>
                  </a:cubicBezTo>
                  <a:cubicBezTo>
                    <a:pt x="55940" y="103741"/>
                    <a:pt x="56841" y="103608"/>
                    <a:pt x="57742" y="103574"/>
                  </a:cubicBezTo>
                  <a:cubicBezTo>
                    <a:pt x="58709" y="103541"/>
                    <a:pt x="59576" y="103341"/>
                    <a:pt x="60444" y="102940"/>
                  </a:cubicBezTo>
                  <a:cubicBezTo>
                    <a:pt x="60744" y="102807"/>
                    <a:pt x="61044" y="102674"/>
                    <a:pt x="61344" y="102607"/>
                  </a:cubicBezTo>
                  <a:cubicBezTo>
                    <a:pt x="62412" y="102407"/>
                    <a:pt x="63379" y="102006"/>
                    <a:pt x="64213" y="101406"/>
                  </a:cubicBezTo>
                  <a:cubicBezTo>
                    <a:pt x="64447" y="100405"/>
                    <a:pt x="63980" y="99538"/>
                    <a:pt x="64080" y="98571"/>
                  </a:cubicBezTo>
                  <a:cubicBezTo>
                    <a:pt x="64246" y="97203"/>
                    <a:pt x="64113" y="97470"/>
                    <a:pt x="64046" y="96069"/>
                  </a:cubicBezTo>
                  <a:cubicBezTo>
                    <a:pt x="63946" y="94301"/>
                    <a:pt x="64280" y="93234"/>
                    <a:pt x="64613" y="91466"/>
                  </a:cubicBezTo>
                  <a:cubicBezTo>
                    <a:pt x="64680" y="91099"/>
                    <a:pt x="64780" y="90698"/>
                    <a:pt x="64780" y="90331"/>
                  </a:cubicBezTo>
                  <a:cubicBezTo>
                    <a:pt x="64747" y="89431"/>
                    <a:pt x="64947" y="88597"/>
                    <a:pt x="65214" y="87763"/>
                  </a:cubicBezTo>
                  <a:cubicBezTo>
                    <a:pt x="65381" y="87296"/>
                    <a:pt x="65514" y="86796"/>
                    <a:pt x="65681" y="86295"/>
                  </a:cubicBezTo>
                  <a:close/>
                  <a:moveTo>
                    <a:pt x="19848" y="10374"/>
                  </a:moveTo>
                  <a:cubicBezTo>
                    <a:pt x="20082" y="10808"/>
                    <a:pt x="20515" y="11241"/>
                    <a:pt x="21116" y="11475"/>
                  </a:cubicBezTo>
                  <a:cubicBezTo>
                    <a:pt x="22483" y="12042"/>
                    <a:pt x="23884" y="12576"/>
                    <a:pt x="25285" y="13076"/>
                  </a:cubicBezTo>
                  <a:cubicBezTo>
                    <a:pt x="26319" y="13443"/>
                    <a:pt x="27420" y="13743"/>
                    <a:pt x="28454" y="14144"/>
                  </a:cubicBezTo>
                  <a:cubicBezTo>
                    <a:pt x="29388" y="14477"/>
                    <a:pt x="30289" y="14744"/>
                    <a:pt x="31290" y="14744"/>
                  </a:cubicBezTo>
                  <a:cubicBezTo>
                    <a:pt x="31556" y="14744"/>
                    <a:pt x="31857" y="14811"/>
                    <a:pt x="32157" y="14877"/>
                  </a:cubicBezTo>
                  <a:cubicBezTo>
                    <a:pt x="32590" y="14977"/>
                    <a:pt x="33024" y="15178"/>
                    <a:pt x="33458" y="15211"/>
                  </a:cubicBezTo>
                  <a:cubicBezTo>
                    <a:pt x="35059" y="15344"/>
                    <a:pt x="36627" y="15811"/>
                    <a:pt x="38261" y="15745"/>
                  </a:cubicBezTo>
                  <a:cubicBezTo>
                    <a:pt x="38461" y="15745"/>
                    <a:pt x="38661" y="15778"/>
                    <a:pt x="38828" y="15811"/>
                  </a:cubicBezTo>
                  <a:cubicBezTo>
                    <a:pt x="39295" y="15878"/>
                    <a:pt x="39729" y="15978"/>
                    <a:pt x="40196" y="15978"/>
                  </a:cubicBezTo>
                  <a:cubicBezTo>
                    <a:pt x="44666" y="15978"/>
                    <a:pt x="49136" y="15978"/>
                    <a:pt x="53605" y="15978"/>
                  </a:cubicBezTo>
                  <a:cubicBezTo>
                    <a:pt x="53939" y="15978"/>
                    <a:pt x="54306" y="15945"/>
                    <a:pt x="54673" y="15878"/>
                  </a:cubicBezTo>
                  <a:cubicBezTo>
                    <a:pt x="55140" y="15845"/>
                    <a:pt x="55607" y="15778"/>
                    <a:pt x="56107" y="15745"/>
                  </a:cubicBezTo>
                  <a:cubicBezTo>
                    <a:pt x="56407" y="15711"/>
                    <a:pt x="56774" y="15778"/>
                    <a:pt x="57075" y="15711"/>
                  </a:cubicBezTo>
                  <a:cubicBezTo>
                    <a:pt x="58542" y="15378"/>
                    <a:pt x="60077" y="15344"/>
                    <a:pt x="61544" y="14877"/>
                  </a:cubicBezTo>
                  <a:cubicBezTo>
                    <a:pt x="61878" y="14777"/>
                    <a:pt x="62245" y="14744"/>
                    <a:pt x="62579" y="14744"/>
                  </a:cubicBezTo>
                  <a:cubicBezTo>
                    <a:pt x="63513" y="14711"/>
                    <a:pt x="64380" y="14477"/>
                    <a:pt x="65214" y="14144"/>
                  </a:cubicBezTo>
                  <a:cubicBezTo>
                    <a:pt x="66014" y="13843"/>
                    <a:pt x="66882" y="13677"/>
                    <a:pt x="67682" y="13276"/>
                  </a:cubicBezTo>
                  <a:cubicBezTo>
                    <a:pt x="68216" y="12976"/>
                    <a:pt x="68916" y="12943"/>
                    <a:pt x="69517" y="12743"/>
                  </a:cubicBezTo>
                  <a:cubicBezTo>
                    <a:pt x="70384" y="12409"/>
                    <a:pt x="71251" y="12009"/>
                    <a:pt x="72119" y="11708"/>
                  </a:cubicBezTo>
                  <a:cubicBezTo>
                    <a:pt x="72919" y="11442"/>
                    <a:pt x="73553" y="10975"/>
                    <a:pt x="73987" y="10274"/>
                  </a:cubicBezTo>
                  <a:cubicBezTo>
                    <a:pt x="73953" y="10007"/>
                    <a:pt x="73887" y="9740"/>
                    <a:pt x="73920" y="9474"/>
                  </a:cubicBezTo>
                  <a:cubicBezTo>
                    <a:pt x="73953" y="8940"/>
                    <a:pt x="73653" y="8640"/>
                    <a:pt x="73219" y="8406"/>
                  </a:cubicBezTo>
                  <a:cubicBezTo>
                    <a:pt x="71752" y="7606"/>
                    <a:pt x="70351" y="6672"/>
                    <a:pt x="68750" y="6138"/>
                  </a:cubicBezTo>
                  <a:cubicBezTo>
                    <a:pt x="67615" y="5738"/>
                    <a:pt x="66581" y="5104"/>
                    <a:pt x="65514" y="4603"/>
                  </a:cubicBezTo>
                  <a:cubicBezTo>
                    <a:pt x="64113" y="3970"/>
                    <a:pt x="62712" y="3403"/>
                    <a:pt x="61211" y="3102"/>
                  </a:cubicBezTo>
                  <a:cubicBezTo>
                    <a:pt x="60077" y="2869"/>
                    <a:pt x="58943" y="2535"/>
                    <a:pt x="57808" y="2235"/>
                  </a:cubicBezTo>
                  <a:cubicBezTo>
                    <a:pt x="57508" y="2168"/>
                    <a:pt x="57175" y="2102"/>
                    <a:pt x="56874" y="2068"/>
                  </a:cubicBezTo>
                  <a:cubicBezTo>
                    <a:pt x="55640" y="1968"/>
                    <a:pt x="54439" y="1868"/>
                    <a:pt x="53205" y="1735"/>
                  </a:cubicBezTo>
                  <a:cubicBezTo>
                    <a:pt x="53105" y="1735"/>
                    <a:pt x="53005" y="1701"/>
                    <a:pt x="52938" y="1701"/>
                  </a:cubicBezTo>
                  <a:cubicBezTo>
                    <a:pt x="52038" y="1635"/>
                    <a:pt x="51137" y="1501"/>
                    <a:pt x="50236" y="1501"/>
                  </a:cubicBezTo>
                  <a:cubicBezTo>
                    <a:pt x="48302" y="1468"/>
                    <a:pt x="46400" y="1635"/>
                    <a:pt x="44499" y="1535"/>
                  </a:cubicBezTo>
                  <a:cubicBezTo>
                    <a:pt x="42631" y="1434"/>
                    <a:pt x="40830" y="1835"/>
                    <a:pt x="38995" y="1835"/>
                  </a:cubicBezTo>
                  <a:cubicBezTo>
                    <a:pt x="38895" y="1835"/>
                    <a:pt x="38795" y="1868"/>
                    <a:pt x="38695" y="1901"/>
                  </a:cubicBezTo>
                  <a:cubicBezTo>
                    <a:pt x="38161" y="1968"/>
                    <a:pt x="37627" y="2002"/>
                    <a:pt x="37060" y="2068"/>
                  </a:cubicBezTo>
                  <a:cubicBezTo>
                    <a:pt x="36660" y="2135"/>
                    <a:pt x="36226" y="2168"/>
                    <a:pt x="35826" y="2268"/>
                  </a:cubicBezTo>
                  <a:cubicBezTo>
                    <a:pt x="34759" y="2535"/>
                    <a:pt x="33725" y="2835"/>
                    <a:pt x="32624" y="3102"/>
                  </a:cubicBezTo>
                  <a:cubicBezTo>
                    <a:pt x="31423" y="3369"/>
                    <a:pt x="30189" y="3703"/>
                    <a:pt x="29055" y="4270"/>
                  </a:cubicBezTo>
                  <a:cubicBezTo>
                    <a:pt x="28087" y="4770"/>
                    <a:pt x="26986" y="5037"/>
                    <a:pt x="26086" y="5704"/>
                  </a:cubicBezTo>
                  <a:cubicBezTo>
                    <a:pt x="25919" y="5804"/>
                    <a:pt x="25686" y="5871"/>
                    <a:pt x="25452" y="5971"/>
                  </a:cubicBezTo>
                  <a:cubicBezTo>
                    <a:pt x="23951" y="6505"/>
                    <a:pt x="22517" y="7239"/>
                    <a:pt x="21116" y="8073"/>
                  </a:cubicBezTo>
                  <a:cubicBezTo>
                    <a:pt x="20182" y="8606"/>
                    <a:pt x="19681" y="9173"/>
                    <a:pt x="19848" y="10374"/>
                  </a:cubicBezTo>
                  <a:close/>
                  <a:moveTo>
                    <a:pt x="66014" y="112881"/>
                  </a:moveTo>
                  <a:cubicBezTo>
                    <a:pt x="65414" y="113348"/>
                    <a:pt x="64980" y="113748"/>
                    <a:pt x="64513" y="114082"/>
                  </a:cubicBezTo>
                  <a:cubicBezTo>
                    <a:pt x="63646" y="114682"/>
                    <a:pt x="62845" y="115349"/>
                    <a:pt x="61745" y="115616"/>
                  </a:cubicBezTo>
                  <a:cubicBezTo>
                    <a:pt x="61111" y="115783"/>
                    <a:pt x="60510" y="116083"/>
                    <a:pt x="59810" y="116117"/>
                  </a:cubicBezTo>
                  <a:cubicBezTo>
                    <a:pt x="59276" y="116117"/>
                    <a:pt x="58776" y="116250"/>
                    <a:pt x="58275" y="116350"/>
                  </a:cubicBezTo>
                  <a:cubicBezTo>
                    <a:pt x="57442" y="116483"/>
                    <a:pt x="56641" y="116750"/>
                    <a:pt x="55807" y="116784"/>
                  </a:cubicBezTo>
                  <a:cubicBezTo>
                    <a:pt x="54339" y="116884"/>
                    <a:pt x="52905" y="117317"/>
                    <a:pt x="51437" y="117484"/>
                  </a:cubicBezTo>
                  <a:cubicBezTo>
                    <a:pt x="49503" y="117751"/>
                    <a:pt x="47601" y="118085"/>
                    <a:pt x="45666" y="118051"/>
                  </a:cubicBezTo>
                  <a:cubicBezTo>
                    <a:pt x="44466" y="118018"/>
                    <a:pt x="43265" y="118051"/>
                    <a:pt x="42064" y="118018"/>
                  </a:cubicBezTo>
                  <a:cubicBezTo>
                    <a:pt x="41597" y="118018"/>
                    <a:pt x="41130" y="117918"/>
                    <a:pt x="40630" y="117884"/>
                  </a:cubicBezTo>
                  <a:cubicBezTo>
                    <a:pt x="39562" y="117751"/>
                    <a:pt x="38528" y="117651"/>
                    <a:pt x="37461" y="117484"/>
                  </a:cubicBezTo>
                  <a:cubicBezTo>
                    <a:pt x="36927" y="117417"/>
                    <a:pt x="36393" y="117317"/>
                    <a:pt x="35859" y="117217"/>
                  </a:cubicBezTo>
                  <a:cubicBezTo>
                    <a:pt x="35493" y="117117"/>
                    <a:pt x="35159" y="116984"/>
                    <a:pt x="34825" y="116884"/>
                  </a:cubicBezTo>
                  <a:cubicBezTo>
                    <a:pt x="33224" y="116317"/>
                    <a:pt x="31623" y="115716"/>
                    <a:pt x="29989" y="115149"/>
                  </a:cubicBezTo>
                  <a:cubicBezTo>
                    <a:pt x="29321" y="114916"/>
                    <a:pt x="28621" y="114716"/>
                    <a:pt x="27887" y="114482"/>
                  </a:cubicBezTo>
                  <a:cubicBezTo>
                    <a:pt x="27887" y="115283"/>
                    <a:pt x="27887" y="116050"/>
                    <a:pt x="27854" y="116784"/>
                  </a:cubicBezTo>
                  <a:cubicBezTo>
                    <a:pt x="27854" y="117117"/>
                    <a:pt x="27954" y="117351"/>
                    <a:pt x="28254" y="117518"/>
                  </a:cubicBezTo>
                  <a:cubicBezTo>
                    <a:pt x="29121" y="117985"/>
                    <a:pt x="29955" y="118585"/>
                    <a:pt x="30889" y="118919"/>
                  </a:cubicBezTo>
                  <a:cubicBezTo>
                    <a:pt x="32490" y="119486"/>
                    <a:pt x="34092" y="120153"/>
                    <a:pt x="35826" y="120353"/>
                  </a:cubicBezTo>
                  <a:cubicBezTo>
                    <a:pt x="36460" y="120453"/>
                    <a:pt x="37094" y="120553"/>
                    <a:pt x="37694" y="120753"/>
                  </a:cubicBezTo>
                  <a:cubicBezTo>
                    <a:pt x="38962" y="121153"/>
                    <a:pt x="40263" y="121220"/>
                    <a:pt x="41530" y="121254"/>
                  </a:cubicBezTo>
                  <a:cubicBezTo>
                    <a:pt x="44933" y="121354"/>
                    <a:pt x="48335" y="121320"/>
                    <a:pt x="51737" y="121287"/>
                  </a:cubicBezTo>
                  <a:cubicBezTo>
                    <a:pt x="53706" y="121254"/>
                    <a:pt x="55740" y="121454"/>
                    <a:pt x="57708" y="120987"/>
                  </a:cubicBezTo>
                  <a:cubicBezTo>
                    <a:pt x="58476" y="120820"/>
                    <a:pt x="59243" y="120787"/>
                    <a:pt x="59943" y="120386"/>
                  </a:cubicBezTo>
                  <a:cubicBezTo>
                    <a:pt x="60277" y="120186"/>
                    <a:pt x="60677" y="119953"/>
                    <a:pt x="61077" y="119886"/>
                  </a:cubicBezTo>
                  <a:cubicBezTo>
                    <a:pt x="62278" y="119586"/>
                    <a:pt x="63312" y="118952"/>
                    <a:pt x="64447" y="118485"/>
                  </a:cubicBezTo>
                  <a:cubicBezTo>
                    <a:pt x="64813" y="118351"/>
                    <a:pt x="65147" y="118151"/>
                    <a:pt x="65481" y="117951"/>
                  </a:cubicBezTo>
                  <a:cubicBezTo>
                    <a:pt x="65914" y="117718"/>
                    <a:pt x="66114" y="117384"/>
                    <a:pt x="66114" y="116850"/>
                  </a:cubicBezTo>
                  <a:cubicBezTo>
                    <a:pt x="66081" y="115783"/>
                    <a:pt x="66114" y="114716"/>
                    <a:pt x="66081" y="113648"/>
                  </a:cubicBezTo>
                  <a:cubicBezTo>
                    <a:pt x="66081" y="113448"/>
                    <a:pt x="66048" y="113281"/>
                    <a:pt x="66014" y="112881"/>
                  </a:cubicBezTo>
                  <a:close/>
                  <a:moveTo>
                    <a:pt x="62212" y="124623"/>
                  </a:moveTo>
                  <a:cubicBezTo>
                    <a:pt x="61911" y="124656"/>
                    <a:pt x="61811" y="124656"/>
                    <a:pt x="61745" y="124689"/>
                  </a:cubicBezTo>
                  <a:cubicBezTo>
                    <a:pt x="61111" y="124956"/>
                    <a:pt x="60510" y="125323"/>
                    <a:pt x="59877" y="125523"/>
                  </a:cubicBezTo>
                  <a:cubicBezTo>
                    <a:pt x="59009" y="125790"/>
                    <a:pt x="58142" y="125990"/>
                    <a:pt x="57241" y="126157"/>
                  </a:cubicBezTo>
                  <a:cubicBezTo>
                    <a:pt x="56508" y="126291"/>
                    <a:pt x="55740" y="126357"/>
                    <a:pt x="54973" y="126491"/>
                  </a:cubicBezTo>
                  <a:cubicBezTo>
                    <a:pt x="54039" y="126624"/>
                    <a:pt x="53105" y="126791"/>
                    <a:pt x="52204" y="126958"/>
                  </a:cubicBezTo>
                  <a:cubicBezTo>
                    <a:pt x="51804" y="127024"/>
                    <a:pt x="51437" y="127124"/>
                    <a:pt x="51070" y="127158"/>
                  </a:cubicBezTo>
                  <a:cubicBezTo>
                    <a:pt x="50003" y="127291"/>
                    <a:pt x="48969" y="127591"/>
                    <a:pt x="47901" y="127558"/>
                  </a:cubicBezTo>
                  <a:cubicBezTo>
                    <a:pt x="46400" y="127525"/>
                    <a:pt x="44866" y="127591"/>
                    <a:pt x="43365" y="127258"/>
                  </a:cubicBezTo>
                  <a:cubicBezTo>
                    <a:pt x="42498" y="127091"/>
                    <a:pt x="41597" y="126991"/>
                    <a:pt x="40696" y="126858"/>
                  </a:cubicBezTo>
                  <a:cubicBezTo>
                    <a:pt x="39495" y="126624"/>
                    <a:pt x="38295" y="126291"/>
                    <a:pt x="37094" y="126190"/>
                  </a:cubicBezTo>
                  <a:cubicBezTo>
                    <a:pt x="35426" y="126024"/>
                    <a:pt x="33891" y="125490"/>
                    <a:pt x="32424" y="124789"/>
                  </a:cubicBezTo>
                  <a:cubicBezTo>
                    <a:pt x="32257" y="124689"/>
                    <a:pt x="32090" y="124689"/>
                    <a:pt x="31790" y="124623"/>
                  </a:cubicBezTo>
                  <a:cubicBezTo>
                    <a:pt x="32157" y="125757"/>
                    <a:pt x="32490" y="126724"/>
                    <a:pt x="32791" y="127692"/>
                  </a:cubicBezTo>
                  <a:cubicBezTo>
                    <a:pt x="33057" y="128592"/>
                    <a:pt x="33791" y="129193"/>
                    <a:pt x="34358" y="129860"/>
                  </a:cubicBezTo>
                  <a:cubicBezTo>
                    <a:pt x="34559" y="130127"/>
                    <a:pt x="34925" y="130260"/>
                    <a:pt x="35259" y="130360"/>
                  </a:cubicBezTo>
                  <a:cubicBezTo>
                    <a:pt x="36360" y="130694"/>
                    <a:pt x="37461" y="130927"/>
                    <a:pt x="38528" y="131294"/>
                  </a:cubicBezTo>
                  <a:cubicBezTo>
                    <a:pt x="40429" y="131995"/>
                    <a:pt x="42431" y="132028"/>
                    <a:pt x="44432" y="132161"/>
                  </a:cubicBezTo>
                  <a:cubicBezTo>
                    <a:pt x="45199" y="132228"/>
                    <a:pt x="45967" y="132295"/>
                    <a:pt x="46767" y="132328"/>
                  </a:cubicBezTo>
                  <a:cubicBezTo>
                    <a:pt x="46901" y="132328"/>
                    <a:pt x="47067" y="132328"/>
                    <a:pt x="47234" y="132328"/>
                  </a:cubicBezTo>
                  <a:cubicBezTo>
                    <a:pt x="47935" y="132295"/>
                    <a:pt x="48635" y="132228"/>
                    <a:pt x="49369" y="132161"/>
                  </a:cubicBezTo>
                  <a:cubicBezTo>
                    <a:pt x="50670" y="132095"/>
                    <a:pt x="52004" y="132095"/>
                    <a:pt x="53305" y="131828"/>
                  </a:cubicBezTo>
                  <a:cubicBezTo>
                    <a:pt x="54773" y="131561"/>
                    <a:pt x="56241" y="131061"/>
                    <a:pt x="57708" y="130660"/>
                  </a:cubicBezTo>
                  <a:cubicBezTo>
                    <a:pt x="57909" y="130594"/>
                    <a:pt x="58109" y="130460"/>
                    <a:pt x="58342" y="130427"/>
                  </a:cubicBezTo>
                  <a:cubicBezTo>
                    <a:pt x="59743" y="130260"/>
                    <a:pt x="60410" y="129159"/>
                    <a:pt x="60977" y="128125"/>
                  </a:cubicBezTo>
                  <a:cubicBezTo>
                    <a:pt x="61544" y="127091"/>
                    <a:pt x="61778" y="125890"/>
                    <a:pt x="62212" y="124623"/>
                  </a:cubicBezTo>
                  <a:close/>
                  <a:moveTo>
                    <a:pt x="65581" y="107744"/>
                  </a:moveTo>
                  <a:cubicBezTo>
                    <a:pt x="64780" y="108044"/>
                    <a:pt x="64380" y="108678"/>
                    <a:pt x="63846" y="109145"/>
                  </a:cubicBezTo>
                  <a:cubicBezTo>
                    <a:pt x="62845" y="110046"/>
                    <a:pt x="61745" y="110813"/>
                    <a:pt x="60477" y="111146"/>
                  </a:cubicBezTo>
                  <a:cubicBezTo>
                    <a:pt x="57942" y="111847"/>
                    <a:pt x="55407" y="112447"/>
                    <a:pt x="52872" y="112981"/>
                  </a:cubicBezTo>
                  <a:cubicBezTo>
                    <a:pt x="51537" y="113281"/>
                    <a:pt x="50170" y="113448"/>
                    <a:pt x="48835" y="113415"/>
                  </a:cubicBezTo>
                  <a:cubicBezTo>
                    <a:pt x="46867" y="113415"/>
                    <a:pt x="44899" y="113448"/>
                    <a:pt x="42931" y="113214"/>
                  </a:cubicBezTo>
                  <a:cubicBezTo>
                    <a:pt x="41263" y="113014"/>
                    <a:pt x="39629" y="112681"/>
                    <a:pt x="37961" y="112447"/>
                  </a:cubicBezTo>
                  <a:cubicBezTo>
                    <a:pt x="37227" y="112347"/>
                    <a:pt x="36527" y="112214"/>
                    <a:pt x="35759" y="112180"/>
                  </a:cubicBezTo>
                  <a:cubicBezTo>
                    <a:pt x="34659" y="112114"/>
                    <a:pt x="33591" y="111813"/>
                    <a:pt x="32590" y="111413"/>
                  </a:cubicBezTo>
                  <a:cubicBezTo>
                    <a:pt x="31256" y="110879"/>
                    <a:pt x="29989" y="110212"/>
                    <a:pt x="28688" y="109645"/>
                  </a:cubicBezTo>
                  <a:cubicBezTo>
                    <a:pt x="28521" y="109579"/>
                    <a:pt x="28354" y="109545"/>
                    <a:pt x="28087" y="109478"/>
                  </a:cubicBezTo>
                  <a:lnTo>
                    <a:pt x="28087" y="113114"/>
                  </a:lnTo>
                  <a:cubicBezTo>
                    <a:pt x="28488" y="113448"/>
                    <a:pt x="28955" y="113782"/>
                    <a:pt x="29588" y="113782"/>
                  </a:cubicBezTo>
                  <a:cubicBezTo>
                    <a:pt x="29788" y="113782"/>
                    <a:pt x="30022" y="113882"/>
                    <a:pt x="30222" y="113982"/>
                  </a:cubicBezTo>
                  <a:cubicBezTo>
                    <a:pt x="31423" y="114382"/>
                    <a:pt x="32590" y="114849"/>
                    <a:pt x="33791" y="115249"/>
                  </a:cubicBezTo>
                  <a:cubicBezTo>
                    <a:pt x="35326" y="115716"/>
                    <a:pt x="36827" y="116350"/>
                    <a:pt x="38495" y="116250"/>
                  </a:cubicBezTo>
                  <a:cubicBezTo>
                    <a:pt x="38661" y="116217"/>
                    <a:pt x="38828" y="116283"/>
                    <a:pt x="38995" y="116317"/>
                  </a:cubicBezTo>
                  <a:cubicBezTo>
                    <a:pt x="40429" y="116483"/>
                    <a:pt x="41864" y="116784"/>
                    <a:pt x="43331" y="116684"/>
                  </a:cubicBezTo>
                  <a:cubicBezTo>
                    <a:pt x="44032" y="116650"/>
                    <a:pt x="44766" y="116717"/>
                    <a:pt x="45466" y="116650"/>
                  </a:cubicBezTo>
                  <a:cubicBezTo>
                    <a:pt x="46801" y="116584"/>
                    <a:pt x="48168" y="116550"/>
                    <a:pt x="49503" y="116383"/>
                  </a:cubicBezTo>
                  <a:cubicBezTo>
                    <a:pt x="51004" y="116183"/>
                    <a:pt x="52505" y="115883"/>
                    <a:pt x="54006" y="115616"/>
                  </a:cubicBezTo>
                  <a:cubicBezTo>
                    <a:pt x="54573" y="115516"/>
                    <a:pt x="55140" y="115449"/>
                    <a:pt x="55707" y="115349"/>
                  </a:cubicBezTo>
                  <a:cubicBezTo>
                    <a:pt x="56574" y="115183"/>
                    <a:pt x="57408" y="114982"/>
                    <a:pt x="58275" y="114882"/>
                  </a:cubicBezTo>
                  <a:cubicBezTo>
                    <a:pt x="60110" y="114682"/>
                    <a:pt x="61845" y="114315"/>
                    <a:pt x="63312" y="113148"/>
                  </a:cubicBezTo>
                  <a:cubicBezTo>
                    <a:pt x="64180" y="112447"/>
                    <a:pt x="64980" y="111747"/>
                    <a:pt x="65781" y="111080"/>
                  </a:cubicBezTo>
                  <a:cubicBezTo>
                    <a:pt x="66081" y="109945"/>
                    <a:pt x="65614" y="108911"/>
                    <a:pt x="65581" y="107744"/>
                  </a:cubicBezTo>
                  <a:close/>
                  <a:moveTo>
                    <a:pt x="65114" y="104975"/>
                  </a:moveTo>
                  <a:cubicBezTo>
                    <a:pt x="64613" y="105376"/>
                    <a:pt x="64180" y="105742"/>
                    <a:pt x="63713" y="106109"/>
                  </a:cubicBezTo>
                  <a:cubicBezTo>
                    <a:pt x="62612" y="106977"/>
                    <a:pt x="61211" y="107277"/>
                    <a:pt x="60043" y="108011"/>
                  </a:cubicBezTo>
                  <a:cubicBezTo>
                    <a:pt x="59977" y="108044"/>
                    <a:pt x="59910" y="108044"/>
                    <a:pt x="59843" y="108044"/>
                  </a:cubicBezTo>
                  <a:cubicBezTo>
                    <a:pt x="59243" y="108144"/>
                    <a:pt x="58642" y="108211"/>
                    <a:pt x="58042" y="108311"/>
                  </a:cubicBezTo>
                  <a:cubicBezTo>
                    <a:pt x="57375" y="108378"/>
                    <a:pt x="56674" y="108411"/>
                    <a:pt x="56041" y="108578"/>
                  </a:cubicBezTo>
                  <a:cubicBezTo>
                    <a:pt x="54506" y="109045"/>
                    <a:pt x="52938" y="109145"/>
                    <a:pt x="51371" y="109212"/>
                  </a:cubicBezTo>
                  <a:cubicBezTo>
                    <a:pt x="49369" y="109345"/>
                    <a:pt x="47368" y="109512"/>
                    <a:pt x="45366" y="109045"/>
                  </a:cubicBezTo>
                  <a:cubicBezTo>
                    <a:pt x="45199" y="108978"/>
                    <a:pt x="44999" y="109011"/>
                    <a:pt x="44799" y="109011"/>
                  </a:cubicBezTo>
                  <a:cubicBezTo>
                    <a:pt x="43798" y="108978"/>
                    <a:pt x="42798" y="109112"/>
                    <a:pt x="41797" y="108745"/>
                  </a:cubicBezTo>
                  <a:cubicBezTo>
                    <a:pt x="41664" y="108711"/>
                    <a:pt x="41497" y="108745"/>
                    <a:pt x="41330" y="108711"/>
                  </a:cubicBezTo>
                  <a:cubicBezTo>
                    <a:pt x="40396" y="108611"/>
                    <a:pt x="39462" y="108544"/>
                    <a:pt x="38528" y="108411"/>
                  </a:cubicBezTo>
                  <a:cubicBezTo>
                    <a:pt x="38028" y="108344"/>
                    <a:pt x="37494" y="108278"/>
                    <a:pt x="37027" y="108111"/>
                  </a:cubicBezTo>
                  <a:cubicBezTo>
                    <a:pt x="35593" y="107577"/>
                    <a:pt x="34092" y="107277"/>
                    <a:pt x="32757" y="106543"/>
                  </a:cubicBezTo>
                  <a:cubicBezTo>
                    <a:pt x="32590" y="106476"/>
                    <a:pt x="32390" y="106443"/>
                    <a:pt x="32190" y="106410"/>
                  </a:cubicBezTo>
                  <a:cubicBezTo>
                    <a:pt x="31656" y="106410"/>
                    <a:pt x="31290" y="106143"/>
                    <a:pt x="30889" y="105843"/>
                  </a:cubicBezTo>
                  <a:cubicBezTo>
                    <a:pt x="30289" y="105376"/>
                    <a:pt x="29622" y="104975"/>
                    <a:pt x="28988" y="104542"/>
                  </a:cubicBezTo>
                  <a:cubicBezTo>
                    <a:pt x="28354" y="106009"/>
                    <a:pt x="28221" y="106977"/>
                    <a:pt x="28454" y="108211"/>
                  </a:cubicBezTo>
                  <a:cubicBezTo>
                    <a:pt x="29121" y="108544"/>
                    <a:pt x="29788" y="108945"/>
                    <a:pt x="30522" y="109245"/>
                  </a:cubicBezTo>
                  <a:cubicBezTo>
                    <a:pt x="31590" y="109712"/>
                    <a:pt x="32657" y="110179"/>
                    <a:pt x="33758" y="110513"/>
                  </a:cubicBezTo>
                  <a:cubicBezTo>
                    <a:pt x="35092" y="110946"/>
                    <a:pt x="36460" y="111046"/>
                    <a:pt x="37861" y="111180"/>
                  </a:cubicBezTo>
                  <a:cubicBezTo>
                    <a:pt x="38628" y="111280"/>
                    <a:pt x="39395" y="111413"/>
                    <a:pt x="40129" y="111547"/>
                  </a:cubicBezTo>
                  <a:cubicBezTo>
                    <a:pt x="41063" y="111747"/>
                    <a:pt x="41964" y="112014"/>
                    <a:pt x="42898" y="111947"/>
                  </a:cubicBezTo>
                  <a:cubicBezTo>
                    <a:pt x="43131" y="111947"/>
                    <a:pt x="43398" y="111914"/>
                    <a:pt x="43598" y="111980"/>
                  </a:cubicBezTo>
                  <a:cubicBezTo>
                    <a:pt x="44165" y="112214"/>
                    <a:pt x="44799" y="112147"/>
                    <a:pt x="45400" y="112180"/>
                  </a:cubicBezTo>
                  <a:cubicBezTo>
                    <a:pt x="46133" y="112180"/>
                    <a:pt x="46834" y="112180"/>
                    <a:pt x="47534" y="112147"/>
                  </a:cubicBezTo>
                  <a:cubicBezTo>
                    <a:pt x="49002" y="112080"/>
                    <a:pt x="50437" y="111980"/>
                    <a:pt x="51904" y="111880"/>
                  </a:cubicBezTo>
                  <a:cubicBezTo>
                    <a:pt x="51971" y="111880"/>
                    <a:pt x="52071" y="111847"/>
                    <a:pt x="52171" y="111813"/>
                  </a:cubicBezTo>
                  <a:cubicBezTo>
                    <a:pt x="53639" y="111413"/>
                    <a:pt x="55107" y="111013"/>
                    <a:pt x="56574" y="110646"/>
                  </a:cubicBezTo>
                  <a:cubicBezTo>
                    <a:pt x="57708" y="110346"/>
                    <a:pt x="58876" y="110079"/>
                    <a:pt x="60010" y="109779"/>
                  </a:cubicBezTo>
                  <a:cubicBezTo>
                    <a:pt x="60310" y="109712"/>
                    <a:pt x="60544" y="109545"/>
                    <a:pt x="60811" y="109412"/>
                  </a:cubicBezTo>
                  <a:cubicBezTo>
                    <a:pt x="61111" y="109245"/>
                    <a:pt x="61411" y="109045"/>
                    <a:pt x="61711" y="108845"/>
                  </a:cubicBezTo>
                  <a:cubicBezTo>
                    <a:pt x="62078" y="108611"/>
                    <a:pt x="62478" y="108378"/>
                    <a:pt x="62812" y="108111"/>
                  </a:cubicBezTo>
                  <a:cubicBezTo>
                    <a:pt x="63513" y="107544"/>
                    <a:pt x="64146" y="106977"/>
                    <a:pt x="64847" y="106410"/>
                  </a:cubicBezTo>
                  <a:cubicBezTo>
                    <a:pt x="65514" y="105909"/>
                    <a:pt x="65547" y="105843"/>
                    <a:pt x="65114" y="104975"/>
                  </a:cubicBezTo>
                  <a:close/>
                  <a:moveTo>
                    <a:pt x="65647" y="119586"/>
                  </a:moveTo>
                  <a:cubicBezTo>
                    <a:pt x="65214" y="119752"/>
                    <a:pt x="64880" y="119853"/>
                    <a:pt x="64613" y="119986"/>
                  </a:cubicBezTo>
                  <a:cubicBezTo>
                    <a:pt x="63079" y="120787"/>
                    <a:pt x="61311" y="121153"/>
                    <a:pt x="59777" y="121987"/>
                  </a:cubicBezTo>
                  <a:cubicBezTo>
                    <a:pt x="59643" y="122054"/>
                    <a:pt x="59476" y="122088"/>
                    <a:pt x="59310" y="122121"/>
                  </a:cubicBezTo>
                  <a:cubicBezTo>
                    <a:pt x="58642" y="122221"/>
                    <a:pt x="57942" y="122354"/>
                    <a:pt x="57241" y="122454"/>
                  </a:cubicBezTo>
                  <a:cubicBezTo>
                    <a:pt x="56808" y="122521"/>
                    <a:pt x="56341" y="122621"/>
                    <a:pt x="55907" y="122621"/>
                  </a:cubicBezTo>
                  <a:cubicBezTo>
                    <a:pt x="51170" y="122621"/>
                    <a:pt x="46434" y="122621"/>
                    <a:pt x="41697" y="122588"/>
                  </a:cubicBezTo>
                  <a:cubicBezTo>
                    <a:pt x="40630" y="122555"/>
                    <a:pt x="39529" y="122388"/>
                    <a:pt x="38428" y="122254"/>
                  </a:cubicBezTo>
                  <a:cubicBezTo>
                    <a:pt x="38128" y="122221"/>
                    <a:pt x="37828" y="122088"/>
                    <a:pt x="37494" y="121987"/>
                  </a:cubicBezTo>
                  <a:cubicBezTo>
                    <a:pt x="37327" y="121921"/>
                    <a:pt x="37127" y="121854"/>
                    <a:pt x="36927" y="121854"/>
                  </a:cubicBezTo>
                  <a:cubicBezTo>
                    <a:pt x="35826" y="121687"/>
                    <a:pt x="34725" y="121487"/>
                    <a:pt x="33658" y="121120"/>
                  </a:cubicBezTo>
                  <a:cubicBezTo>
                    <a:pt x="31990" y="120553"/>
                    <a:pt x="30289" y="120119"/>
                    <a:pt x="28821" y="119085"/>
                  </a:cubicBezTo>
                  <a:cubicBezTo>
                    <a:pt x="28654" y="118985"/>
                    <a:pt x="28454" y="118919"/>
                    <a:pt x="28121" y="118785"/>
                  </a:cubicBezTo>
                  <a:cubicBezTo>
                    <a:pt x="28221" y="119819"/>
                    <a:pt x="28654" y="120586"/>
                    <a:pt x="29255" y="121153"/>
                  </a:cubicBezTo>
                  <a:cubicBezTo>
                    <a:pt x="30122" y="121954"/>
                    <a:pt x="31023" y="122688"/>
                    <a:pt x="32123" y="123122"/>
                  </a:cubicBezTo>
                  <a:cubicBezTo>
                    <a:pt x="33324" y="123655"/>
                    <a:pt x="34492" y="124289"/>
                    <a:pt x="35826" y="124556"/>
                  </a:cubicBezTo>
                  <a:cubicBezTo>
                    <a:pt x="36460" y="124656"/>
                    <a:pt x="37094" y="124689"/>
                    <a:pt x="37727" y="124856"/>
                  </a:cubicBezTo>
                  <a:cubicBezTo>
                    <a:pt x="38728" y="125056"/>
                    <a:pt x="39729" y="125390"/>
                    <a:pt x="40730" y="125557"/>
                  </a:cubicBezTo>
                  <a:cubicBezTo>
                    <a:pt x="41664" y="125723"/>
                    <a:pt x="42564" y="125957"/>
                    <a:pt x="43532" y="125924"/>
                  </a:cubicBezTo>
                  <a:cubicBezTo>
                    <a:pt x="44532" y="125890"/>
                    <a:pt x="45533" y="125824"/>
                    <a:pt x="46500" y="126124"/>
                  </a:cubicBezTo>
                  <a:cubicBezTo>
                    <a:pt x="46801" y="126190"/>
                    <a:pt x="47168" y="126190"/>
                    <a:pt x="47468" y="126124"/>
                  </a:cubicBezTo>
                  <a:cubicBezTo>
                    <a:pt x="48468" y="125824"/>
                    <a:pt x="49469" y="125924"/>
                    <a:pt x="50470" y="125924"/>
                  </a:cubicBezTo>
                  <a:cubicBezTo>
                    <a:pt x="51537" y="125957"/>
                    <a:pt x="52538" y="125723"/>
                    <a:pt x="53539" y="125490"/>
                  </a:cubicBezTo>
                  <a:cubicBezTo>
                    <a:pt x="54606" y="125256"/>
                    <a:pt x="55674" y="124923"/>
                    <a:pt x="56741" y="124789"/>
                  </a:cubicBezTo>
                  <a:cubicBezTo>
                    <a:pt x="57708" y="124689"/>
                    <a:pt x="58676" y="124489"/>
                    <a:pt x="59543" y="124122"/>
                  </a:cubicBezTo>
                  <a:cubicBezTo>
                    <a:pt x="60544" y="123722"/>
                    <a:pt x="61511" y="123288"/>
                    <a:pt x="62445" y="122788"/>
                  </a:cubicBezTo>
                  <a:cubicBezTo>
                    <a:pt x="63813" y="122088"/>
                    <a:pt x="65047" y="121220"/>
                    <a:pt x="65647" y="119586"/>
                  </a:cubicBezTo>
                  <a:close/>
                  <a:moveTo>
                    <a:pt x="64146" y="103641"/>
                  </a:moveTo>
                  <a:cubicBezTo>
                    <a:pt x="63879" y="103374"/>
                    <a:pt x="63646" y="103307"/>
                    <a:pt x="63379" y="103441"/>
                  </a:cubicBezTo>
                  <a:cubicBezTo>
                    <a:pt x="62745" y="103741"/>
                    <a:pt x="61945" y="103508"/>
                    <a:pt x="61378" y="104041"/>
                  </a:cubicBezTo>
                  <a:cubicBezTo>
                    <a:pt x="61344" y="104108"/>
                    <a:pt x="61211" y="104075"/>
                    <a:pt x="61111" y="104108"/>
                  </a:cubicBezTo>
                  <a:cubicBezTo>
                    <a:pt x="60510" y="104241"/>
                    <a:pt x="59910" y="104341"/>
                    <a:pt x="59310" y="104475"/>
                  </a:cubicBezTo>
                  <a:cubicBezTo>
                    <a:pt x="59043" y="104542"/>
                    <a:pt x="58742" y="104642"/>
                    <a:pt x="58476" y="104675"/>
                  </a:cubicBezTo>
                  <a:cubicBezTo>
                    <a:pt x="57108" y="104842"/>
                    <a:pt x="55774" y="105009"/>
                    <a:pt x="54439" y="105209"/>
                  </a:cubicBezTo>
                  <a:cubicBezTo>
                    <a:pt x="53972" y="105242"/>
                    <a:pt x="53539" y="105409"/>
                    <a:pt x="53105" y="105476"/>
                  </a:cubicBezTo>
                  <a:cubicBezTo>
                    <a:pt x="52104" y="105576"/>
                    <a:pt x="51104" y="105676"/>
                    <a:pt x="50136" y="105742"/>
                  </a:cubicBezTo>
                  <a:cubicBezTo>
                    <a:pt x="50036" y="105776"/>
                    <a:pt x="49936" y="105742"/>
                    <a:pt x="49836" y="105809"/>
                  </a:cubicBezTo>
                  <a:cubicBezTo>
                    <a:pt x="49336" y="106076"/>
                    <a:pt x="48769" y="106009"/>
                    <a:pt x="48202" y="105976"/>
                  </a:cubicBezTo>
                  <a:cubicBezTo>
                    <a:pt x="46734" y="105943"/>
                    <a:pt x="45266" y="106109"/>
                    <a:pt x="43765" y="105776"/>
                  </a:cubicBezTo>
                  <a:cubicBezTo>
                    <a:pt x="42798" y="105542"/>
                    <a:pt x="41797" y="105576"/>
                    <a:pt x="40796" y="105476"/>
                  </a:cubicBezTo>
                  <a:cubicBezTo>
                    <a:pt x="40663" y="105442"/>
                    <a:pt x="40563" y="105409"/>
                    <a:pt x="40429" y="105376"/>
                  </a:cubicBezTo>
                  <a:cubicBezTo>
                    <a:pt x="38995" y="105142"/>
                    <a:pt x="37561" y="104942"/>
                    <a:pt x="36126" y="104708"/>
                  </a:cubicBezTo>
                  <a:cubicBezTo>
                    <a:pt x="35593" y="104608"/>
                    <a:pt x="35026" y="104608"/>
                    <a:pt x="34525" y="104408"/>
                  </a:cubicBezTo>
                  <a:cubicBezTo>
                    <a:pt x="33658" y="104075"/>
                    <a:pt x="32624" y="104308"/>
                    <a:pt x="31857" y="103641"/>
                  </a:cubicBezTo>
                  <a:cubicBezTo>
                    <a:pt x="31790" y="103608"/>
                    <a:pt x="31656" y="103641"/>
                    <a:pt x="31556" y="103608"/>
                  </a:cubicBezTo>
                  <a:cubicBezTo>
                    <a:pt x="31256" y="103574"/>
                    <a:pt x="30923" y="103541"/>
                    <a:pt x="30622" y="103441"/>
                  </a:cubicBezTo>
                  <a:cubicBezTo>
                    <a:pt x="30189" y="103307"/>
                    <a:pt x="29889" y="103441"/>
                    <a:pt x="29622" y="103874"/>
                  </a:cubicBezTo>
                  <a:cubicBezTo>
                    <a:pt x="29955" y="104075"/>
                    <a:pt x="30255" y="104275"/>
                    <a:pt x="30556" y="104475"/>
                  </a:cubicBezTo>
                  <a:cubicBezTo>
                    <a:pt x="31356" y="104909"/>
                    <a:pt x="32023" y="105509"/>
                    <a:pt x="33024" y="105642"/>
                  </a:cubicBezTo>
                  <a:cubicBezTo>
                    <a:pt x="33891" y="105776"/>
                    <a:pt x="34659" y="106276"/>
                    <a:pt x="35493" y="106576"/>
                  </a:cubicBezTo>
                  <a:cubicBezTo>
                    <a:pt x="36293" y="106843"/>
                    <a:pt x="37127" y="107110"/>
                    <a:pt x="37994" y="107277"/>
                  </a:cubicBezTo>
                  <a:cubicBezTo>
                    <a:pt x="39229" y="107510"/>
                    <a:pt x="40463" y="107744"/>
                    <a:pt x="41730" y="107711"/>
                  </a:cubicBezTo>
                  <a:cubicBezTo>
                    <a:pt x="41897" y="107711"/>
                    <a:pt x="42031" y="107777"/>
                    <a:pt x="42197" y="107777"/>
                  </a:cubicBezTo>
                  <a:cubicBezTo>
                    <a:pt x="42798" y="107844"/>
                    <a:pt x="43365" y="107944"/>
                    <a:pt x="43932" y="107977"/>
                  </a:cubicBezTo>
                  <a:cubicBezTo>
                    <a:pt x="44532" y="108011"/>
                    <a:pt x="45133" y="107877"/>
                    <a:pt x="45666" y="108011"/>
                  </a:cubicBezTo>
                  <a:cubicBezTo>
                    <a:pt x="46467" y="108244"/>
                    <a:pt x="47268" y="108211"/>
                    <a:pt x="48068" y="108211"/>
                  </a:cubicBezTo>
                  <a:cubicBezTo>
                    <a:pt x="50236" y="108311"/>
                    <a:pt x="52338" y="108111"/>
                    <a:pt x="54439" y="107711"/>
                  </a:cubicBezTo>
                  <a:cubicBezTo>
                    <a:pt x="54973" y="107610"/>
                    <a:pt x="55507" y="107510"/>
                    <a:pt x="56041" y="107410"/>
                  </a:cubicBezTo>
                  <a:cubicBezTo>
                    <a:pt x="56908" y="107277"/>
                    <a:pt x="57775" y="107143"/>
                    <a:pt x="58609" y="107010"/>
                  </a:cubicBezTo>
                  <a:cubicBezTo>
                    <a:pt x="59043" y="106910"/>
                    <a:pt x="59510" y="106877"/>
                    <a:pt x="59910" y="106710"/>
                  </a:cubicBezTo>
                  <a:cubicBezTo>
                    <a:pt x="60944" y="106243"/>
                    <a:pt x="61945" y="105709"/>
                    <a:pt x="62912" y="105175"/>
                  </a:cubicBezTo>
                  <a:cubicBezTo>
                    <a:pt x="63546" y="104842"/>
                    <a:pt x="64113" y="104475"/>
                    <a:pt x="64146" y="103641"/>
                  </a:cubicBezTo>
                  <a:close/>
                  <a:moveTo>
                    <a:pt x="41230" y="133195"/>
                  </a:moveTo>
                  <a:cubicBezTo>
                    <a:pt x="41197" y="133262"/>
                    <a:pt x="41197" y="133362"/>
                    <a:pt x="41197" y="133396"/>
                  </a:cubicBezTo>
                  <a:cubicBezTo>
                    <a:pt x="41630" y="133763"/>
                    <a:pt x="42031" y="134296"/>
                    <a:pt x="42531" y="134463"/>
                  </a:cubicBezTo>
                  <a:cubicBezTo>
                    <a:pt x="43598" y="134863"/>
                    <a:pt x="44599" y="135497"/>
                    <a:pt x="45800" y="135297"/>
                  </a:cubicBezTo>
                  <a:cubicBezTo>
                    <a:pt x="45867" y="135297"/>
                    <a:pt x="45933" y="135297"/>
                    <a:pt x="45967" y="135297"/>
                  </a:cubicBezTo>
                  <a:cubicBezTo>
                    <a:pt x="47168" y="135731"/>
                    <a:pt x="48335" y="135397"/>
                    <a:pt x="49503" y="135130"/>
                  </a:cubicBezTo>
                  <a:cubicBezTo>
                    <a:pt x="50737" y="134863"/>
                    <a:pt x="51704" y="134196"/>
                    <a:pt x="52671" y="133195"/>
                  </a:cubicBezTo>
                  <a:cubicBezTo>
                    <a:pt x="52271" y="133229"/>
                    <a:pt x="52038" y="133229"/>
                    <a:pt x="51804" y="133262"/>
                  </a:cubicBezTo>
                  <a:cubicBezTo>
                    <a:pt x="51504" y="133296"/>
                    <a:pt x="51237" y="133429"/>
                    <a:pt x="50937" y="133429"/>
                  </a:cubicBezTo>
                  <a:cubicBezTo>
                    <a:pt x="49869" y="133429"/>
                    <a:pt x="48802" y="133396"/>
                    <a:pt x="47735" y="133362"/>
                  </a:cubicBezTo>
                  <a:cubicBezTo>
                    <a:pt x="47301" y="133362"/>
                    <a:pt x="46834" y="133329"/>
                    <a:pt x="46400" y="133329"/>
                  </a:cubicBezTo>
                  <a:cubicBezTo>
                    <a:pt x="44899" y="133396"/>
                    <a:pt x="43432" y="133629"/>
                    <a:pt x="41964" y="133229"/>
                  </a:cubicBezTo>
                  <a:cubicBezTo>
                    <a:pt x="41730" y="133162"/>
                    <a:pt x="41463" y="133195"/>
                    <a:pt x="41230" y="13319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 name="Google Shape;717;p40">
            <a:extLst>
              <a:ext uri="{FF2B5EF4-FFF2-40B4-BE49-F238E27FC236}">
                <a16:creationId xmlns:a16="http://schemas.microsoft.com/office/drawing/2014/main" id="{C2FA704F-0A02-38C8-A0E6-9EA21ADF5B64}"/>
              </a:ext>
            </a:extLst>
          </p:cNvPr>
          <p:cNvGrpSpPr/>
          <p:nvPr/>
        </p:nvGrpSpPr>
        <p:grpSpPr>
          <a:xfrm flipH="1">
            <a:off x="7429000" y="4074909"/>
            <a:ext cx="4458200" cy="462025"/>
            <a:chOff x="2959200" y="1840375"/>
            <a:chExt cx="4458200" cy="462025"/>
          </a:xfrm>
        </p:grpSpPr>
        <p:sp>
          <p:nvSpPr>
            <p:cNvPr id="139" name="Google Shape;718;p40">
              <a:extLst>
                <a:ext uri="{FF2B5EF4-FFF2-40B4-BE49-F238E27FC236}">
                  <a16:creationId xmlns:a16="http://schemas.microsoft.com/office/drawing/2014/main" id="{3DA7874B-1D91-FF02-3241-18E11E2BB1BE}"/>
                </a:ext>
              </a:extLst>
            </p:cNvPr>
            <p:cNvSpPr/>
            <p:nvPr/>
          </p:nvSpPr>
          <p:spPr>
            <a:xfrm>
              <a:off x="2995050" y="1867900"/>
              <a:ext cx="4388175" cy="409475"/>
            </a:xfrm>
            <a:custGeom>
              <a:avLst/>
              <a:gdLst/>
              <a:ahLst/>
              <a:cxnLst/>
              <a:rect l="l" t="t" r="r" b="b"/>
              <a:pathLst>
                <a:path w="175527" h="16379" extrusionOk="0">
                  <a:moveTo>
                    <a:pt x="175326" y="7472"/>
                  </a:moveTo>
                  <a:cubicBezTo>
                    <a:pt x="175226" y="7306"/>
                    <a:pt x="175093" y="7139"/>
                    <a:pt x="174959" y="7005"/>
                  </a:cubicBezTo>
                  <a:cubicBezTo>
                    <a:pt x="173758" y="5838"/>
                    <a:pt x="172357" y="5037"/>
                    <a:pt x="170956" y="4203"/>
                  </a:cubicBezTo>
                  <a:cubicBezTo>
                    <a:pt x="170122" y="3703"/>
                    <a:pt x="169222" y="3269"/>
                    <a:pt x="168321" y="2836"/>
                  </a:cubicBezTo>
                  <a:cubicBezTo>
                    <a:pt x="167587" y="2435"/>
                    <a:pt x="166820" y="2102"/>
                    <a:pt x="166053" y="1735"/>
                  </a:cubicBezTo>
                  <a:cubicBezTo>
                    <a:pt x="165352" y="1401"/>
                    <a:pt x="164585" y="1368"/>
                    <a:pt x="163851" y="1268"/>
                  </a:cubicBezTo>
                  <a:cubicBezTo>
                    <a:pt x="162650" y="1034"/>
                    <a:pt x="161450" y="634"/>
                    <a:pt x="160182" y="701"/>
                  </a:cubicBezTo>
                  <a:cubicBezTo>
                    <a:pt x="159948" y="701"/>
                    <a:pt x="159715" y="667"/>
                    <a:pt x="159515" y="601"/>
                  </a:cubicBezTo>
                  <a:cubicBezTo>
                    <a:pt x="158481" y="401"/>
                    <a:pt x="157447" y="200"/>
                    <a:pt x="156413" y="267"/>
                  </a:cubicBezTo>
                  <a:cubicBezTo>
                    <a:pt x="155946" y="267"/>
                    <a:pt x="155479" y="267"/>
                    <a:pt x="155012" y="267"/>
                  </a:cubicBezTo>
                  <a:cubicBezTo>
                    <a:pt x="154778" y="267"/>
                    <a:pt x="154578" y="200"/>
                    <a:pt x="154344" y="167"/>
                  </a:cubicBezTo>
                  <a:cubicBezTo>
                    <a:pt x="153978" y="134"/>
                    <a:pt x="153644" y="67"/>
                    <a:pt x="153310" y="67"/>
                  </a:cubicBezTo>
                  <a:cubicBezTo>
                    <a:pt x="150642" y="34"/>
                    <a:pt x="147973" y="34"/>
                    <a:pt x="145305" y="34"/>
                  </a:cubicBezTo>
                  <a:cubicBezTo>
                    <a:pt x="145071" y="34"/>
                    <a:pt x="144804" y="0"/>
                    <a:pt x="144604" y="67"/>
                  </a:cubicBezTo>
                  <a:cubicBezTo>
                    <a:pt x="144004" y="301"/>
                    <a:pt x="143403" y="267"/>
                    <a:pt x="142803" y="267"/>
                  </a:cubicBezTo>
                  <a:cubicBezTo>
                    <a:pt x="141802" y="267"/>
                    <a:pt x="140768" y="234"/>
                    <a:pt x="139767" y="267"/>
                  </a:cubicBezTo>
                  <a:cubicBezTo>
                    <a:pt x="139467" y="267"/>
                    <a:pt x="139200" y="301"/>
                    <a:pt x="138900" y="334"/>
                  </a:cubicBezTo>
                  <a:cubicBezTo>
                    <a:pt x="138600" y="367"/>
                    <a:pt x="138266" y="467"/>
                    <a:pt x="137966" y="434"/>
                  </a:cubicBezTo>
                  <a:cubicBezTo>
                    <a:pt x="136632" y="401"/>
                    <a:pt x="135298" y="334"/>
                    <a:pt x="133963" y="301"/>
                  </a:cubicBezTo>
                  <a:cubicBezTo>
                    <a:pt x="130661" y="234"/>
                    <a:pt x="127359" y="434"/>
                    <a:pt x="124056" y="67"/>
                  </a:cubicBezTo>
                  <a:cubicBezTo>
                    <a:pt x="119053" y="67"/>
                    <a:pt x="114082" y="67"/>
                    <a:pt x="109079" y="67"/>
                  </a:cubicBezTo>
                  <a:cubicBezTo>
                    <a:pt x="108812" y="67"/>
                    <a:pt x="108578" y="134"/>
                    <a:pt x="108312" y="200"/>
                  </a:cubicBezTo>
                  <a:cubicBezTo>
                    <a:pt x="108211" y="200"/>
                    <a:pt x="108078" y="234"/>
                    <a:pt x="107978" y="267"/>
                  </a:cubicBezTo>
                  <a:lnTo>
                    <a:pt x="107144" y="267"/>
                  </a:lnTo>
                  <a:cubicBezTo>
                    <a:pt x="106310" y="267"/>
                    <a:pt x="105476" y="301"/>
                    <a:pt x="104642" y="334"/>
                  </a:cubicBezTo>
                  <a:cubicBezTo>
                    <a:pt x="104442" y="334"/>
                    <a:pt x="104242" y="367"/>
                    <a:pt x="104008" y="367"/>
                  </a:cubicBezTo>
                  <a:cubicBezTo>
                    <a:pt x="103842" y="367"/>
                    <a:pt x="103642" y="367"/>
                    <a:pt x="103475" y="367"/>
                  </a:cubicBezTo>
                  <a:cubicBezTo>
                    <a:pt x="103308" y="367"/>
                    <a:pt x="103141" y="401"/>
                    <a:pt x="102941" y="434"/>
                  </a:cubicBezTo>
                  <a:cubicBezTo>
                    <a:pt x="102607" y="434"/>
                    <a:pt x="102274" y="434"/>
                    <a:pt x="101907" y="434"/>
                  </a:cubicBezTo>
                  <a:cubicBezTo>
                    <a:pt x="98071" y="401"/>
                    <a:pt x="94201" y="334"/>
                    <a:pt x="90365" y="301"/>
                  </a:cubicBezTo>
                  <a:cubicBezTo>
                    <a:pt x="80792" y="234"/>
                    <a:pt x="71218" y="434"/>
                    <a:pt x="61678" y="67"/>
                  </a:cubicBezTo>
                  <a:cubicBezTo>
                    <a:pt x="47268" y="67"/>
                    <a:pt x="32824" y="67"/>
                    <a:pt x="18381" y="67"/>
                  </a:cubicBezTo>
                  <a:cubicBezTo>
                    <a:pt x="17647" y="67"/>
                    <a:pt x="16913" y="134"/>
                    <a:pt x="16179" y="200"/>
                  </a:cubicBezTo>
                  <a:cubicBezTo>
                    <a:pt x="15045" y="267"/>
                    <a:pt x="13877" y="367"/>
                    <a:pt x="12743" y="401"/>
                  </a:cubicBezTo>
                  <a:cubicBezTo>
                    <a:pt x="9207" y="401"/>
                    <a:pt x="5705" y="367"/>
                    <a:pt x="2169" y="367"/>
                  </a:cubicBezTo>
                  <a:cubicBezTo>
                    <a:pt x="1602" y="367"/>
                    <a:pt x="1035" y="401"/>
                    <a:pt x="234" y="434"/>
                  </a:cubicBezTo>
                  <a:cubicBezTo>
                    <a:pt x="234" y="1835"/>
                    <a:pt x="234" y="3136"/>
                    <a:pt x="234" y="4437"/>
                  </a:cubicBezTo>
                  <a:cubicBezTo>
                    <a:pt x="234" y="4570"/>
                    <a:pt x="368" y="4670"/>
                    <a:pt x="401" y="4804"/>
                  </a:cubicBezTo>
                  <a:cubicBezTo>
                    <a:pt x="568" y="5438"/>
                    <a:pt x="801" y="6105"/>
                    <a:pt x="868" y="6738"/>
                  </a:cubicBezTo>
                  <a:cubicBezTo>
                    <a:pt x="968" y="7739"/>
                    <a:pt x="935" y="8773"/>
                    <a:pt x="935" y="9774"/>
                  </a:cubicBezTo>
                  <a:cubicBezTo>
                    <a:pt x="935" y="10308"/>
                    <a:pt x="902" y="10841"/>
                    <a:pt x="1469" y="11342"/>
                  </a:cubicBezTo>
                  <a:cubicBezTo>
                    <a:pt x="1702" y="11542"/>
                    <a:pt x="902" y="12109"/>
                    <a:pt x="768" y="12276"/>
                  </a:cubicBezTo>
                  <a:cubicBezTo>
                    <a:pt x="1" y="13410"/>
                    <a:pt x="701" y="14477"/>
                    <a:pt x="2970" y="15245"/>
                  </a:cubicBezTo>
                  <a:cubicBezTo>
                    <a:pt x="3370" y="15378"/>
                    <a:pt x="5305" y="15044"/>
                    <a:pt x="5838" y="15078"/>
                  </a:cubicBezTo>
                  <a:cubicBezTo>
                    <a:pt x="7773" y="15211"/>
                    <a:pt x="9775" y="15278"/>
                    <a:pt x="11743" y="15411"/>
                  </a:cubicBezTo>
                  <a:cubicBezTo>
                    <a:pt x="13310" y="15478"/>
                    <a:pt x="14845" y="15612"/>
                    <a:pt x="16413" y="15712"/>
                  </a:cubicBezTo>
                  <a:cubicBezTo>
                    <a:pt x="17580" y="15778"/>
                    <a:pt x="18714" y="15878"/>
                    <a:pt x="19882" y="15878"/>
                  </a:cubicBezTo>
                  <a:cubicBezTo>
                    <a:pt x="27921" y="15945"/>
                    <a:pt x="35960" y="15978"/>
                    <a:pt x="44032" y="16012"/>
                  </a:cubicBezTo>
                  <a:cubicBezTo>
                    <a:pt x="45967" y="16012"/>
                    <a:pt x="47868" y="16012"/>
                    <a:pt x="49803" y="16012"/>
                  </a:cubicBezTo>
                  <a:cubicBezTo>
                    <a:pt x="51071" y="16045"/>
                    <a:pt x="52272" y="16145"/>
                    <a:pt x="53539" y="16179"/>
                  </a:cubicBezTo>
                  <a:cubicBezTo>
                    <a:pt x="55440" y="16212"/>
                    <a:pt x="57542" y="16379"/>
                    <a:pt x="59243" y="16179"/>
                  </a:cubicBezTo>
                  <a:cubicBezTo>
                    <a:pt x="61211" y="15978"/>
                    <a:pt x="63046" y="15978"/>
                    <a:pt x="64881" y="16079"/>
                  </a:cubicBezTo>
                  <a:cubicBezTo>
                    <a:pt x="68316" y="16279"/>
                    <a:pt x="71752" y="16012"/>
                    <a:pt x="75155" y="16079"/>
                  </a:cubicBezTo>
                  <a:cubicBezTo>
                    <a:pt x="75421" y="16079"/>
                    <a:pt x="75655" y="16079"/>
                    <a:pt x="75922" y="16045"/>
                  </a:cubicBezTo>
                  <a:cubicBezTo>
                    <a:pt x="78991" y="15778"/>
                    <a:pt x="82093" y="15578"/>
                    <a:pt x="85295" y="15545"/>
                  </a:cubicBezTo>
                  <a:cubicBezTo>
                    <a:pt x="85962" y="15545"/>
                    <a:pt x="86596" y="15445"/>
                    <a:pt x="87263" y="15445"/>
                  </a:cubicBezTo>
                  <a:cubicBezTo>
                    <a:pt x="88331" y="15411"/>
                    <a:pt x="89431" y="15411"/>
                    <a:pt x="90499" y="15411"/>
                  </a:cubicBezTo>
                  <a:cubicBezTo>
                    <a:pt x="91733" y="15445"/>
                    <a:pt x="93001" y="15545"/>
                    <a:pt x="94235" y="15545"/>
                  </a:cubicBezTo>
                  <a:lnTo>
                    <a:pt x="107578" y="15545"/>
                  </a:lnTo>
                  <a:cubicBezTo>
                    <a:pt x="107845" y="15612"/>
                    <a:pt x="108111" y="15645"/>
                    <a:pt x="108378" y="15712"/>
                  </a:cubicBezTo>
                  <a:cubicBezTo>
                    <a:pt x="108779" y="15778"/>
                    <a:pt x="109179" y="15878"/>
                    <a:pt x="109579" y="15878"/>
                  </a:cubicBezTo>
                  <a:cubicBezTo>
                    <a:pt x="112381" y="15945"/>
                    <a:pt x="115150" y="15978"/>
                    <a:pt x="117918" y="16012"/>
                  </a:cubicBezTo>
                  <a:cubicBezTo>
                    <a:pt x="118586" y="16012"/>
                    <a:pt x="119253" y="15978"/>
                    <a:pt x="119920" y="16012"/>
                  </a:cubicBezTo>
                  <a:cubicBezTo>
                    <a:pt x="120354" y="16045"/>
                    <a:pt x="120787" y="16145"/>
                    <a:pt x="121221" y="16179"/>
                  </a:cubicBezTo>
                  <a:cubicBezTo>
                    <a:pt x="121888" y="16212"/>
                    <a:pt x="122588" y="16379"/>
                    <a:pt x="123189" y="16179"/>
                  </a:cubicBezTo>
                  <a:cubicBezTo>
                    <a:pt x="123889" y="15945"/>
                    <a:pt x="124490" y="15978"/>
                    <a:pt x="125157" y="16079"/>
                  </a:cubicBezTo>
                  <a:cubicBezTo>
                    <a:pt x="126324" y="16279"/>
                    <a:pt x="127525" y="16012"/>
                    <a:pt x="128693" y="16079"/>
                  </a:cubicBezTo>
                  <a:cubicBezTo>
                    <a:pt x="128793" y="16079"/>
                    <a:pt x="128860" y="16045"/>
                    <a:pt x="128960" y="16045"/>
                  </a:cubicBezTo>
                  <a:cubicBezTo>
                    <a:pt x="130027" y="15778"/>
                    <a:pt x="131095" y="15578"/>
                    <a:pt x="132195" y="15545"/>
                  </a:cubicBezTo>
                  <a:cubicBezTo>
                    <a:pt x="132429" y="15545"/>
                    <a:pt x="132662" y="15445"/>
                    <a:pt x="132896" y="15445"/>
                  </a:cubicBezTo>
                  <a:cubicBezTo>
                    <a:pt x="133263" y="15411"/>
                    <a:pt x="133630" y="15411"/>
                    <a:pt x="133997" y="15411"/>
                  </a:cubicBezTo>
                  <a:cubicBezTo>
                    <a:pt x="134430" y="15445"/>
                    <a:pt x="134864" y="15545"/>
                    <a:pt x="135298" y="15545"/>
                  </a:cubicBezTo>
                  <a:cubicBezTo>
                    <a:pt x="142970" y="15545"/>
                    <a:pt x="150675" y="15545"/>
                    <a:pt x="158347" y="15545"/>
                  </a:cubicBezTo>
                  <a:cubicBezTo>
                    <a:pt x="160215" y="15545"/>
                    <a:pt x="162050" y="15411"/>
                    <a:pt x="163918" y="15645"/>
                  </a:cubicBezTo>
                  <a:cubicBezTo>
                    <a:pt x="163951" y="15678"/>
                    <a:pt x="164018" y="15678"/>
                    <a:pt x="164085" y="15645"/>
                  </a:cubicBezTo>
                  <a:cubicBezTo>
                    <a:pt x="165552" y="15178"/>
                    <a:pt x="167054" y="14711"/>
                    <a:pt x="168288" y="13643"/>
                  </a:cubicBezTo>
                  <a:cubicBezTo>
                    <a:pt x="168688" y="13310"/>
                    <a:pt x="169122" y="13043"/>
                    <a:pt x="169555" y="12743"/>
                  </a:cubicBezTo>
                  <a:cubicBezTo>
                    <a:pt x="170222" y="12276"/>
                    <a:pt x="170890" y="11875"/>
                    <a:pt x="171523" y="11408"/>
                  </a:cubicBezTo>
                  <a:cubicBezTo>
                    <a:pt x="171924" y="11108"/>
                    <a:pt x="172257" y="10741"/>
                    <a:pt x="172691" y="10508"/>
                  </a:cubicBezTo>
                  <a:cubicBezTo>
                    <a:pt x="173658" y="9941"/>
                    <a:pt x="174392" y="9107"/>
                    <a:pt x="175193" y="8340"/>
                  </a:cubicBezTo>
                  <a:cubicBezTo>
                    <a:pt x="175493" y="8073"/>
                    <a:pt x="175526" y="7806"/>
                    <a:pt x="175326" y="7472"/>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719;p40">
              <a:extLst>
                <a:ext uri="{FF2B5EF4-FFF2-40B4-BE49-F238E27FC236}">
                  <a16:creationId xmlns:a16="http://schemas.microsoft.com/office/drawing/2014/main" id="{13E25D0A-15D7-957A-A229-D12C05EC645B}"/>
                </a:ext>
              </a:extLst>
            </p:cNvPr>
            <p:cNvSpPr/>
            <p:nvPr/>
          </p:nvSpPr>
          <p:spPr>
            <a:xfrm>
              <a:off x="2959200" y="1840375"/>
              <a:ext cx="4458200" cy="462025"/>
            </a:xfrm>
            <a:custGeom>
              <a:avLst/>
              <a:gdLst/>
              <a:ahLst/>
              <a:cxnLst/>
              <a:rect l="l" t="t" r="r" b="b"/>
              <a:pathLst>
                <a:path w="178328" h="18481" extrusionOk="0">
                  <a:moveTo>
                    <a:pt x="178228" y="8740"/>
                  </a:moveTo>
                  <a:cubicBezTo>
                    <a:pt x="177928" y="8240"/>
                    <a:pt x="177627" y="7706"/>
                    <a:pt x="177227" y="7306"/>
                  </a:cubicBezTo>
                  <a:cubicBezTo>
                    <a:pt x="175793" y="6005"/>
                    <a:pt x="174158" y="5004"/>
                    <a:pt x="172457" y="4137"/>
                  </a:cubicBezTo>
                  <a:cubicBezTo>
                    <a:pt x="171623" y="3703"/>
                    <a:pt x="170789" y="3270"/>
                    <a:pt x="169989" y="2836"/>
                  </a:cubicBezTo>
                  <a:cubicBezTo>
                    <a:pt x="168854" y="2269"/>
                    <a:pt x="167754" y="1668"/>
                    <a:pt x="166620" y="1168"/>
                  </a:cubicBezTo>
                  <a:cubicBezTo>
                    <a:pt x="165585" y="734"/>
                    <a:pt x="164551" y="334"/>
                    <a:pt x="163384" y="434"/>
                  </a:cubicBezTo>
                  <a:cubicBezTo>
                    <a:pt x="162383" y="534"/>
                    <a:pt x="161316" y="568"/>
                    <a:pt x="160348" y="434"/>
                  </a:cubicBezTo>
                  <a:cubicBezTo>
                    <a:pt x="159114" y="201"/>
                    <a:pt x="157913" y="301"/>
                    <a:pt x="156712" y="234"/>
                  </a:cubicBezTo>
                  <a:cubicBezTo>
                    <a:pt x="156512" y="234"/>
                    <a:pt x="156312" y="234"/>
                    <a:pt x="156112" y="201"/>
                  </a:cubicBezTo>
                  <a:cubicBezTo>
                    <a:pt x="155612" y="134"/>
                    <a:pt x="155145" y="34"/>
                    <a:pt x="154644" y="34"/>
                  </a:cubicBezTo>
                  <a:cubicBezTo>
                    <a:pt x="151976" y="34"/>
                    <a:pt x="149307" y="34"/>
                    <a:pt x="146639" y="34"/>
                  </a:cubicBezTo>
                  <a:cubicBezTo>
                    <a:pt x="146372" y="34"/>
                    <a:pt x="146105" y="1"/>
                    <a:pt x="145871" y="67"/>
                  </a:cubicBezTo>
                  <a:cubicBezTo>
                    <a:pt x="145171" y="301"/>
                    <a:pt x="144437" y="234"/>
                    <a:pt x="143703" y="234"/>
                  </a:cubicBezTo>
                  <a:cubicBezTo>
                    <a:pt x="142903" y="267"/>
                    <a:pt x="142069" y="234"/>
                    <a:pt x="141268" y="267"/>
                  </a:cubicBezTo>
                  <a:cubicBezTo>
                    <a:pt x="140801" y="267"/>
                    <a:pt x="140367" y="401"/>
                    <a:pt x="139900" y="434"/>
                  </a:cubicBezTo>
                  <a:cubicBezTo>
                    <a:pt x="139167" y="468"/>
                    <a:pt x="138399" y="468"/>
                    <a:pt x="137666" y="434"/>
                  </a:cubicBezTo>
                  <a:cubicBezTo>
                    <a:pt x="137065" y="401"/>
                    <a:pt x="136465" y="234"/>
                    <a:pt x="135831" y="234"/>
                  </a:cubicBezTo>
                  <a:cubicBezTo>
                    <a:pt x="134397" y="201"/>
                    <a:pt x="132929" y="234"/>
                    <a:pt x="131494" y="234"/>
                  </a:cubicBezTo>
                  <a:cubicBezTo>
                    <a:pt x="129626" y="234"/>
                    <a:pt x="127792" y="301"/>
                    <a:pt x="125924" y="34"/>
                  </a:cubicBezTo>
                  <a:cubicBezTo>
                    <a:pt x="125657" y="1"/>
                    <a:pt x="125357" y="1"/>
                    <a:pt x="125057" y="1"/>
                  </a:cubicBezTo>
                  <a:cubicBezTo>
                    <a:pt x="119920" y="34"/>
                    <a:pt x="114749" y="34"/>
                    <a:pt x="109579" y="34"/>
                  </a:cubicBezTo>
                  <a:cubicBezTo>
                    <a:pt x="108078" y="34"/>
                    <a:pt x="106543" y="101"/>
                    <a:pt x="105042" y="67"/>
                  </a:cubicBezTo>
                  <a:cubicBezTo>
                    <a:pt x="104575" y="34"/>
                    <a:pt x="104142" y="201"/>
                    <a:pt x="103808" y="434"/>
                  </a:cubicBezTo>
                  <a:cubicBezTo>
                    <a:pt x="102107" y="468"/>
                    <a:pt x="100406" y="468"/>
                    <a:pt x="98704" y="434"/>
                  </a:cubicBezTo>
                  <a:cubicBezTo>
                    <a:pt x="96970" y="401"/>
                    <a:pt x="95269" y="267"/>
                    <a:pt x="93534" y="234"/>
                  </a:cubicBezTo>
                  <a:cubicBezTo>
                    <a:pt x="89398" y="234"/>
                    <a:pt x="85261" y="234"/>
                    <a:pt x="81125" y="234"/>
                  </a:cubicBezTo>
                  <a:cubicBezTo>
                    <a:pt x="75855" y="234"/>
                    <a:pt x="70551" y="301"/>
                    <a:pt x="65280" y="34"/>
                  </a:cubicBezTo>
                  <a:cubicBezTo>
                    <a:pt x="64447" y="1"/>
                    <a:pt x="63613" y="1"/>
                    <a:pt x="62779" y="1"/>
                  </a:cubicBezTo>
                  <a:cubicBezTo>
                    <a:pt x="48068" y="34"/>
                    <a:pt x="33324" y="34"/>
                    <a:pt x="18614" y="34"/>
                  </a:cubicBezTo>
                  <a:cubicBezTo>
                    <a:pt x="14311" y="34"/>
                    <a:pt x="9974" y="101"/>
                    <a:pt x="5705" y="67"/>
                  </a:cubicBezTo>
                  <a:cubicBezTo>
                    <a:pt x="2602" y="34"/>
                    <a:pt x="1" y="801"/>
                    <a:pt x="334" y="1935"/>
                  </a:cubicBezTo>
                  <a:cubicBezTo>
                    <a:pt x="568" y="2803"/>
                    <a:pt x="367" y="3670"/>
                    <a:pt x="367" y="4537"/>
                  </a:cubicBezTo>
                  <a:cubicBezTo>
                    <a:pt x="367" y="5004"/>
                    <a:pt x="234" y="5504"/>
                    <a:pt x="534" y="5938"/>
                  </a:cubicBezTo>
                  <a:cubicBezTo>
                    <a:pt x="1035" y="6739"/>
                    <a:pt x="968" y="7539"/>
                    <a:pt x="968" y="8340"/>
                  </a:cubicBezTo>
                  <a:cubicBezTo>
                    <a:pt x="968" y="9341"/>
                    <a:pt x="935" y="10375"/>
                    <a:pt x="901" y="11375"/>
                  </a:cubicBezTo>
                  <a:cubicBezTo>
                    <a:pt x="901" y="11609"/>
                    <a:pt x="801" y="11876"/>
                    <a:pt x="1001" y="12076"/>
                  </a:cubicBezTo>
                  <a:cubicBezTo>
                    <a:pt x="1902" y="13210"/>
                    <a:pt x="834" y="14378"/>
                    <a:pt x="1268" y="15512"/>
                  </a:cubicBezTo>
                  <a:cubicBezTo>
                    <a:pt x="1535" y="16179"/>
                    <a:pt x="2502" y="17046"/>
                    <a:pt x="4003" y="17380"/>
                  </a:cubicBezTo>
                  <a:cubicBezTo>
                    <a:pt x="6372" y="17947"/>
                    <a:pt x="9607" y="17680"/>
                    <a:pt x="12276" y="17747"/>
                  </a:cubicBezTo>
                  <a:cubicBezTo>
                    <a:pt x="15011" y="17813"/>
                    <a:pt x="17747" y="17780"/>
                    <a:pt x="20482" y="17813"/>
                  </a:cubicBezTo>
                  <a:cubicBezTo>
                    <a:pt x="22450" y="17847"/>
                    <a:pt x="24418" y="17947"/>
                    <a:pt x="26386" y="17980"/>
                  </a:cubicBezTo>
                  <a:cubicBezTo>
                    <a:pt x="30255" y="18047"/>
                    <a:pt x="34158" y="17813"/>
                    <a:pt x="37994" y="18214"/>
                  </a:cubicBezTo>
                  <a:cubicBezTo>
                    <a:pt x="38595" y="18280"/>
                    <a:pt x="39295" y="18247"/>
                    <a:pt x="39962" y="18247"/>
                  </a:cubicBezTo>
                  <a:cubicBezTo>
                    <a:pt x="44032" y="18247"/>
                    <a:pt x="48068" y="18247"/>
                    <a:pt x="52138" y="18247"/>
                  </a:cubicBezTo>
                  <a:cubicBezTo>
                    <a:pt x="52938" y="18247"/>
                    <a:pt x="53772" y="18280"/>
                    <a:pt x="54606" y="18314"/>
                  </a:cubicBezTo>
                  <a:cubicBezTo>
                    <a:pt x="55640" y="18380"/>
                    <a:pt x="56708" y="18447"/>
                    <a:pt x="57775" y="18447"/>
                  </a:cubicBezTo>
                  <a:cubicBezTo>
                    <a:pt x="60744" y="18480"/>
                    <a:pt x="63713" y="18480"/>
                    <a:pt x="66715" y="18447"/>
                  </a:cubicBezTo>
                  <a:cubicBezTo>
                    <a:pt x="69684" y="18447"/>
                    <a:pt x="72686" y="18447"/>
                    <a:pt x="75621" y="18280"/>
                  </a:cubicBezTo>
                  <a:cubicBezTo>
                    <a:pt x="79791" y="18013"/>
                    <a:pt x="83927" y="17880"/>
                    <a:pt x="88163" y="17880"/>
                  </a:cubicBezTo>
                  <a:cubicBezTo>
                    <a:pt x="95869" y="17913"/>
                    <a:pt x="103574" y="17913"/>
                    <a:pt x="111280" y="17913"/>
                  </a:cubicBezTo>
                  <a:cubicBezTo>
                    <a:pt x="111614" y="17947"/>
                    <a:pt x="111947" y="17980"/>
                    <a:pt x="112314" y="17980"/>
                  </a:cubicBezTo>
                  <a:cubicBezTo>
                    <a:pt x="113648" y="18047"/>
                    <a:pt x="115049" y="17847"/>
                    <a:pt x="116384" y="18214"/>
                  </a:cubicBezTo>
                  <a:cubicBezTo>
                    <a:pt x="116584" y="18280"/>
                    <a:pt x="116851" y="18247"/>
                    <a:pt x="117051" y="18247"/>
                  </a:cubicBezTo>
                  <a:cubicBezTo>
                    <a:pt x="118485" y="18247"/>
                    <a:pt x="119920" y="18247"/>
                    <a:pt x="121321" y="18247"/>
                  </a:cubicBezTo>
                  <a:cubicBezTo>
                    <a:pt x="121621" y="18247"/>
                    <a:pt x="121888" y="18280"/>
                    <a:pt x="122188" y="18314"/>
                  </a:cubicBezTo>
                  <a:cubicBezTo>
                    <a:pt x="122555" y="18380"/>
                    <a:pt x="122922" y="18447"/>
                    <a:pt x="123289" y="18480"/>
                  </a:cubicBezTo>
                  <a:cubicBezTo>
                    <a:pt x="124356" y="18480"/>
                    <a:pt x="125390" y="18480"/>
                    <a:pt x="126424" y="18480"/>
                  </a:cubicBezTo>
                  <a:cubicBezTo>
                    <a:pt x="127492" y="18447"/>
                    <a:pt x="128526" y="18480"/>
                    <a:pt x="129560" y="18280"/>
                  </a:cubicBezTo>
                  <a:cubicBezTo>
                    <a:pt x="131027" y="18013"/>
                    <a:pt x="132462" y="17880"/>
                    <a:pt x="133963" y="17913"/>
                  </a:cubicBezTo>
                  <a:cubicBezTo>
                    <a:pt x="138700" y="17913"/>
                    <a:pt x="143470" y="17913"/>
                    <a:pt x="148240" y="17913"/>
                  </a:cubicBezTo>
                  <a:lnTo>
                    <a:pt x="148240" y="17913"/>
                  </a:lnTo>
                  <a:cubicBezTo>
                    <a:pt x="153343" y="17913"/>
                    <a:pt x="158480" y="17913"/>
                    <a:pt x="163617" y="17913"/>
                  </a:cubicBezTo>
                  <a:cubicBezTo>
                    <a:pt x="164651" y="17947"/>
                    <a:pt x="165652" y="17913"/>
                    <a:pt x="166620" y="17546"/>
                  </a:cubicBezTo>
                  <a:cubicBezTo>
                    <a:pt x="167854" y="17079"/>
                    <a:pt x="169121" y="16679"/>
                    <a:pt x="170222" y="15845"/>
                  </a:cubicBezTo>
                  <a:cubicBezTo>
                    <a:pt x="170789" y="15412"/>
                    <a:pt x="171423" y="15045"/>
                    <a:pt x="172023" y="14644"/>
                  </a:cubicBezTo>
                  <a:cubicBezTo>
                    <a:pt x="172290" y="14444"/>
                    <a:pt x="172557" y="14277"/>
                    <a:pt x="172824" y="14111"/>
                  </a:cubicBezTo>
                  <a:cubicBezTo>
                    <a:pt x="173491" y="13610"/>
                    <a:pt x="174092" y="13043"/>
                    <a:pt x="174792" y="12676"/>
                  </a:cubicBezTo>
                  <a:cubicBezTo>
                    <a:pt x="175459" y="12309"/>
                    <a:pt x="175960" y="11809"/>
                    <a:pt x="176493" y="11309"/>
                  </a:cubicBezTo>
                  <a:cubicBezTo>
                    <a:pt x="176760" y="11042"/>
                    <a:pt x="177094" y="10808"/>
                    <a:pt x="177361" y="10541"/>
                  </a:cubicBezTo>
                  <a:cubicBezTo>
                    <a:pt x="177661" y="10174"/>
                    <a:pt x="177994" y="9774"/>
                    <a:pt x="178228" y="9341"/>
                  </a:cubicBezTo>
                  <a:cubicBezTo>
                    <a:pt x="178328" y="9207"/>
                    <a:pt x="178328" y="8907"/>
                    <a:pt x="178228" y="8740"/>
                  </a:cubicBezTo>
                  <a:close/>
                  <a:moveTo>
                    <a:pt x="176627" y="9441"/>
                  </a:moveTo>
                  <a:cubicBezTo>
                    <a:pt x="175826" y="10208"/>
                    <a:pt x="175126" y="11042"/>
                    <a:pt x="174125" y="11609"/>
                  </a:cubicBezTo>
                  <a:cubicBezTo>
                    <a:pt x="173691" y="11842"/>
                    <a:pt x="173358" y="12209"/>
                    <a:pt x="172957" y="12509"/>
                  </a:cubicBezTo>
                  <a:cubicBezTo>
                    <a:pt x="172324" y="12976"/>
                    <a:pt x="171656" y="13377"/>
                    <a:pt x="170989" y="13844"/>
                  </a:cubicBezTo>
                  <a:cubicBezTo>
                    <a:pt x="170556" y="14144"/>
                    <a:pt x="170122" y="14411"/>
                    <a:pt x="169722" y="14744"/>
                  </a:cubicBezTo>
                  <a:cubicBezTo>
                    <a:pt x="168488" y="15812"/>
                    <a:pt x="166986" y="16279"/>
                    <a:pt x="165519" y="16746"/>
                  </a:cubicBezTo>
                  <a:cubicBezTo>
                    <a:pt x="165452" y="16779"/>
                    <a:pt x="165385" y="16779"/>
                    <a:pt x="165352" y="16746"/>
                  </a:cubicBezTo>
                  <a:cubicBezTo>
                    <a:pt x="163484" y="16512"/>
                    <a:pt x="161649" y="16679"/>
                    <a:pt x="159781" y="16646"/>
                  </a:cubicBezTo>
                  <a:cubicBezTo>
                    <a:pt x="152109" y="16646"/>
                    <a:pt x="144404" y="16646"/>
                    <a:pt x="136732" y="16646"/>
                  </a:cubicBezTo>
                  <a:cubicBezTo>
                    <a:pt x="136298" y="16646"/>
                    <a:pt x="135864" y="16546"/>
                    <a:pt x="135431" y="16512"/>
                  </a:cubicBezTo>
                  <a:cubicBezTo>
                    <a:pt x="135064" y="16512"/>
                    <a:pt x="134697" y="16512"/>
                    <a:pt x="134330" y="16546"/>
                  </a:cubicBezTo>
                  <a:cubicBezTo>
                    <a:pt x="134096" y="16546"/>
                    <a:pt x="133863" y="16646"/>
                    <a:pt x="133629" y="16646"/>
                  </a:cubicBezTo>
                  <a:cubicBezTo>
                    <a:pt x="132529" y="16679"/>
                    <a:pt x="131461" y="16879"/>
                    <a:pt x="130394" y="17146"/>
                  </a:cubicBezTo>
                  <a:cubicBezTo>
                    <a:pt x="130327" y="17146"/>
                    <a:pt x="130227" y="17180"/>
                    <a:pt x="130127" y="17180"/>
                  </a:cubicBezTo>
                  <a:cubicBezTo>
                    <a:pt x="129393" y="17146"/>
                    <a:pt x="128659" y="17213"/>
                    <a:pt x="127892" y="17246"/>
                  </a:cubicBezTo>
                  <a:cubicBezTo>
                    <a:pt x="127191" y="17046"/>
                    <a:pt x="126524" y="16846"/>
                    <a:pt x="125824" y="16646"/>
                  </a:cubicBezTo>
                  <a:lnTo>
                    <a:pt x="109012" y="16646"/>
                  </a:lnTo>
                  <a:cubicBezTo>
                    <a:pt x="108745" y="16579"/>
                    <a:pt x="108478" y="16546"/>
                    <a:pt x="108211" y="16479"/>
                  </a:cubicBezTo>
                  <a:cubicBezTo>
                    <a:pt x="108178" y="16479"/>
                    <a:pt x="108111" y="16479"/>
                    <a:pt x="108078" y="16479"/>
                  </a:cubicBezTo>
                  <a:lnTo>
                    <a:pt x="104909" y="16479"/>
                  </a:lnTo>
                  <a:cubicBezTo>
                    <a:pt x="104642" y="16512"/>
                    <a:pt x="104375" y="16512"/>
                    <a:pt x="104108" y="16546"/>
                  </a:cubicBezTo>
                  <a:lnTo>
                    <a:pt x="104108" y="16546"/>
                  </a:lnTo>
                  <a:cubicBezTo>
                    <a:pt x="104142" y="16579"/>
                    <a:pt x="104175" y="16612"/>
                    <a:pt x="104175" y="16646"/>
                  </a:cubicBezTo>
                  <a:lnTo>
                    <a:pt x="96069" y="16646"/>
                  </a:lnTo>
                  <a:cubicBezTo>
                    <a:pt x="94868" y="16646"/>
                    <a:pt x="93634" y="16546"/>
                    <a:pt x="92400" y="16512"/>
                  </a:cubicBezTo>
                  <a:cubicBezTo>
                    <a:pt x="91332" y="16512"/>
                    <a:pt x="90265" y="16512"/>
                    <a:pt x="89198" y="16546"/>
                  </a:cubicBezTo>
                  <a:cubicBezTo>
                    <a:pt x="88564" y="16546"/>
                    <a:pt x="87930" y="16646"/>
                    <a:pt x="87263" y="16646"/>
                  </a:cubicBezTo>
                  <a:cubicBezTo>
                    <a:pt x="84127" y="16679"/>
                    <a:pt x="81058" y="16879"/>
                    <a:pt x="78023" y="17146"/>
                  </a:cubicBezTo>
                  <a:cubicBezTo>
                    <a:pt x="77789" y="17180"/>
                    <a:pt x="77523" y="17180"/>
                    <a:pt x="77289" y="17180"/>
                  </a:cubicBezTo>
                  <a:cubicBezTo>
                    <a:pt x="73920" y="17113"/>
                    <a:pt x="70551" y="17380"/>
                    <a:pt x="67148" y="17180"/>
                  </a:cubicBezTo>
                  <a:cubicBezTo>
                    <a:pt x="65314" y="17079"/>
                    <a:pt x="63513" y="17079"/>
                    <a:pt x="61578" y="17280"/>
                  </a:cubicBezTo>
                  <a:cubicBezTo>
                    <a:pt x="59910" y="17480"/>
                    <a:pt x="57842" y="17313"/>
                    <a:pt x="55940" y="17280"/>
                  </a:cubicBezTo>
                  <a:cubicBezTo>
                    <a:pt x="54706" y="17246"/>
                    <a:pt x="53505" y="17146"/>
                    <a:pt x="52271" y="17113"/>
                  </a:cubicBezTo>
                  <a:cubicBezTo>
                    <a:pt x="50370" y="17113"/>
                    <a:pt x="48468" y="17113"/>
                    <a:pt x="46567" y="17113"/>
                  </a:cubicBezTo>
                  <a:cubicBezTo>
                    <a:pt x="38628" y="17079"/>
                    <a:pt x="30689" y="17046"/>
                    <a:pt x="22750" y="16979"/>
                  </a:cubicBezTo>
                  <a:cubicBezTo>
                    <a:pt x="21616" y="16979"/>
                    <a:pt x="20482" y="16879"/>
                    <a:pt x="19348" y="16813"/>
                  </a:cubicBezTo>
                  <a:cubicBezTo>
                    <a:pt x="17813" y="16713"/>
                    <a:pt x="16279" y="16579"/>
                    <a:pt x="14744" y="16512"/>
                  </a:cubicBezTo>
                  <a:cubicBezTo>
                    <a:pt x="12776" y="16379"/>
                    <a:pt x="9140" y="16312"/>
                    <a:pt x="7206" y="16179"/>
                  </a:cubicBezTo>
                  <a:cubicBezTo>
                    <a:pt x="6705" y="16112"/>
                    <a:pt x="4704" y="16279"/>
                    <a:pt x="4304" y="16145"/>
                  </a:cubicBezTo>
                  <a:cubicBezTo>
                    <a:pt x="2069" y="15378"/>
                    <a:pt x="1869" y="14244"/>
                    <a:pt x="2636" y="13077"/>
                  </a:cubicBezTo>
                  <a:cubicBezTo>
                    <a:pt x="2736" y="12910"/>
                    <a:pt x="3270" y="12409"/>
                    <a:pt x="3069" y="12243"/>
                  </a:cubicBezTo>
                  <a:cubicBezTo>
                    <a:pt x="2502" y="11709"/>
                    <a:pt x="2402" y="11409"/>
                    <a:pt x="2402" y="10875"/>
                  </a:cubicBezTo>
                  <a:cubicBezTo>
                    <a:pt x="2369" y="9874"/>
                    <a:pt x="2402" y="8840"/>
                    <a:pt x="2302" y="7839"/>
                  </a:cubicBezTo>
                  <a:cubicBezTo>
                    <a:pt x="2269" y="7206"/>
                    <a:pt x="2002" y="6539"/>
                    <a:pt x="1835" y="5905"/>
                  </a:cubicBezTo>
                  <a:cubicBezTo>
                    <a:pt x="1802" y="5771"/>
                    <a:pt x="1702" y="5671"/>
                    <a:pt x="1702" y="5538"/>
                  </a:cubicBezTo>
                  <a:cubicBezTo>
                    <a:pt x="1668" y="4237"/>
                    <a:pt x="1668" y="2936"/>
                    <a:pt x="1668" y="1535"/>
                  </a:cubicBezTo>
                  <a:cubicBezTo>
                    <a:pt x="2469" y="1502"/>
                    <a:pt x="4737" y="1435"/>
                    <a:pt x="5304" y="1468"/>
                  </a:cubicBezTo>
                  <a:cubicBezTo>
                    <a:pt x="8773" y="1468"/>
                    <a:pt x="12243" y="1502"/>
                    <a:pt x="15712" y="1468"/>
                  </a:cubicBezTo>
                  <a:cubicBezTo>
                    <a:pt x="16846" y="1468"/>
                    <a:pt x="17980" y="1335"/>
                    <a:pt x="19114" y="1268"/>
                  </a:cubicBezTo>
                  <a:cubicBezTo>
                    <a:pt x="19815" y="1235"/>
                    <a:pt x="20549" y="1168"/>
                    <a:pt x="21282" y="1168"/>
                  </a:cubicBezTo>
                  <a:cubicBezTo>
                    <a:pt x="35526" y="1168"/>
                    <a:pt x="49736" y="1168"/>
                    <a:pt x="63980" y="1168"/>
                  </a:cubicBezTo>
                  <a:cubicBezTo>
                    <a:pt x="73386" y="1535"/>
                    <a:pt x="82826" y="1301"/>
                    <a:pt x="92266" y="1402"/>
                  </a:cubicBezTo>
                  <a:cubicBezTo>
                    <a:pt x="95902" y="1402"/>
                    <a:pt x="99538" y="1502"/>
                    <a:pt x="103174" y="1535"/>
                  </a:cubicBezTo>
                  <a:cubicBezTo>
                    <a:pt x="103174" y="1535"/>
                    <a:pt x="103174" y="1568"/>
                    <a:pt x="103174" y="1568"/>
                  </a:cubicBezTo>
                  <a:cubicBezTo>
                    <a:pt x="103508" y="1568"/>
                    <a:pt x="103875" y="1568"/>
                    <a:pt x="104242" y="1602"/>
                  </a:cubicBezTo>
                  <a:lnTo>
                    <a:pt x="104242" y="1535"/>
                  </a:lnTo>
                  <a:cubicBezTo>
                    <a:pt x="104242" y="1535"/>
                    <a:pt x="104275" y="1535"/>
                    <a:pt x="104275" y="1535"/>
                  </a:cubicBezTo>
                  <a:cubicBezTo>
                    <a:pt x="104742" y="1502"/>
                    <a:pt x="105209" y="1502"/>
                    <a:pt x="105676" y="1468"/>
                  </a:cubicBezTo>
                  <a:cubicBezTo>
                    <a:pt x="106643" y="1468"/>
                    <a:pt x="107611" y="1502"/>
                    <a:pt x="108545" y="1468"/>
                  </a:cubicBezTo>
                  <a:cubicBezTo>
                    <a:pt x="108845" y="1468"/>
                    <a:pt x="109112" y="1402"/>
                    <a:pt x="109412" y="1335"/>
                  </a:cubicBezTo>
                  <a:cubicBezTo>
                    <a:pt x="112081" y="1335"/>
                    <a:pt x="114783" y="1368"/>
                    <a:pt x="117484" y="1335"/>
                  </a:cubicBezTo>
                  <a:lnTo>
                    <a:pt x="118285" y="1335"/>
                  </a:lnTo>
                  <a:cubicBezTo>
                    <a:pt x="118352" y="1301"/>
                    <a:pt x="118485" y="1235"/>
                    <a:pt x="118552" y="1168"/>
                  </a:cubicBezTo>
                  <a:cubicBezTo>
                    <a:pt x="120854" y="1168"/>
                    <a:pt x="123189" y="1168"/>
                    <a:pt x="125490" y="1168"/>
                  </a:cubicBezTo>
                  <a:cubicBezTo>
                    <a:pt x="128759" y="1535"/>
                    <a:pt x="132095" y="1301"/>
                    <a:pt x="135397" y="1368"/>
                  </a:cubicBezTo>
                  <a:cubicBezTo>
                    <a:pt x="136732" y="1402"/>
                    <a:pt x="138066" y="1502"/>
                    <a:pt x="139367" y="1535"/>
                  </a:cubicBezTo>
                  <a:cubicBezTo>
                    <a:pt x="139700" y="1535"/>
                    <a:pt x="140001" y="1468"/>
                    <a:pt x="140334" y="1435"/>
                  </a:cubicBezTo>
                  <a:cubicBezTo>
                    <a:pt x="140601" y="1402"/>
                    <a:pt x="140901" y="1335"/>
                    <a:pt x="141201" y="1335"/>
                  </a:cubicBezTo>
                  <a:cubicBezTo>
                    <a:pt x="142202" y="1335"/>
                    <a:pt x="143203" y="1335"/>
                    <a:pt x="144237" y="1335"/>
                  </a:cubicBezTo>
                  <a:cubicBezTo>
                    <a:pt x="144837" y="1335"/>
                    <a:pt x="145438" y="1402"/>
                    <a:pt x="146038" y="1168"/>
                  </a:cubicBezTo>
                  <a:cubicBezTo>
                    <a:pt x="146238" y="1101"/>
                    <a:pt x="146505" y="1135"/>
                    <a:pt x="146739" y="1135"/>
                  </a:cubicBezTo>
                  <a:cubicBezTo>
                    <a:pt x="149407" y="1135"/>
                    <a:pt x="152076" y="1135"/>
                    <a:pt x="154744" y="1135"/>
                  </a:cubicBezTo>
                  <a:cubicBezTo>
                    <a:pt x="155078" y="1135"/>
                    <a:pt x="155412" y="1235"/>
                    <a:pt x="155745" y="1268"/>
                  </a:cubicBezTo>
                  <a:cubicBezTo>
                    <a:pt x="155979" y="1301"/>
                    <a:pt x="156212" y="1335"/>
                    <a:pt x="156446" y="1335"/>
                  </a:cubicBezTo>
                  <a:cubicBezTo>
                    <a:pt x="156913" y="1368"/>
                    <a:pt x="157380" y="1368"/>
                    <a:pt x="157847" y="1335"/>
                  </a:cubicBezTo>
                  <a:cubicBezTo>
                    <a:pt x="158881" y="1301"/>
                    <a:pt x="159915" y="1502"/>
                    <a:pt x="160915" y="1702"/>
                  </a:cubicBezTo>
                  <a:cubicBezTo>
                    <a:pt x="161149" y="1768"/>
                    <a:pt x="161382" y="1802"/>
                    <a:pt x="161616" y="1802"/>
                  </a:cubicBezTo>
                  <a:cubicBezTo>
                    <a:pt x="162884" y="1735"/>
                    <a:pt x="164051" y="2135"/>
                    <a:pt x="165285" y="2336"/>
                  </a:cubicBezTo>
                  <a:cubicBezTo>
                    <a:pt x="166019" y="2469"/>
                    <a:pt x="166786" y="2502"/>
                    <a:pt x="167453" y="2836"/>
                  </a:cubicBezTo>
                  <a:cubicBezTo>
                    <a:pt x="168221" y="3169"/>
                    <a:pt x="168988" y="3536"/>
                    <a:pt x="169755" y="3903"/>
                  </a:cubicBezTo>
                  <a:cubicBezTo>
                    <a:pt x="170656" y="4370"/>
                    <a:pt x="171523" y="4771"/>
                    <a:pt x="172390" y="5304"/>
                  </a:cubicBezTo>
                  <a:cubicBezTo>
                    <a:pt x="173791" y="6138"/>
                    <a:pt x="175192" y="6939"/>
                    <a:pt x="176360" y="8073"/>
                  </a:cubicBezTo>
                  <a:cubicBezTo>
                    <a:pt x="176527" y="8240"/>
                    <a:pt x="176660" y="8373"/>
                    <a:pt x="176760" y="8573"/>
                  </a:cubicBezTo>
                  <a:cubicBezTo>
                    <a:pt x="176960" y="8907"/>
                    <a:pt x="176927" y="9174"/>
                    <a:pt x="176627" y="944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 name="Google Shape;720;p40">
            <a:extLst>
              <a:ext uri="{FF2B5EF4-FFF2-40B4-BE49-F238E27FC236}">
                <a16:creationId xmlns:a16="http://schemas.microsoft.com/office/drawing/2014/main" id="{79A76479-5C22-9C52-D9CD-5B086960F557}"/>
              </a:ext>
            </a:extLst>
          </p:cNvPr>
          <p:cNvGrpSpPr/>
          <p:nvPr/>
        </p:nvGrpSpPr>
        <p:grpSpPr>
          <a:xfrm flipH="1">
            <a:off x="7429000" y="4576846"/>
            <a:ext cx="4458200" cy="462025"/>
            <a:chOff x="2959200" y="1840375"/>
            <a:chExt cx="4458200" cy="462025"/>
          </a:xfrm>
        </p:grpSpPr>
        <p:sp>
          <p:nvSpPr>
            <p:cNvPr id="142" name="Google Shape;721;p40">
              <a:extLst>
                <a:ext uri="{FF2B5EF4-FFF2-40B4-BE49-F238E27FC236}">
                  <a16:creationId xmlns:a16="http://schemas.microsoft.com/office/drawing/2014/main" id="{A1211C86-B0D8-B48B-A007-826F6BB1DE6D}"/>
                </a:ext>
              </a:extLst>
            </p:cNvPr>
            <p:cNvSpPr/>
            <p:nvPr/>
          </p:nvSpPr>
          <p:spPr>
            <a:xfrm>
              <a:off x="2995050" y="1867900"/>
              <a:ext cx="4388175" cy="409475"/>
            </a:xfrm>
            <a:custGeom>
              <a:avLst/>
              <a:gdLst/>
              <a:ahLst/>
              <a:cxnLst/>
              <a:rect l="l" t="t" r="r" b="b"/>
              <a:pathLst>
                <a:path w="175527" h="16379" extrusionOk="0">
                  <a:moveTo>
                    <a:pt x="175326" y="7472"/>
                  </a:moveTo>
                  <a:cubicBezTo>
                    <a:pt x="175226" y="7306"/>
                    <a:pt x="175093" y="7139"/>
                    <a:pt x="174959" y="7005"/>
                  </a:cubicBezTo>
                  <a:cubicBezTo>
                    <a:pt x="173758" y="5838"/>
                    <a:pt x="172357" y="5037"/>
                    <a:pt x="170956" y="4203"/>
                  </a:cubicBezTo>
                  <a:cubicBezTo>
                    <a:pt x="170122" y="3703"/>
                    <a:pt x="169222" y="3269"/>
                    <a:pt x="168321" y="2836"/>
                  </a:cubicBezTo>
                  <a:cubicBezTo>
                    <a:pt x="167587" y="2435"/>
                    <a:pt x="166820" y="2102"/>
                    <a:pt x="166053" y="1735"/>
                  </a:cubicBezTo>
                  <a:cubicBezTo>
                    <a:pt x="165352" y="1401"/>
                    <a:pt x="164585" y="1368"/>
                    <a:pt x="163851" y="1268"/>
                  </a:cubicBezTo>
                  <a:cubicBezTo>
                    <a:pt x="162650" y="1034"/>
                    <a:pt x="161450" y="634"/>
                    <a:pt x="160182" y="701"/>
                  </a:cubicBezTo>
                  <a:cubicBezTo>
                    <a:pt x="159948" y="701"/>
                    <a:pt x="159715" y="667"/>
                    <a:pt x="159515" y="601"/>
                  </a:cubicBezTo>
                  <a:cubicBezTo>
                    <a:pt x="158481" y="401"/>
                    <a:pt x="157447" y="200"/>
                    <a:pt x="156413" y="267"/>
                  </a:cubicBezTo>
                  <a:cubicBezTo>
                    <a:pt x="155946" y="267"/>
                    <a:pt x="155479" y="267"/>
                    <a:pt x="155012" y="267"/>
                  </a:cubicBezTo>
                  <a:cubicBezTo>
                    <a:pt x="154778" y="267"/>
                    <a:pt x="154578" y="200"/>
                    <a:pt x="154344" y="167"/>
                  </a:cubicBezTo>
                  <a:cubicBezTo>
                    <a:pt x="153978" y="134"/>
                    <a:pt x="153644" y="67"/>
                    <a:pt x="153310" y="67"/>
                  </a:cubicBezTo>
                  <a:cubicBezTo>
                    <a:pt x="150642" y="34"/>
                    <a:pt x="147973" y="34"/>
                    <a:pt x="145305" y="34"/>
                  </a:cubicBezTo>
                  <a:cubicBezTo>
                    <a:pt x="145071" y="34"/>
                    <a:pt x="144804" y="0"/>
                    <a:pt x="144604" y="67"/>
                  </a:cubicBezTo>
                  <a:cubicBezTo>
                    <a:pt x="144004" y="301"/>
                    <a:pt x="143403" y="267"/>
                    <a:pt x="142803" y="267"/>
                  </a:cubicBezTo>
                  <a:cubicBezTo>
                    <a:pt x="141802" y="267"/>
                    <a:pt x="140768" y="234"/>
                    <a:pt x="139767" y="267"/>
                  </a:cubicBezTo>
                  <a:cubicBezTo>
                    <a:pt x="139467" y="267"/>
                    <a:pt x="139200" y="301"/>
                    <a:pt x="138900" y="334"/>
                  </a:cubicBezTo>
                  <a:cubicBezTo>
                    <a:pt x="138600" y="367"/>
                    <a:pt x="138266" y="467"/>
                    <a:pt x="137966" y="434"/>
                  </a:cubicBezTo>
                  <a:cubicBezTo>
                    <a:pt x="136632" y="401"/>
                    <a:pt x="135298" y="334"/>
                    <a:pt x="133963" y="301"/>
                  </a:cubicBezTo>
                  <a:cubicBezTo>
                    <a:pt x="130661" y="234"/>
                    <a:pt x="127359" y="434"/>
                    <a:pt x="124056" y="67"/>
                  </a:cubicBezTo>
                  <a:cubicBezTo>
                    <a:pt x="119053" y="67"/>
                    <a:pt x="114082" y="67"/>
                    <a:pt x="109079" y="67"/>
                  </a:cubicBezTo>
                  <a:cubicBezTo>
                    <a:pt x="108812" y="67"/>
                    <a:pt x="108578" y="134"/>
                    <a:pt x="108312" y="200"/>
                  </a:cubicBezTo>
                  <a:cubicBezTo>
                    <a:pt x="108211" y="200"/>
                    <a:pt x="108078" y="234"/>
                    <a:pt x="107978" y="267"/>
                  </a:cubicBezTo>
                  <a:lnTo>
                    <a:pt x="107144" y="267"/>
                  </a:lnTo>
                  <a:cubicBezTo>
                    <a:pt x="106310" y="267"/>
                    <a:pt x="105476" y="301"/>
                    <a:pt x="104642" y="334"/>
                  </a:cubicBezTo>
                  <a:cubicBezTo>
                    <a:pt x="104442" y="334"/>
                    <a:pt x="104242" y="367"/>
                    <a:pt x="104008" y="367"/>
                  </a:cubicBezTo>
                  <a:cubicBezTo>
                    <a:pt x="103842" y="367"/>
                    <a:pt x="103642" y="367"/>
                    <a:pt x="103475" y="367"/>
                  </a:cubicBezTo>
                  <a:cubicBezTo>
                    <a:pt x="103308" y="367"/>
                    <a:pt x="103141" y="401"/>
                    <a:pt x="102941" y="434"/>
                  </a:cubicBezTo>
                  <a:cubicBezTo>
                    <a:pt x="102607" y="434"/>
                    <a:pt x="102274" y="434"/>
                    <a:pt x="101907" y="434"/>
                  </a:cubicBezTo>
                  <a:cubicBezTo>
                    <a:pt x="98071" y="401"/>
                    <a:pt x="94201" y="334"/>
                    <a:pt x="90365" y="301"/>
                  </a:cubicBezTo>
                  <a:cubicBezTo>
                    <a:pt x="80792" y="234"/>
                    <a:pt x="71218" y="434"/>
                    <a:pt x="61678" y="67"/>
                  </a:cubicBezTo>
                  <a:cubicBezTo>
                    <a:pt x="47268" y="67"/>
                    <a:pt x="32824" y="67"/>
                    <a:pt x="18381" y="67"/>
                  </a:cubicBezTo>
                  <a:cubicBezTo>
                    <a:pt x="17647" y="67"/>
                    <a:pt x="16913" y="134"/>
                    <a:pt x="16179" y="200"/>
                  </a:cubicBezTo>
                  <a:cubicBezTo>
                    <a:pt x="15045" y="267"/>
                    <a:pt x="13877" y="367"/>
                    <a:pt x="12743" y="401"/>
                  </a:cubicBezTo>
                  <a:cubicBezTo>
                    <a:pt x="9207" y="401"/>
                    <a:pt x="5705" y="367"/>
                    <a:pt x="2169" y="367"/>
                  </a:cubicBezTo>
                  <a:cubicBezTo>
                    <a:pt x="1602" y="367"/>
                    <a:pt x="1035" y="401"/>
                    <a:pt x="234" y="434"/>
                  </a:cubicBezTo>
                  <a:cubicBezTo>
                    <a:pt x="234" y="1835"/>
                    <a:pt x="234" y="3136"/>
                    <a:pt x="234" y="4437"/>
                  </a:cubicBezTo>
                  <a:cubicBezTo>
                    <a:pt x="234" y="4570"/>
                    <a:pt x="368" y="4670"/>
                    <a:pt x="401" y="4804"/>
                  </a:cubicBezTo>
                  <a:cubicBezTo>
                    <a:pt x="568" y="5438"/>
                    <a:pt x="801" y="6105"/>
                    <a:pt x="868" y="6738"/>
                  </a:cubicBezTo>
                  <a:cubicBezTo>
                    <a:pt x="968" y="7739"/>
                    <a:pt x="935" y="8773"/>
                    <a:pt x="935" y="9774"/>
                  </a:cubicBezTo>
                  <a:cubicBezTo>
                    <a:pt x="935" y="10308"/>
                    <a:pt x="902" y="10841"/>
                    <a:pt x="1469" y="11342"/>
                  </a:cubicBezTo>
                  <a:cubicBezTo>
                    <a:pt x="1702" y="11542"/>
                    <a:pt x="902" y="12109"/>
                    <a:pt x="768" y="12276"/>
                  </a:cubicBezTo>
                  <a:cubicBezTo>
                    <a:pt x="1" y="13410"/>
                    <a:pt x="701" y="14477"/>
                    <a:pt x="2970" y="15245"/>
                  </a:cubicBezTo>
                  <a:cubicBezTo>
                    <a:pt x="3370" y="15378"/>
                    <a:pt x="5305" y="15044"/>
                    <a:pt x="5838" y="15078"/>
                  </a:cubicBezTo>
                  <a:cubicBezTo>
                    <a:pt x="7773" y="15211"/>
                    <a:pt x="9775" y="15278"/>
                    <a:pt x="11743" y="15411"/>
                  </a:cubicBezTo>
                  <a:cubicBezTo>
                    <a:pt x="13310" y="15478"/>
                    <a:pt x="14845" y="15612"/>
                    <a:pt x="16413" y="15712"/>
                  </a:cubicBezTo>
                  <a:cubicBezTo>
                    <a:pt x="17580" y="15778"/>
                    <a:pt x="18714" y="15878"/>
                    <a:pt x="19882" y="15878"/>
                  </a:cubicBezTo>
                  <a:cubicBezTo>
                    <a:pt x="27921" y="15945"/>
                    <a:pt x="35960" y="15978"/>
                    <a:pt x="44032" y="16012"/>
                  </a:cubicBezTo>
                  <a:cubicBezTo>
                    <a:pt x="45967" y="16012"/>
                    <a:pt x="47868" y="16012"/>
                    <a:pt x="49803" y="16012"/>
                  </a:cubicBezTo>
                  <a:cubicBezTo>
                    <a:pt x="51071" y="16045"/>
                    <a:pt x="52272" y="16145"/>
                    <a:pt x="53539" y="16179"/>
                  </a:cubicBezTo>
                  <a:cubicBezTo>
                    <a:pt x="55440" y="16212"/>
                    <a:pt x="57542" y="16379"/>
                    <a:pt x="59243" y="16179"/>
                  </a:cubicBezTo>
                  <a:cubicBezTo>
                    <a:pt x="61211" y="15978"/>
                    <a:pt x="63046" y="15978"/>
                    <a:pt x="64881" y="16079"/>
                  </a:cubicBezTo>
                  <a:cubicBezTo>
                    <a:pt x="68316" y="16279"/>
                    <a:pt x="71752" y="16012"/>
                    <a:pt x="75155" y="16079"/>
                  </a:cubicBezTo>
                  <a:cubicBezTo>
                    <a:pt x="75421" y="16079"/>
                    <a:pt x="75655" y="16079"/>
                    <a:pt x="75922" y="16045"/>
                  </a:cubicBezTo>
                  <a:cubicBezTo>
                    <a:pt x="78991" y="15778"/>
                    <a:pt x="82093" y="15578"/>
                    <a:pt x="85295" y="15545"/>
                  </a:cubicBezTo>
                  <a:cubicBezTo>
                    <a:pt x="85962" y="15545"/>
                    <a:pt x="86596" y="15445"/>
                    <a:pt x="87263" y="15445"/>
                  </a:cubicBezTo>
                  <a:cubicBezTo>
                    <a:pt x="88331" y="15411"/>
                    <a:pt x="89431" y="15411"/>
                    <a:pt x="90499" y="15411"/>
                  </a:cubicBezTo>
                  <a:cubicBezTo>
                    <a:pt x="91733" y="15445"/>
                    <a:pt x="93001" y="15545"/>
                    <a:pt x="94235" y="15545"/>
                  </a:cubicBezTo>
                  <a:lnTo>
                    <a:pt x="107578" y="15545"/>
                  </a:lnTo>
                  <a:cubicBezTo>
                    <a:pt x="107845" y="15612"/>
                    <a:pt x="108111" y="15645"/>
                    <a:pt x="108378" y="15712"/>
                  </a:cubicBezTo>
                  <a:cubicBezTo>
                    <a:pt x="108779" y="15778"/>
                    <a:pt x="109179" y="15878"/>
                    <a:pt x="109579" y="15878"/>
                  </a:cubicBezTo>
                  <a:cubicBezTo>
                    <a:pt x="112381" y="15945"/>
                    <a:pt x="115150" y="15978"/>
                    <a:pt x="117918" y="16012"/>
                  </a:cubicBezTo>
                  <a:cubicBezTo>
                    <a:pt x="118586" y="16012"/>
                    <a:pt x="119253" y="15978"/>
                    <a:pt x="119920" y="16012"/>
                  </a:cubicBezTo>
                  <a:cubicBezTo>
                    <a:pt x="120354" y="16045"/>
                    <a:pt x="120787" y="16145"/>
                    <a:pt x="121221" y="16179"/>
                  </a:cubicBezTo>
                  <a:cubicBezTo>
                    <a:pt x="121888" y="16212"/>
                    <a:pt x="122588" y="16379"/>
                    <a:pt x="123189" y="16179"/>
                  </a:cubicBezTo>
                  <a:cubicBezTo>
                    <a:pt x="123889" y="15945"/>
                    <a:pt x="124490" y="15978"/>
                    <a:pt x="125157" y="16079"/>
                  </a:cubicBezTo>
                  <a:cubicBezTo>
                    <a:pt x="126324" y="16279"/>
                    <a:pt x="127525" y="16012"/>
                    <a:pt x="128693" y="16079"/>
                  </a:cubicBezTo>
                  <a:cubicBezTo>
                    <a:pt x="128793" y="16079"/>
                    <a:pt x="128860" y="16045"/>
                    <a:pt x="128960" y="16045"/>
                  </a:cubicBezTo>
                  <a:cubicBezTo>
                    <a:pt x="130027" y="15778"/>
                    <a:pt x="131095" y="15578"/>
                    <a:pt x="132195" y="15545"/>
                  </a:cubicBezTo>
                  <a:cubicBezTo>
                    <a:pt x="132429" y="15545"/>
                    <a:pt x="132662" y="15445"/>
                    <a:pt x="132896" y="15445"/>
                  </a:cubicBezTo>
                  <a:cubicBezTo>
                    <a:pt x="133263" y="15411"/>
                    <a:pt x="133630" y="15411"/>
                    <a:pt x="133997" y="15411"/>
                  </a:cubicBezTo>
                  <a:cubicBezTo>
                    <a:pt x="134430" y="15445"/>
                    <a:pt x="134864" y="15545"/>
                    <a:pt x="135298" y="15545"/>
                  </a:cubicBezTo>
                  <a:cubicBezTo>
                    <a:pt x="142970" y="15545"/>
                    <a:pt x="150675" y="15545"/>
                    <a:pt x="158347" y="15545"/>
                  </a:cubicBezTo>
                  <a:cubicBezTo>
                    <a:pt x="160215" y="15545"/>
                    <a:pt x="162050" y="15411"/>
                    <a:pt x="163918" y="15645"/>
                  </a:cubicBezTo>
                  <a:cubicBezTo>
                    <a:pt x="163951" y="15678"/>
                    <a:pt x="164018" y="15678"/>
                    <a:pt x="164085" y="15645"/>
                  </a:cubicBezTo>
                  <a:cubicBezTo>
                    <a:pt x="165552" y="15178"/>
                    <a:pt x="167054" y="14711"/>
                    <a:pt x="168288" y="13643"/>
                  </a:cubicBezTo>
                  <a:cubicBezTo>
                    <a:pt x="168688" y="13310"/>
                    <a:pt x="169122" y="13043"/>
                    <a:pt x="169555" y="12743"/>
                  </a:cubicBezTo>
                  <a:cubicBezTo>
                    <a:pt x="170222" y="12276"/>
                    <a:pt x="170890" y="11875"/>
                    <a:pt x="171523" y="11408"/>
                  </a:cubicBezTo>
                  <a:cubicBezTo>
                    <a:pt x="171924" y="11108"/>
                    <a:pt x="172257" y="10741"/>
                    <a:pt x="172691" y="10508"/>
                  </a:cubicBezTo>
                  <a:cubicBezTo>
                    <a:pt x="173658" y="9941"/>
                    <a:pt x="174392" y="9107"/>
                    <a:pt x="175193" y="8340"/>
                  </a:cubicBezTo>
                  <a:cubicBezTo>
                    <a:pt x="175493" y="8073"/>
                    <a:pt x="175526" y="7806"/>
                    <a:pt x="175326" y="7472"/>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 name="Google Shape;722;p40">
              <a:extLst>
                <a:ext uri="{FF2B5EF4-FFF2-40B4-BE49-F238E27FC236}">
                  <a16:creationId xmlns:a16="http://schemas.microsoft.com/office/drawing/2014/main" id="{B9582101-25A1-BFCA-4E12-C1BDA300222A}"/>
                </a:ext>
              </a:extLst>
            </p:cNvPr>
            <p:cNvSpPr/>
            <p:nvPr/>
          </p:nvSpPr>
          <p:spPr>
            <a:xfrm>
              <a:off x="2959200" y="1840375"/>
              <a:ext cx="4458200" cy="462025"/>
            </a:xfrm>
            <a:custGeom>
              <a:avLst/>
              <a:gdLst/>
              <a:ahLst/>
              <a:cxnLst/>
              <a:rect l="l" t="t" r="r" b="b"/>
              <a:pathLst>
                <a:path w="178328" h="18481" extrusionOk="0">
                  <a:moveTo>
                    <a:pt x="178228" y="8740"/>
                  </a:moveTo>
                  <a:cubicBezTo>
                    <a:pt x="177928" y="8240"/>
                    <a:pt x="177627" y="7706"/>
                    <a:pt x="177227" y="7306"/>
                  </a:cubicBezTo>
                  <a:cubicBezTo>
                    <a:pt x="175793" y="6005"/>
                    <a:pt x="174158" y="5004"/>
                    <a:pt x="172457" y="4137"/>
                  </a:cubicBezTo>
                  <a:cubicBezTo>
                    <a:pt x="171623" y="3703"/>
                    <a:pt x="170789" y="3270"/>
                    <a:pt x="169989" y="2836"/>
                  </a:cubicBezTo>
                  <a:cubicBezTo>
                    <a:pt x="168854" y="2269"/>
                    <a:pt x="167754" y="1668"/>
                    <a:pt x="166620" y="1168"/>
                  </a:cubicBezTo>
                  <a:cubicBezTo>
                    <a:pt x="165585" y="734"/>
                    <a:pt x="164551" y="334"/>
                    <a:pt x="163384" y="434"/>
                  </a:cubicBezTo>
                  <a:cubicBezTo>
                    <a:pt x="162383" y="534"/>
                    <a:pt x="161316" y="568"/>
                    <a:pt x="160348" y="434"/>
                  </a:cubicBezTo>
                  <a:cubicBezTo>
                    <a:pt x="159114" y="201"/>
                    <a:pt x="157913" y="301"/>
                    <a:pt x="156712" y="234"/>
                  </a:cubicBezTo>
                  <a:cubicBezTo>
                    <a:pt x="156512" y="234"/>
                    <a:pt x="156312" y="234"/>
                    <a:pt x="156112" y="201"/>
                  </a:cubicBezTo>
                  <a:cubicBezTo>
                    <a:pt x="155612" y="134"/>
                    <a:pt x="155145" y="34"/>
                    <a:pt x="154644" y="34"/>
                  </a:cubicBezTo>
                  <a:cubicBezTo>
                    <a:pt x="151976" y="34"/>
                    <a:pt x="149307" y="34"/>
                    <a:pt x="146639" y="34"/>
                  </a:cubicBezTo>
                  <a:cubicBezTo>
                    <a:pt x="146372" y="34"/>
                    <a:pt x="146105" y="1"/>
                    <a:pt x="145871" y="67"/>
                  </a:cubicBezTo>
                  <a:cubicBezTo>
                    <a:pt x="145171" y="301"/>
                    <a:pt x="144437" y="234"/>
                    <a:pt x="143703" y="234"/>
                  </a:cubicBezTo>
                  <a:cubicBezTo>
                    <a:pt x="142903" y="267"/>
                    <a:pt x="142069" y="234"/>
                    <a:pt x="141268" y="267"/>
                  </a:cubicBezTo>
                  <a:cubicBezTo>
                    <a:pt x="140801" y="267"/>
                    <a:pt x="140367" y="401"/>
                    <a:pt x="139900" y="434"/>
                  </a:cubicBezTo>
                  <a:cubicBezTo>
                    <a:pt x="139167" y="468"/>
                    <a:pt x="138399" y="468"/>
                    <a:pt x="137666" y="434"/>
                  </a:cubicBezTo>
                  <a:cubicBezTo>
                    <a:pt x="137065" y="401"/>
                    <a:pt x="136465" y="234"/>
                    <a:pt x="135831" y="234"/>
                  </a:cubicBezTo>
                  <a:cubicBezTo>
                    <a:pt x="134397" y="201"/>
                    <a:pt x="132929" y="234"/>
                    <a:pt x="131494" y="234"/>
                  </a:cubicBezTo>
                  <a:cubicBezTo>
                    <a:pt x="129626" y="234"/>
                    <a:pt x="127792" y="301"/>
                    <a:pt x="125924" y="34"/>
                  </a:cubicBezTo>
                  <a:cubicBezTo>
                    <a:pt x="125657" y="1"/>
                    <a:pt x="125357" y="1"/>
                    <a:pt x="125057" y="1"/>
                  </a:cubicBezTo>
                  <a:cubicBezTo>
                    <a:pt x="119920" y="34"/>
                    <a:pt x="114749" y="34"/>
                    <a:pt x="109579" y="34"/>
                  </a:cubicBezTo>
                  <a:cubicBezTo>
                    <a:pt x="108078" y="34"/>
                    <a:pt x="106543" y="101"/>
                    <a:pt x="105042" y="67"/>
                  </a:cubicBezTo>
                  <a:cubicBezTo>
                    <a:pt x="104575" y="34"/>
                    <a:pt x="104142" y="201"/>
                    <a:pt x="103808" y="434"/>
                  </a:cubicBezTo>
                  <a:cubicBezTo>
                    <a:pt x="102107" y="468"/>
                    <a:pt x="100406" y="468"/>
                    <a:pt x="98704" y="434"/>
                  </a:cubicBezTo>
                  <a:cubicBezTo>
                    <a:pt x="96970" y="401"/>
                    <a:pt x="95269" y="267"/>
                    <a:pt x="93534" y="234"/>
                  </a:cubicBezTo>
                  <a:cubicBezTo>
                    <a:pt x="89398" y="234"/>
                    <a:pt x="85261" y="234"/>
                    <a:pt x="81125" y="234"/>
                  </a:cubicBezTo>
                  <a:cubicBezTo>
                    <a:pt x="75855" y="234"/>
                    <a:pt x="70551" y="301"/>
                    <a:pt x="65280" y="34"/>
                  </a:cubicBezTo>
                  <a:cubicBezTo>
                    <a:pt x="64447" y="1"/>
                    <a:pt x="63613" y="1"/>
                    <a:pt x="62779" y="1"/>
                  </a:cubicBezTo>
                  <a:cubicBezTo>
                    <a:pt x="48068" y="34"/>
                    <a:pt x="33324" y="34"/>
                    <a:pt x="18614" y="34"/>
                  </a:cubicBezTo>
                  <a:cubicBezTo>
                    <a:pt x="14311" y="34"/>
                    <a:pt x="9974" y="101"/>
                    <a:pt x="5705" y="67"/>
                  </a:cubicBezTo>
                  <a:cubicBezTo>
                    <a:pt x="2602" y="34"/>
                    <a:pt x="1" y="801"/>
                    <a:pt x="334" y="1935"/>
                  </a:cubicBezTo>
                  <a:cubicBezTo>
                    <a:pt x="568" y="2803"/>
                    <a:pt x="367" y="3670"/>
                    <a:pt x="367" y="4537"/>
                  </a:cubicBezTo>
                  <a:cubicBezTo>
                    <a:pt x="367" y="5004"/>
                    <a:pt x="234" y="5504"/>
                    <a:pt x="534" y="5938"/>
                  </a:cubicBezTo>
                  <a:cubicBezTo>
                    <a:pt x="1035" y="6739"/>
                    <a:pt x="968" y="7539"/>
                    <a:pt x="968" y="8340"/>
                  </a:cubicBezTo>
                  <a:cubicBezTo>
                    <a:pt x="968" y="9341"/>
                    <a:pt x="935" y="10375"/>
                    <a:pt x="901" y="11375"/>
                  </a:cubicBezTo>
                  <a:cubicBezTo>
                    <a:pt x="901" y="11609"/>
                    <a:pt x="801" y="11876"/>
                    <a:pt x="1001" y="12076"/>
                  </a:cubicBezTo>
                  <a:cubicBezTo>
                    <a:pt x="1902" y="13210"/>
                    <a:pt x="834" y="14378"/>
                    <a:pt x="1268" y="15512"/>
                  </a:cubicBezTo>
                  <a:cubicBezTo>
                    <a:pt x="1535" y="16179"/>
                    <a:pt x="2502" y="17046"/>
                    <a:pt x="4003" y="17380"/>
                  </a:cubicBezTo>
                  <a:cubicBezTo>
                    <a:pt x="6372" y="17947"/>
                    <a:pt x="9607" y="17680"/>
                    <a:pt x="12276" y="17747"/>
                  </a:cubicBezTo>
                  <a:cubicBezTo>
                    <a:pt x="15011" y="17813"/>
                    <a:pt x="17747" y="17780"/>
                    <a:pt x="20482" y="17813"/>
                  </a:cubicBezTo>
                  <a:cubicBezTo>
                    <a:pt x="22450" y="17847"/>
                    <a:pt x="24418" y="17947"/>
                    <a:pt x="26386" y="17980"/>
                  </a:cubicBezTo>
                  <a:cubicBezTo>
                    <a:pt x="30255" y="18047"/>
                    <a:pt x="34158" y="17813"/>
                    <a:pt x="37994" y="18214"/>
                  </a:cubicBezTo>
                  <a:cubicBezTo>
                    <a:pt x="38595" y="18280"/>
                    <a:pt x="39295" y="18247"/>
                    <a:pt x="39962" y="18247"/>
                  </a:cubicBezTo>
                  <a:cubicBezTo>
                    <a:pt x="44032" y="18247"/>
                    <a:pt x="48068" y="18247"/>
                    <a:pt x="52138" y="18247"/>
                  </a:cubicBezTo>
                  <a:cubicBezTo>
                    <a:pt x="52938" y="18247"/>
                    <a:pt x="53772" y="18280"/>
                    <a:pt x="54606" y="18314"/>
                  </a:cubicBezTo>
                  <a:cubicBezTo>
                    <a:pt x="55640" y="18380"/>
                    <a:pt x="56708" y="18447"/>
                    <a:pt x="57775" y="18447"/>
                  </a:cubicBezTo>
                  <a:cubicBezTo>
                    <a:pt x="60744" y="18480"/>
                    <a:pt x="63713" y="18480"/>
                    <a:pt x="66715" y="18447"/>
                  </a:cubicBezTo>
                  <a:cubicBezTo>
                    <a:pt x="69684" y="18447"/>
                    <a:pt x="72686" y="18447"/>
                    <a:pt x="75621" y="18280"/>
                  </a:cubicBezTo>
                  <a:cubicBezTo>
                    <a:pt x="79791" y="18013"/>
                    <a:pt x="83927" y="17880"/>
                    <a:pt x="88163" y="17880"/>
                  </a:cubicBezTo>
                  <a:cubicBezTo>
                    <a:pt x="95869" y="17913"/>
                    <a:pt x="103574" y="17913"/>
                    <a:pt x="111280" y="17913"/>
                  </a:cubicBezTo>
                  <a:cubicBezTo>
                    <a:pt x="111614" y="17947"/>
                    <a:pt x="111947" y="17980"/>
                    <a:pt x="112314" y="17980"/>
                  </a:cubicBezTo>
                  <a:cubicBezTo>
                    <a:pt x="113648" y="18047"/>
                    <a:pt x="115049" y="17847"/>
                    <a:pt x="116384" y="18214"/>
                  </a:cubicBezTo>
                  <a:cubicBezTo>
                    <a:pt x="116584" y="18280"/>
                    <a:pt x="116851" y="18247"/>
                    <a:pt x="117051" y="18247"/>
                  </a:cubicBezTo>
                  <a:cubicBezTo>
                    <a:pt x="118485" y="18247"/>
                    <a:pt x="119920" y="18247"/>
                    <a:pt x="121321" y="18247"/>
                  </a:cubicBezTo>
                  <a:cubicBezTo>
                    <a:pt x="121621" y="18247"/>
                    <a:pt x="121888" y="18280"/>
                    <a:pt x="122188" y="18314"/>
                  </a:cubicBezTo>
                  <a:cubicBezTo>
                    <a:pt x="122555" y="18380"/>
                    <a:pt x="122922" y="18447"/>
                    <a:pt x="123289" y="18480"/>
                  </a:cubicBezTo>
                  <a:cubicBezTo>
                    <a:pt x="124356" y="18480"/>
                    <a:pt x="125390" y="18480"/>
                    <a:pt x="126424" y="18480"/>
                  </a:cubicBezTo>
                  <a:cubicBezTo>
                    <a:pt x="127492" y="18447"/>
                    <a:pt x="128526" y="18480"/>
                    <a:pt x="129560" y="18280"/>
                  </a:cubicBezTo>
                  <a:cubicBezTo>
                    <a:pt x="131027" y="18013"/>
                    <a:pt x="132462" y="17880"/>
                    <a:pt x="133963" y="17913"/>
                  </a:cubicBezTo>
                  <a:cubicBezTo>
                    <a:pt x="138700" y="17913"/>
                    <a:pt x="143470" y="17913"/>
                    <a:pt x="148240" y="17913"/>
                  </a:cubicBezTo>
                  <a:lnTo>
                    <a:pt x="148240" y="17913"/>
                  </a:lnTo>
                  <a:cubicBezTo>
                    <a:pt x="153343" y="17913"/>
                    <a:pt x="158480" y="17913"/>
                    <a:pt x="163617" y="17913"/>
                  </a:cubicBezTo>
                  <a:cubicBezTo>
                    <a:pt x="164651" y="17947"/>
                    <a:pt x="165652" y="17913"/>
                    <a:pt x="166620" y="17546"/>
                  </a:cubicBezTo>
                  <a:cubicBezTo>
                    <a:pt x="167854" y="17079"/>
                    <a:pt x="169121" y="16679"/>
                    <a:pt x="170222" y="15845"/>
                  </a:cubicBezTo>
                  <a:cubicBezTo>
                    <a:pt x="170789" y="15412"/>
                    <a:pt x="171423" y="15045"/>
                    <a:pt x="172023" y="14644"/>
                  </a:cubicBezTo>
                  <a:cubicBezTo>
                    <a:pt x="172290" y="14444"/>
                    <a:pt x="172557" y="14277"/>
                    <a:pt x="172824" y="14111"/>
                  </a:cubicBezTo>
                  <a:cubicBezTo>
                    <a:pt x="173491" y="13610"/>
                    <a:pt x="174092" y="13043"/>
                    <a:pt x="174792" y="12676"/>
                  </a:cubicBezTo>
                  <a:cubicBezTo>
                    <a:pt x="175459" y="12309"/>
                    <a:pt x="175960" y="11809"/>
                    <a:pt x="176493" y="11309"/>
                  </a:cubicBezTo>
                  <a:cubicBezTo>
                    <a:pt x="176760" y="11042"/>
                    <a:pt x="177094" y="10808"/>
                    <a:pt x="177361" y="10541"/>
                  </a:cubicBezTo>
                  <a:cubicBezTo>
                    <a:pt x="177661" y="10174"/>
                    <a:pt x="177994" y="9774"/>
                    <a:pt x="178228" y="9341"/>
                  </a:cubicBezTo>
                  <a:cubicBezTo>
                    <a:pt x="178328" y="9207"/>
                    <a:pt x="178328" y="8907"/>
                    <a:pt x="178228" y="8740"/>
                  </a:cubicBezTo>
                  <a:close/>
                  <a:moveTo>
                    <a:pt x="176627" y="9441"/>
                  </a:moveTo>
                  <a:cubicBezTo>
                    <a:pt x="175826" y="10208"/>
                    <a:pt x="175126" y="11042"/>
                    <a:pt x="174125" y="11609"/>
                  </a:cubicBezTo>
                  <a:cubicBezTo>
                    <a:pt x="173691" y="11842"/>
                    <a:pt x="173358" y="12209"/>
                    <a:pt x="172957" y="12509"/>
                  </a:cubicBezTo>
                  <a:cubicBezTo>
                    <a:pt x="172324" y="12976"/>
                    <a:pt x="171656" y="13377"/>
                    <a:pt x="170989" y="13844"/>
                  </a:cubicBezTo>
                  <a:cubicBezTo>
                    <a:pt x="170556" y="14144"/>
                    <a:pt x="170122" y="14411"/>
                    <a:pt x="169722" y="14744"/>
                  </a:cubicBezTo>
                  <a:cubicBezTo>
                    <a:pt x="168488" y="15812"/>
                    <a:pt x="166986" y="16279"/>
                    <a:pt x="165519" y="16746"/>
                  </a:cubicBezTo>
                  <a:cubicBezTo>
                    <a:pt x="165452" y="16779"/>
                    <a:pt x="165385" y="16779"/>
                    <a:pt x="165352" y="16746"/>
                  </a:cubicBezTo>
                  <a:cubicBezTo>
                    <a:pt x="163484" y="16512"/>
                    <a:pt x="161649" y="16679"/>
                    <a:pt x="159781" y="16646"/>
                  </a:cubicBezTo>
                  <a:cubicBezTo>
                    <a:pt x="152109" y="16646"/>
                    <a:pt x="144404" y="16646"/>
                    <a:pt x="136732" y="16646"/>
                  </a:cubicBezTo>
                  <a:cubicBezTo>
                    <a:pt x="136298" y="16646"/>
                    <a:pt x="135864" y="16546"/>
                    <a:pt x="135431" y="16512"/>
                  </a:cubicBezTo>
                  <a:cubicBezTo>
                    <a:pt x="135064" y="16512"/>
                    <a:pt x="134697" y="16512"/>
                    <a:pt x="134330" y="16546"/>
                  </a:cubicBezTo>
                  <a:cubicBezTo>
                    <a:pt x="134096" y="16546"/>
                    <a:pt x="133863" y="16646"/>
                    <a:pt x="133629" y="16646"/>
                  </a:cubicBezTo>
                  <a:cubicBezTo>
                    <a:pt x="132529" y="16679"/>
                    <a:pt x="131461" y="16879"/>
                    <a:pt x="130394" y="17146"/>
                  </a:cubicBezTo>
                  <a:cubicBezTo>
                    <a:pt x="130327" y="17146"/>
                    <a:pt x="130227" y="17180"/>
                    <a:pt x="130127" y="17180"/>
                  </a:cubicBezTo>
                  <a:cubicBezTo>
                    <a:pt x="129393" y="17146"/>
                    <a:pt x="128659" y="17213"/>
                    <a:pt x="127892" y="17246"/>
                  </a:cubicBezTo>
                  <a:cubicBezTo>
                    <a:pt x="127191" y="17046"/>
                    <a:pt x="126524" y="16846"/>
                    <a:pt x="125824" y="16646"/>
                  </a:cubicBezTo>
                  <a:lnTo>
                    <a:pt x="109012" y="16646"/>
                  </a:lnTo>
                  <a:cubicBezTo>
                    <a:pt x="108745" y="16579"/>
                    <a:pt x="108478" y="16546"/>
                    <a:pt x="108211" y="16479"/>
                  </a:cubicBezTo>
                  <a:cubicBezTo>
                    <a:pt x="108178" y="16479"/>
                    <a:pt x="108111" y="16479"/>
                    <a:pt x="108078" y="16479"/>
                  </a:cubicBezTo>
                  <a:lnTo>
                    <a:pt x="104909" y="16479"/>
                  </a:lnTo>
                  <a:cubicBezTo>
                    <a:pt x="104642" y="16512"/>
                    <a:pt x="104375" y="16512"/>
                    <a:pt x="104108" y="16546"/>
                  </a:cubicBezTo>
                  <a:lnTo>
                    <a:pt x="104108" y="16546"/>
                  </a:lnTo>
                  <a:cubicBezTo>
                    <a:pt x="104142" y="16579"/>
                    <a:pt x="104175" y="16612"/>
                    <a:pt x="104175" y="16646"/>
                  </a:cubicBezTo>
                  <a:lnTo>
                    <a:pt x="96069" y="16646"/>
                  </a:lnTo>
                  <a:cubicBezTo>
                    <a:pt x="94868" y="16646"/>
                    <a:pt x="93634" y="16546"/>
                    <a:pt x="92400" y="16512"/>
                  </a:cubicBezTo>
                  <a:cubicBezTo>
                    <a:pt x="91332" y="16512"/>
                    <a:pt x="90265" y="16512"/>
                    <a:pt x="89198" y="16546"/>
                  </a:cubicBezTo>
                  <a:cubicBezTo>
                    <a:pt x="88564" y="16546"/>
                    <a:pt x="87930" y="16646"/>
                    <a:pt x="87263" y="16646"/>
                  </a:cubicBezTo>
                  <a:cubicBezTo>
                    <a:pt x="84127" y="16679"/>
                    <a:pt x="81058" y="16879"/>
                    <a:pt x="78023" y="17146"/>
                  </a:cubicBezTo>
                  <a:cubicBezTo>
                    <a:pt x="77789" y="17180"/>
                    <a:pt x="77523" y="17180"/>
                    <a:pt x="77289" y="17180"/>
                  </a:cubicBezTo>
                  <a:cubicBezTo>
                    <a:pt x="73920" y="17113"/>
                    <a:pt x="70551" y="17380"/>
                    <a:pt x="67148" y="17180"/>
                  </a:cubicBezTo>
                  <a:cubicBezTo>
                    <a:pt x="65314" y="17079"/>
                    <a:pt x="63513" y="17079"/>
                    <a:pt x="61578" y="17280"/>
                  </a:cubicBezTo>
                  <a:cubicBezTo>
                    <a:pt x="59910" y="17480"/>
                    <a:pt x="57842" y="17313"/>
                    <a:pt x="55940" y="17280"/>
                  </a:cubicBezTo>
                  <a:cubicBezTo>
                    <a:pt x="54706" y="17246"/>
                    <a:pt x="53505" y="17146"/>
                    <a:pt x="52271" y="17113"/>
                  </a:cubicBezTo>
                  <a:cubicBezTo>
                    <a:pt x="50370" y="17113"/>
                    <a:pt x="48468" y="17113"/>
                    <a:pt x="46567" y="17113"/>
                  </a:cubicBezTo>
                  <a:cubicBezTo>
                    <a:pt x="38628" y="17079"/>
                    <a:pt x="30689" y="17046"/>
                    <a:pt x="22750" y="16979"/>
                  </a:cubicBezTo>
                  <a:cubicBezTo>
                    <a:pt x="21616" y="16979"/>
                    <a:pt x="20482" y="16879"/>
                    <a:pt x="19348" y="16813"/>
                  </a:cubicBezTo>
                  <a:cubicBezTo>
                    <a:pt x="17813" y="16713"/>
                    <a:pt x="16279" y="16579"/>
                    <a:pt x="14744" y="16512"/>
                  </a:cubicBezTo>
                  <a:cubicBezTo>
                    <a:pt x="12776" y="16379"/>
                    <a:pt x="9140" y="16312"/>
                    <a:pt x="7206" y="16179"/>
                  </a:cubicBezTo>
                  <a:cubicBezTo>
                    <a:pt x="6705" y="16112"/>
                    <a:pt x="4704" y="16279"/>
                    <a:pt x="4304" y="16145"/>
                  </a:cubicBezTo>
                  <a:cubicBezTo>
                    <a:pt x="2069" y="15378"/>
                    <a:pt x="1869" y="14244"/>
                    <a:pt x="2636" y="13077"/>
                  </a:cubicBezTo>
                  <a:cubicBezTo>
                    <a:pt x="2736" y="12910"/>
                    <a:pt x="3270" y="12409"/>
                    <a:pt x="3069" y="12243"/>
                  </a:cubicBezTo>
                  <a:cubicBezTo>
                    <a:pt x="2502" y="11709"/>
                    <a:pt x="2402" y="11409"/>
                    <a:pt x="2402" y="10875"/>
                  </a:cubicBezTo>
                  <a:cubicBezTo>
                    <a:pt x="2369" y="9874"/>
                    <a:pt x="2402" y="8840"/>
                    <a:pt x="2302" y="7839"/>
                  </a:cubicBezTo>
                  <a:cubicBezTo>
                    <a:pt x="2269" y="7206"/>
                    <a:pt x="2002" y="6539"/>
                    <a:pt x="1835" y="5905"/>
                  </a:cubicBezTo>
                  <a:cubicBezTo>
                    <a:pt x="1802" y="5771"/>
                    <a:pt x="1702" y="5671"/>
                    <a:pt x="1702" y="5538"/>
                  </a:cubicBezTo>
                  <a:cubicBezTo>
                    <a:pt x="1668" y="4237"/>
                    <a:pt x="1668" y="2936"/>
                    <a:pt x="1668" y="1535"/>
                  </a:cubicBezTo>
                  <a:cubicBezTo>
                    <a:pt x="2469" y="1502"/>
                    <a:pt x="4737" y="1435"/>
                    <a:pt x="5304" y="1468"/>
                  </a:cubicBezTo>
                  <a:cubicBezTo>
                    <a:pt x="8773" y="1468"/>
                    <a:pt x="12243" y="1502"/>
                    <a:pt x="15712" y="1468"/>
                  </a:cubicBezTo>
                  <a:cubicBezTo>
                    <a:pt x="16846" y="1468"/>
                    <a:pt x="17980" y="1335"/>
                    <a:pt x="19114" y="1268"/>
                  </a:cubicBezTo>
                  <a:cubicBezTo>
                    <a:pt x="19815" y="1235"/>
                    <a:pt x="20549" y="1168"/>
                    <a:pt x="21282" y="1168"/>
                  </a:cubicBezTo>
                  <a:cubicBezTo>
                    <a:pt x="35526" y="1168"/>
                    <a:pt x="49736" y="1168"/>
                    <a:pt x="63980" y="1168"/>
                  </a:cubicBezTo>
                  <a:cubicBezTo>
                    <a:pt x="73386" y="1535"/>
                    <a:pt x="82826" y="1301"/>
                    <a:pt x="92266" y="1402"/>
                  </a:cubicBezTo>
                  <a:cubicBezTo>
                    <a:pt x="95902" y="1402"/>
                    <a:pt x="99538" y="1502"/>
                    <a:pt x="103174" y="1535"/>
                  </a:cubicBezTo>
                  <a:cubicBezTo>
                    <a:pt x="103174" y="1535"/>
                    <a:pt x="103174" y="1568"/>
                    <a:pt x="103174" y="1568"/>
                  </a:cubicBezTo>
                  <a:cubicBezTo>
                    <a:pt x="103508" y="1568"/>
                    <a:pt x="103875" y="1568"/>
                    <a:pt x="104242" y="1602"/>
                  </a:cubicBezTo>
                  <a:lnTo>
                    <a:pt x="104242" y="1535"/>
                  </a:lnTo>
                  <a:cubicBezTo>
                    <a:pt x="104242" y="1535"/>
                    <a:pt x="104275" y="1535"/>
                    <a:pt x="104275" y="1535"/>
                  </a:cubicBezTo>
                  <a:cubicBezTo>
                    <a:pt x="104742" y="1502"/>
                    <a:pt x="105209" y="1502"/>
                    <a:pt x="105676" y="1468"/>
                  </a:cubicBezTo>
                  <a:cubicBezTo>
                    <a:pt x="106643" y="1468"/>
                    <a:pt x="107611" y="1502"/>
                    <a:pt x="108545" y="1468"/>
                  </a:cubicBezTo>
                  <a:cubicBezTo>
                    <a:pt x="108845" y="1468"/>
                    <a:pt x="109112" y="1402"/>
                    <a:pt x="109412" y="1335"/>
                  </a:cubicBezTo>
                  <a:cubicBezTo>
                    <a:pt x="112081" y="1335"/>
                    <a:pt x="114783" y="1368"/>
                    <a:pt x="117484" y="1335"/>
                  </a:cubicBezTo>
                  <a:lnTo>
                    <a:pt x="118285" y="1335"/>
                  </a:lnTo>
                  <a:cubicBezTo>
                    <a:pt x="118352" y="1301"/>
                    <a:pt x="118485" y="1235"/>
                    <a:pt x="118552" y="1168"/>
                  </a:cubicBezTo>
                  <a:cubicBezTo>
                    <a:pt x="120854" y="1168"/>
                    <a:pt x="123189" y="1168"/>
                    <a:pt x="125490" y="1168"/>
                  </a:cubicBezTo>
                  <a:cubicBezTo>
                    <a:pt x="128759" y="1535"/>
                    <a:pt x="132095" y="1301"/>
                    <a:pt x="135397" y="1368"/>
                  </a:cubicBezTo>
                  <a:cubicBezTo>
                    <a:pt x="136732" y="1402"/>
                    <a:pt x="138066" y="1502"/>
                    <a:pt x="139367" y="1535"/>
                  </a:cubicBezTo>
                  <a:cubicBezTo>
                    <a:pt x="139700" y="1535"/>
                    <a:pt x="140001" y="1468"/>
                    <a:pt x="140334" y="1435"/>
                  </a:cubicBezTo>
                  <a:cubicBezTo>
                    <a:pt x="140601" y="1402"/>
                    <a:pt x="140901" y="1335"/>
                    <a:pt x="141201" y="1335"/>
                  </a:cubicBezTo>
                  <a:cubicBezTo>
                    <a:pt x="142202" y="1335"/>
                    <a:pt x="143203" y="1335"/>
                    <a:pt x="144237" y="1335"/>
                  </a:cubicBezTo>
                  <a:cubicBezTo>
                    <a:pt x="144837" y="1335"/>
                    <a:pt x="145438" y="1402"/>
                    <a:pt x="146038" y="1168"/>
                  </a:cubicBezTo>
                  <a:cubicBezTo>
                    <a:pt x="146238" y="1101"/>
                    <a:pt x="146505" y="1135"/>
                    <a:pt x="146739" y="1135"/>
                  </a:cubicBezTo>
                  <a:cubicBezTo>
                    <a:pt x="149407" y="1135"/>
                    <a:pt x="152076" y="1135"/>
                    <a:pt x="154744" y="1135"/>
                  </a:cubicBezTo>
                  <a:cubicBezTo>
                    <a:pt x="155078" y="1135"/>
                    <a:pt x="155412" y="1235"/>
                    <a:pt x="155745" y="1268"/>
                  </a:cubicBezTo>
                  <a:cubicBezTo>
                    <a:pt x="155979" y="1301"/>
                    <a:pt x="156212" y="1335"/>
                    <a:pt x="156446" y="1335"/>
                  </a:cubicBezTo>
                  <a:cubicBezTo>
                    <a:pt x="156913" y="1368"/>
                    <a:pt x="157380" y="1368"/>
                    <a:pt x="157847" y="1335"/>
                  </a:cubicBezTo>
                  <a:cubicBezTo>
                    <a:pt x="158881" y="1301"/>
                    <a:pt x="159915" y="1502"/>
                    <a:pt x="160915" y="1702"/>
                  </a:cubicBezTo>
                  <a:cubicBezTo>
                    <a:pt x="161149" y="1768"/>
                    <a:pt x="161382" y="1802"/>
                    <a:pt x="161616" y="1802"/>
                  </a:cubicBezTo>
                  <a:cubicBezTo>
                    <a:pt x="162884" y="1735"/>
                    <a:pt x="164051" y="2135"/>
                    <a:pt x="165285" y="2336"/>
                  </a:cubicBezTo>
                  <a:cubicBezTo>
                    <a:pt x="166019" y="2469"/>
                    <a:pt x="166786" y="2502"/>
                    <a:pt x="167453" y="2836"/>
                  </a:cubicBezTo>
                  <a:cubicBezTo>
                    <a:pt x="168221" y="3169"/>
                    <a:pt x="168988" y="3536"/>
                    <a:pt x="169755" y="3903"/>
                  </a:cubicBezTo>
                  <a:cubicBezTo>
                    <a:pt x="170656" y="4370"/>
                    <a:pt x="171523" y="4771"/>
                    <a:pt x="172390" y="5304"/>
                  </a:cubicBezTo>
                  <a:cubicBezTo>
                    <a:pt x="173791" y="6138"/>
                    <a:pt x="175192" y="6939"/>
                    <a:pt x="176360" y="8073"/>
                  </a:cubicBezTo>
                  <a:cubicBezTo>
                    <a:pt x="176527" y="8240"/>
                    <a:pt x="176660" y="8373"/>
                    <a:pt x="176760" y="8573"/>
                  </a:cubicBezTo>
                  <a:cubicBezTo>
                    <a:pt x="176960" y="8907"/>
                    <a:pt x="176927" y="9174"/>
                    <a:pt x="176627" y="944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 name="Google Shape;723;p40">
            <a:extLst>
              <a:ext uri="{FF2B5EF4-FFF2-40B4-BE49-F238E27FC236}">
                <a16:creationId xmlns:a16="http://schemas.microsoft.com/office/drawing/2014/main" id="{7DEA65AF-EC74-1814-DDE6-2E3E40F131C4}"/>
              </a:ext>
            </a:extLst>
          </p:cNvPr>
          <p:cNvGrpSpPr/>
          <p:nvPr/>
        </p:nvGrpSpPr>
        <p:grpSpPr>
          <a:xfrm flipH="1">
            <a:off x="7429000" y="5077462"/>
            <a:ext cx="4458200" cy="462025"/>
            <a:chOff x="2959200" y="1840375"/>
            <a:chExt cx="4458200" cy="462025"/>
          </a:xfrm>
        </p:grpSpPr>
        <p:sp>
          <p:nvSpPr>
            <p:cNvPr id="145" name="Google Shape;724;p40">
              <a:extLst>
                <a:ext uri="{FF2B5EF4-FFF2-40B4-BE49-F238E27FC236}">
                  <a16:creationId xmlns:a16="http://schemas.microsoft.com/office/drawing/2014/main" id="{E408FCCE-0104-560D-4A0C-D5FC6D20AC0E}"/>
                </a:ext>
              </a:extLst>
            </p:cNvPr>
            <p:cNvSpPr/>
            <p:nvPr/>
          </p:nvSpPr>
          <p:spPr>
            <a:xfrm>
              <a:off x="2995050" y="1867900"/>
              <a:ext cx="4388175" cy="409475"/>
            </a:xfrm>
            <a:custGeom>
              <a:avLst/>
              <a:gdLst/>
              <a:ahLst/>
              <a:cxnLst/>
              <a:rect l="l" t="t" r="r" b="b"/>
              <a:pathLst>
                <a:path w="175527" h="16379" extrusionOk="0">
                  <a:moveTo>
                    <a:pt x="175326" y="7472"/>
                  </a:moveTo>
                  <a:cubicBezTo>
                    <a:pt x="175226" y="7306"/>
                    <a:pt x="175093" y="7139"/>
                    <a:pt x="174959" y="7005"/>
                  </a:cubicBezTo>
                  <a:cubicBezTo>
                    <a:pt x="173758" y="5838"/>
                    <a:pt x="172357" y="5037"/>
                    <a:pt x="170956" y="4203"/>
                  </a:cubicBezTo>
                  <a:cubicBezTo>
                    <a:pt x="170122" y="3703"/>
                    <a:pt x="169222" y="3269"/>
                    <a:pt x="168321" y="2836"/>
                  </a:cubicBezTo>
                  <a:cubicBezTo>
                    <a:pt x="167587" y="2435"/>
                    <a:pt x="166820" y="2102"/>
                    <a:pt x="166053" y="1735"/>
                  </a:cubicBezTo>
                  <a:cubicBezTo>
                    <a:pt x="165352" y="1401"/>
                    <a:pt x="164585" y="1368"/>
                    <a:pt x="163851" y="1268"/>
                  </a:cubicBezTo>
                  <a:cubicBezTo>
                    <a:pt x="162650" y="1034"/>
                    <a:pt x="161450" y="634"/>
                    <a:pt x="160182" y="701"/>
                  </a:cubicBezTo>
                  <a:cubicBezTo>
                    <a:pt x="159948" y="701"/>
                    <a:pt x="159715" y="667"/>
                    <a:pt x="159515" y="601"/>
                  </a:cubicBezTo>
                  <a:cubicBezTo>
                    <a:pt x="158481" y="401"/>
                    <a:pt x="157447" y="200"/>
                    <a:pt x="156413" y="267"/>
                  </a:cubicBezTo>
                  <a:cubicBezTo>
                    <a:pt x="155946" y="267"/>
                    <a:pt x="155479" y="267"/>
                    <a:pt x="155012" y="267"/>
                  </a:cubicBezTo>
                  <a:cubicBezTo>
                    <a:pt x="154778" y="267"/>
                    <a:pt x="154578" y="200"/>
                    <a:pt x="154344" y="167"/>
                  </a:cubicBezTo>
                  <a:cubicBezTo>
                    <a:pt x="153978" y="134"/>
                    <a:pt x="153644" y="67"/>
                    <a:pt x="153310" y="67"/>
                  </a:cubicBezTo>
                  <a:cubicBezTo>
                    <a:pt x="150642" y="34"/>
                    <a:pt x="147973" y="34"/>
                    <a:pt x="145305" y="34"/>
                  </a:cubicBezTo>
                  <a:cubicBezTo>
                    <a:pt x="145071" y="34"/>
                    <a:pt x="144804" y="0"/>
                    <a:pt x="144604" y="67"/>
                  </a:cubicBezTo>
                  <a:cubicBezTo>
                    <a:pt x="144004" y="301"/>
                    <a:pt x="143403" y="267"/>
                    <a:pt x="142803" y="267"/>
                  </a:cubicBezTo>
                  <a:cubicBezTo>
                    <a:pt x="141802" y="267"/>
                    <a:pt x="140768" y="234"/>
                    <a:pt x="139767" y="267"/>
                  </a:cubicBezTo>
                  <a:cubicBezTo>
                    <a:pt x="139467" y="267"/>
                    <a:pt x="139200" y="301"/>
                    <a:pt x="138900" y="334"/>
                  </a:cubicBezTo>
                  <a:cubicBezTo>
                    <a:pt x="138600" y="367"/>
                    <a:pt x="138266" y="467"/>
                    <a:pt x="137966" y="434"/>
                  </a:cubicBezTo>
                  <a:cubicBezTo>
                    <a:pt x="136632" y="401"/>
                    <a:pt x="135298" y="334"/>
                    <a:pt x="133963" y="301"/>
                  </a:cubicBezTo>
                  <a:cubicBezTo>
                    <a:pt x="130661" y="234"/>
                    <a:pt x="127359" y="434"/>
                    <a:pt x="124056" y="67"/>
                  </a:cubicBezTo>
                  <a:cubicBezTo>
                    <a:pt x="119053" y="67"/>
                    <a:pt x="114082" y="67"/>
                    <a:pt x="109079" y="67"/>
                  </a:cubicBezTo>
                  <a:cubicBezTo>
                    <a:pt x="108812" y="67"/>
                    <a:pt x="108578" y="134"/>
                    <a:pt x="108312" y="200"/>
                  </a:cubicBezTo>
                  <a:cubicBezTo>
                    <a:pt x="108211" y="200"/>
                    <a:pt x="108078" y="234"/>
                    <a:pt x="107978" y="267"/>
                  </a:cubicBezTo>
                  <a:lnTo>
                    <a:pt x="107144" y="267"/>
                  </a:lnTo>
                  <a:cubicBezTo>
                    <a:pt x="106310" y="267"/>
                    <a:pt x="105476" y="301"/>
                    <a:pt x="104642" y="334"/>
                  </a:cubicBezTo>
                  <a:cubicBezTo>
                    <a:pt x="104442" y="334"/>
                    <a:pt x="104242" y="367"/>
                    <a:pt x="104008" y="367"/>
                  </a:cubicBezTo>
                  <a:cubicBezTo>
                    <a:pt x="103842" y="367"/>
                    <a:pt x="103642" y="367"/>
                    <a:pt x="103475" y="367"/>
                  </a:cubicBezTo>
                  <a:cubicBezTo>
                    <a:pt x="103308" y="367"/>
                    <a:pt x="103141" y="401"/>
                    <a:pt x="102941" y="434"/>
                  </a:cubicBezTo>
                  <a:cubicBezTo>
                    <a:pt x="102607" y="434"/>
                    <a:pt x="102274" y="434"/>
                    <a:pt x="101907" y="434"/>
                  </a:cubicBezTo>
                  <a:cubicBezTo>
                    <a:pt x="98071" y="401"/>
                    <a:pt x="94201" y="334"/>
                    <a:pt x="90365" y="301"/>
                  </a:cubicBezTo>
                  <a:cubicBezTo>
                    <a:pt x="80792" y="234"/>
                    <a:pt x="71218" y="434"/>
                    <a:pt x="61678" y="67"/>
                  </a:cubicBezTo>
                  <a:cubicBezTo>
                    <a:pt x="47268" y="67"/>
                    <a:pt x="32824" y="67"/>
                    <a:pt x="18381" y="67"/>
                  </a:cubicBezTo>
                  <a:cubicBezTo>
                    <a:pt x="17647" y="67"/>
                    <a:pt x="16913" y="134"/>
                    <a:pt x="16179" y="200"/>
                  </a:cubicBezTo>
                  <a:cubicBezTo>
                    <a:pt x="15045" y="267"/>
                    <a:pt x="13877" y="367"/>
                    <a:pt x="12743" y="401"/>
                  </a:cubicBezTo>
                  <a:cubicBezTo>
                    <a:pt x="9207" y="401"/>
                    <a:pt x="5705" y="367"/>
                    <a:pt x="2169" y="367"/>
                  </a:cubicBezTo>
                  <a:cubicBezTo>
                    <a:pt x="1602" y="367"/>
                    <a:pt x="1035" y="401"/>
                    <a:pt x="234" y="434"/>
                  </a:cubicBezTo>
                  <a:cubicBezTo>
                    <a:pt x="234" y="1835"/>
                    <a:pt x="234" y="3136"/>
                    <a:pt x="234" y="4437"/>
                  </a:cubicBezTo>
                  <a:cubicBezTo>
                    <a:pt x="234" y="4570"/>
                    <a:pt x="368" y="4670"/>
                    <a:pt x="401" y="4804"/>
                  </a:cubicBezTo>
                  <a:cubicBezTo>
                    <a:pt x="568" y="5438"/>
                    <a:pt x="801" y="6105"/>
                    <a:pt x="868" y="6738"/>
                  </a:cubicBezTo>
                  <a:cubicBezTo>
                    <a:pt x="968" y="7739"/>
                    <a:pt x="935" y="8773"/>
                    <a:pt x="935" y="9774"/>
                  </a:cubicBezTo>
                  <a:cubicBezTo>
                    <a:pt x="935" y="10308"/>
                    <a:pt x="902" y="10841"/>
                    <a:pt x="1469" y="11342"/>
                  </a:cubicBezTo>
                  <a:cubicBezTo>
                    <a:pt x="1702" y="11542"/>
                    <a:pt x="902" y="12109"/>
                    <a:pt x="768" y="12276"/>
                  </a:cubicBezTo>
                  <a:cubicBezTo>
                    <a:pt x="1" y="13410"/>
                    <a:pt x="701" y="14477"/>
                    <a:pt x="2970" y="15245"/>
                  </a:cubicBezTo>
                  <a:cubicBezTo>
                    <a:pt x="3370" y="15378"/>
                    <a:pt x="5305" y="15044"/>
                    <a:pt x="5838" y="15078"/>
                  </a:cubicBezTo>
                  <a:cubicBezTo>
                    <a:pt x="7773" y="15211"/>
                    <a:pt x="9775" y="15278"/>
                    <a:pt x="11743" y="15411"/>
                  </a:cubicBezTo>
                  <a:cubicBezTo>
                    <a:pt x="13310" y="15478"/>
                    <a:pt x="14845" y="15612"/>
                    <a:pt x="16413" y="15712"/>
                  </a:cubicBezTo>
                  <a:cubicBezTo>
                    <a:pt x="17580" y="15778"/>
                    <a:pt x="18714" y="15878"/>
                    <a:pt x="19882" y="15878"/>
                  </a:cubicBezTo>
                  <a:cubicBezTo>
                    <a:pt x="27921" y="15945"/>
                    <a:pt x="35960" y="15978"/>
                    <a:pt x="44032" y="16012"/>
                  </a:cubicBezTo>
                  <a:cubicBezTo>
                    <a:pt x="45967" y="16012"/>
                    <a:pt x="47868" y="16012"/>
                    <a:pt x="49803" y="16012"/>
                  </a:cubicBezTo>
                  <a:cubicBezTo>
                    <a:pt x="51071" y="16045"/>
                    <a:pt x="52272" y="16145"/>
                    <a:pt x="53539" y="16179"/>
                  </a:cubicBezTo>
                  <a:cubicBezTo>
                    <a:pt x="55440" y="16212"/>
                    <a:pt x="57542" y="16379"/>
                    <a:pt x="59243" y="16179"/>
                  </a:cubicBezTo>
                  <a:cubicBezTo>
                    <a:pt x="61211" y="15978"/>
                    <a:pt x="63046" y="15978"/>
                    <a:pt x="64881" y="16079"/>
                  </a:cubicBezTo>
                  <a:cubicBezTo>
                    <a:pt x="68316" y="16279"/>
                    <a:pt x="71752" y="16012"/>
                    <a:pt x="75155" y="16079"/>
                  </a:cubicBezTo>
                  <a:cubicBezTo>
                    <a:pt x="75421" y="16079"/>
                    <a:pt x="75655" y="16079"/>
                    <a:pt x="75922" y="16045"/>
                  </a:cubicBezTo>
                  <a:cubicBezTo>
                    <a:pt x="78991" y="15778"/>
                    <a:pt x="82093" y="15578"/>
                    <a:pt x="85295" y="15545"/>
                  </a:cubicBezTo>
                  <a:cubicBezTo>
                    <a:pt x="85962" y="15545"/>
                    <a:pt x="86596" y="15445"/>
                    <a:pt x="87263" y="15445"/>
                  </a:cubicBezTo>
                  <a:cubicBezTo>
                    <a:pt x="88331" y="15411"/>
                    <a:pt x="89431" y="15411"/>
                    <a:pt x="90499" y="15411"/>
                  </a:cubicBezTo>
                  <a:cubicBezTo>
                    <a:pt x="91733" y="15445"/>
                    <a:pt x="93001" y="15545"/>
                    <a:pt x="94235" y="15545"/>
                  </a:cubicBezTo>
                  <a:lnTo>
                    <a:pt x="107578" y="15545"/>
                  </a:lnTo>
                  <a:cubicBezTo>
                    <a:pt x="107845" y="15612"/>
                    <a:pt x="108111" y="15645"/>
                    <a:pt x="108378" y="15712"/>
                  </a:cubicBezTo>
                  <a:cubicBezTo>
                    <a:pt x="108779" y="15778"/>
                    <a:pt x="109179" y="15878"/>
                    <a:pt x="109579" y="15878"/>
                  </a:cubicBezTo>
                  <a:cubicBezTo>
                    <a:pt x="112381" y="15945"/>
                    <a:pt x="115150" y="15978"/>
                    <a:pt x="117918" y="16012"/>
                  </a:cubicBezTo>
                  <a:cubicBezTo>
                    <a:pt x="118586" y="16012"/>
                    <a:pt x="119253" y="15978"/>
                    <a:pt x="119920" y="16012"/>
                  </a:cubicBezTo>
                  <a:cubicBezTo>
                    <a:pt x="120354" y="16045"/>
                    <a:pt x="120787" y="16145"/>
                    <a:pt x="121221" y="16179"/>
                  </a:cubicBezTo>
                  <a:cubicBezTo>
                    <a:pt x="121888" y="16212"/>
                    <a:pt x="122588" y="16379"/>
                    <a:pt x="123189" y="16179"/>
                  </a:cubicBezTo>
                  <a:cubicBezTo>
                    <a:pt x="123889" y="15945"/>
                    <a:pt x="124490" y="15978"/>
                    <a:pt x="125157" y="16079"/>
                  </a:cubicBezTo>
                  <a:cubicBezTo>
                    <a:pt x="126324" y="16279"/>
                    <a:pt x="127525" y="16012"/>
                    <a:pt x="128693" y="16079"/>
                  </a:cubicBezTo>
                  <a:cubicBezTo>
                    <a:pt x="128793" y="16079"/>
                    <a:pt x="128860" y="16045"/>
                    <a:pt x="128960" y="16045"/>
                  </a:cubicBezTo>
                  <a:cubicBezTo>
                    <a:pt x="130027" y="15778"/>
                    <a:pt x="131095" y="15578"/>
                    <a:pt x="132195" y="15545"/>
                  </a:cubicBezTo>
                  <a:cubicBezTo>
                    <a:pt x="132429" y="15545"/>
                    <a:pt x="132662" y="15445"/>
                    <a:pt x="132896" y="15445"/>
                  </a:cubicBezTo>
                  <a:cubicBezTo>
                    <a:pt x="133263" y="15411"/>
                    <a:pt x="133630" y="15411"/>
                    <a:pt x="133997" y="15411"/>
                  </a:cubicBezTo>
                  <a:cubicBezTo>
                    <a:pt x="134430" y="15445"/>
                    <a:pt x="134864" y="15545"/>
                    <a:pt x="135298" y="15545"/>
                  </a:cubicBezTo>
                  <a:cubicBezTo>
                    <a:pt x="142970" y="15545"/>
                    <a:pt x="150675" y="15545"/>
                    <a:pt x="158347" y="15545"/>
                  </a:cubicBezTo>
                  <a:cubicBezTo>
                    <a:pt x="160215" y="15545"/>
                    <a:pt x="162050" y="15411"/>
                    <a:pt x="163918" y="15645"/>
                  </a:cubicBezTo>
                  <a:cubicBezTo>
                    <a:pt x="163951" y="15678"/>
                    <a:pt x="164018" y="15678"/>
                    <a:pt x="164085" y="15645"/>
                  </a:cubicBezTo>
                  <a:cubicBezTo>
                    <a:pt x="165552" y="15178"/>
                    <a:pt x="167054" y="14711"/>
                    <a:pt x="168288" y="13643"/>
                  </a:cubicBezTo>
                  <a:cubicBezTo>
                    <a:pt x="168688" y="13310"/>
                    <a:pt x="169122" y="13043"/>
                    <a:pt x="169555" y="12743"/>
                  </a:cubicBezTo>
                  <a:cubicBezTo>
                    <a:pt x="170222" y="12276"/>
                    <a:pt x="170890" y="11875"/>
                    <a:pt x="171523" y="11408"/>
                  </a:cubicBezTo>
                  <a:cubicBezTo>
                    <a:pt x="171924" y="11108"/>
                    <a:pt x="172257" y="10741"/>
                    <a:pt x="172691" y="10508"/>
                  </a:cubicBezTo>
                  <a:cubicBezTo>
                    <a:pt x="173658" y="9941"/>
                    <a:pt x="174392" y="9107"/>
                    <a:pt x="175193" y="8340"/>
                  </a:cubicBezTo>
                  <a:cubicBezTo>
                    <a:pt x="175493" y="8073"/>
                    <a:pt x="175526" y="7806"/>
                    <a:pt x="175326" y="7472"/>
                  </a:cubicBezTo>
                  <a:close/>
                </a:path>
              </a:pathLst>
            </a:cu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 name="Google Shape;725;p40">
              <a:extLst>
                <a:ext uri="{FF2B5EF4-FFF2-40B4-BE49-F238E27FC236}">
                  <a16:creationId xmlns:a16="http://schemas.microsoft.com/office/drawing/2014/main" id="{5FE5FE2D-BD02-FC2E-7DD8-E624B662D611}"/>
                </a:ext>
              </a:extLst>
            </p:cNvPr>
            <p:cNvSpPr/>
            <p:nvPr/>
          </p:nvSpPr>
          <p:spPr>
            <a:xfrm>
              <a:off x="2959200" y="1840375"/>
              <a:ext cx="4458200" cy="462025"/>
            </a:xfrm>
            <a:custGeom>
              <a:avLst/>
              <a:gdLst/>
              <a:ahLst/>
              <a:cxnLst/>
              <a:rect l="l" t="t" r="r" b="b"/>
              <a:pathLst>
                <a:path w="178328" h="18481" extrusionOk="0">
                  <a:moveTo>
                    <a:pt x="178228" y="8740"/>
                  </a:moveTo>
                  <a:cubicBezTo>
                    <a:pt x="177928" y="8240"/>
                    <a:pt x="177627" y="7706"/>
                    <a:pt x="177227" y="7306"/>
                  </a:cubicBezTo>
                  <a:cubicBezTo>
                    <a:pt x="175793" y="6005"/>
                    <a:pt x="174158" y="5004"/>
                    <a:pt x="172457" y="4137"/>
                  </a:cubicBezTo>
                  <a:cubicBezTo>
                    <a:pt x="171623" y="3703"/>
                    <a:pt x="170789" y="3270"/>
                    <a:pt x="169989" y="2836"/>
                  </a:cubicBezTo>
                  <a:cubicBezTo>
                    <a:pt x="168854" y="2269"/>
                    <a:pt x="167754" y="1668"/>
                    <a:pt x="166620" y="1168"/>
                  </a:cubicBezTo>
                  <a:cubicBezTo>
                    <a:pt x="165585" y="734"/>
                    <a:pt x="164551" y="334"/>
                    <a:pt x="163384" y="434"/>
                  </a:cubicBezTo>
                  <a:cubicBezTo>
                    <a:pt x="162383" y="534"/>
                    <a:pt x="161316" y="568"/>
                    <a:pt x="160348" y="434"/>
                  </a:cubicBezTo>
                  <a:cubicBezTo>
                    <a:pt x="159114" y="201"/>
                    <a:pt x="157913" y="301"/>
                    <a:pt x="156712" y="234"/>
                  </a:cubicBezTo>
                  <a:cubicBezTo>
                    <a:pt x="156512" y="234"/>
                    <a:pt x="156312" y="234"/>
                    <a:pt x="156112" y="201"/>
                  </a:cubicBezTo>
                  <a:cubicBezTo>
                    <a:pt x="155612" y="134"/>
                    <a:pt x="155145" y="34"/>
                    <a:pt x="154644" y="34"/>
                  </a:cubicBezTo>
                  <a:cubicBezTo>
                    <a:pt x="151976" y="34"/>
                    <a:pt x="149307" y="34"/>
                    <a:pt x="146639" y="34"/>
                  </a:cubicBezTo>
                  <a:cubicBezTo>
                    <a:pt x="146372" y="34"/>
                    <a:pt x="146105" y="1"/>
                    <a:pt x="145871" y="67"/>
                  </a:cubicBezTo>
                  <a:cubicBezTo>
                    <a:pt x="145171" y="301"/>
                    <a:pt x="144437" y="234"/>
                    <a:pt x="143703" y="234"/>
                  </a:cubicBezTo>
                  <a:cubicBezTo>
                    <a:pt x="142903" y="267"/>
                    <a:pt x="142069" y="234"/>
                    <a:pt x="141268" y="267"/>
                  </a:cubicBezTo>
                  <a:cubicBezTo>
                    <a:pt x="140801" y="267"/>
                    <a:pt x="140367" y="401"/>
                    <a:pt x="139900" y="434"/>
                  </a:cubicBezTo>
                  <a:cubicBezTo>
                    <a:pt x="139167" y="468"/>
                    <a:pt x="138399" y="468"/>
                    <a:pt x="137666" y="434"/>
                  </a:cubicBezTo>
                  <a:cubicBezTo>
                    <a:pt x="137065" y="401"/>
                    <a:pt x="136465" y="234"/>
                    <a:pt x="135831" y="234"/>
                  </a:cubicBezTo>
                  <a:cubicBezTo>
                    <a:pt x="134397" y="201"/>
                    <a:pt x="132929" y="234"/>
                    <a:pt x="131494" y="234"/>
                  </a:cubicBezTo>
                  <a:cubicBezTo>
                    <a:pt x="129626" y="234"/>
                    <a:pt x="127792" y="301"/>
                    <a:pt x="125924" y="34"/>
                  </a:cubicBezTo>
                  <a:cubicBezTo>
                    <a:pt x="125657" y="1"/>
                    <a:pt x="125357" y="1"/>
                    <a:pt x="125057" y="1"/>
                  </a:cubicBezTo>
                  <a:cubicBezTo>
                    <a:pt x="119920" y="34"/>
                    <a:pt x="114749" y="34"/>
                    <a:pt x="109579" y="34"/>
                  </a:cubicBezTo>
                  <a:cubicBezTo>
                    <a:pt x="108078" y="34"/>
                    <a:pt x="106543" y="101"/>
                    <a:pt x="105042" y="67"/>
                  </a:cubicBezTo>
                  <a:cubicBezTo>
                    <a:pt x="104575" y="34"/>
                    <a:pt x="104142" y="201"/>
                    <a:pt x="103808" y="434"/>
                  </a:cubicBezTo>
                  <a:cubicBezTo>
                    <a:pt x="102107" y="468"/>
                    <a:pt x="100406" y="468"/>
                    <a:pt x="98704" y="434"/>
                  </a:cubicBezTo>
                  <a:cubicBezTo>
                    <a:pt x="96970" y="401"/>
                    <a:pt x="95269" y="267"/>
                    <a:pt x="93534" y="234"/>
                  </a:cubicBezTo>
                  <a:cubicBezTo>
                    <a:pt x="89398" y="234"/>
                    <a:pt x="85261" y="234"/>
                    <a:pt x="81125" y="234"/>
                  </a:cubicBezTo>
                  <a:cubicBezTo>
                    <a:pt x="75855" y="234"/>
                    <a:pt x="70551" y="301"/>
                    <a:pt x="65280" y="34"/>
                  </a:cubicBezTo>
                  <a:cubicBezTo>
                    <a:pt x="64447" y="1"/>
                    <a:pt x="63613" y="1"/>
                    <a:pt x="62779" y="1"/>
                  </a:cubicBezTo>
                  <a:cubicBezTo>
                    <a:pt x="48068" y="34"/>
                    <a:pt x="33324" y="34"/>
                    <a:pt x="18614" y="34"/>
                  </a:cubicBezTo>
                  <a:cubicBezTo>
                    <a:pt x="14311" y="34"/>
                    <a:pt x="9974" y="101"/>
                    <a:pt x="5705" y="67"/>
                  </a:cubicBezTo>
                  <a:cubicBezTo>
                    <a:pt x="2602" y="34"/>
                    <a:pt x="1" y="801"/>
                    <a:pt x="334" y="1935"/>
                  </a:cubicBezTo>
                  <a:cubicBezTo>
                    <a:pt x="568" y="2803"/>
                    <a:pt x="367" y="3670"/>
                    <a:pt x="367" y="4537"/>
                  </a:cubicBezTo>
                  <a:cubicBezTo>
                    <a:pt x="367" y="5004"/>
                    <a:pt x="234" y="5504"/>
                    <a:pt x="534" y="5938"/>
                  </a:cubicBezTo>
                  <a:cubicBezTo>
                    <a:pt x="1035" y="6739"/>
                    <a:pt x="968" y="7539"/>
                    <a:pt x="968" y="8340"/>
                  </a:cubicBezTo>
                  <a:cubicBezTo>
                    <a:pt x="968" y="9341"/>
                    <a:pt x="935" y="10375"/>
                    <a:pt x="901" y="11375"/>
                  </a:cubicBezTo>
                  <a:cubicBezTo>
                    <a:pt x="901" y="11609"/>
                    <a:pt x="801" y="11876"/>
                    <a:pt x="1001" y="12076"/>
                  </a:cubicBezTo>
                  <a:cubicBezTo>
                    <a:pt x="1902" y="13210"/>
                    <a:pt x="834" y="14378"/>
                    <a:pt x="1268" y="15512"/>
                  </a:cubicBezTo>
                  <a:cubicBezTo>
                    <a:pt x="1535" y="16179"/>
                    <a:pt x="2502" y="17046"/>
                    <a:pt x="4003" y="17380"/>
                  </a:cubicBezTo>
                  <a:cubicBezTo>
                    <a:pt x="6372" y="17947"/>
                    <a:pt x="9607" y="17680"/>
                    <a:pt x="12276" y="17747"/>
                  </a:cubicBezTo>
                  <a:cubicBezTo>
                    <a:pt x="15011" y="17813"/>
                    <a:pt x="17747" y="17780"/>
                    <a:pt x="20482" y="17813"/>
                  </a:cubicBezTo>
                  <a:cubicBezTo>
                    <a:pt x="22450" y="17847"/>
                    <a:pt x="24418" y="17947"/>
                    <a:pt x="26386" y="17980"/>
                  </a:cubicBezTo>
                  <a:cubicBezTo>
                    <a:pt x="30255" y="18047"/>
                    <a:pt x="34158" y="17813"/>
                    <a:pt x="37994" y="18214"/>
                  </a:cubicBezTo>
                  <a:cubicBezTo>
                    <a:pt x="38595" y="18280"/>
                    <a:pt x="39295" y="18247"/>
                    <a:pt x="39962" y="18247"/>
                  </a:cubicBezTo>
                  <a:cubicBezTo>
                    <a:pt x="44032" y="18247"/>
                    <a:pt x="48068" y="18247"/>
                    <a:pt x="52138" y="18247"/>
                  </a:cubicBezTo>
                  <a:cubicBezTo>
                    <a:pt x="52938" y="18247"/>
                    <a:pt x="53772" y="18280"/>
                    <a:pt x="54606" y="18314"/>
                  </a:cubicBezTo>
                  <a:cubicBezTo>
                    <a:pt x="55640" y="18380"/>
                    <a:pt x="56708" y="18447"/>
                    <a:pt x="57775" y="18447"/>
                  </a:cubicBezTo>
                  <a:cubicBezTo>
                    <a:pt x="60744" y="18480"/>
                    <a:pt x="63713" y="18480"/>
                    <a:pt x="66715" y="18447"/>
                  </a:cubicBezTo>
                  <a:cubicBezTo>
                    <a:pt x="69684" y="18447"/>
                    <a:pt x="72686" y="18447"/>
                    <a:pt x="75621" y="18280"/>
                  </a:cubicBezTo>
                  <a:cubicBezTo>
                    <a:pt x="79791" y="18013"/>
                    <a:pt x="83927" y="17880"/>
                    <a:pt x="88163" y="17880"/>
                  </a:cubicBezTo>
                  <a:cubicBezTo>
                    <a:pt x="95869" y="17913"/>
                    <a:pt x="103574" y="17913"/>
                    <a:pt x="111280" y="17913"/>
                  </a:cubicBezTo>
                  <a:cubicBezTo>
                    <a:pt x="111614" y="17947"/>
                    <a:pt x="111947" y="17980"/>
                    <a:pt x="112314" y="17980"/>
                  </a:cubicBezTo>
                  <a:cubicBezTo>
                    <a:pt x="113648" y="18047"/>
                    <a:pt x="115049" y="17847"/>
                    <a:pt x="116384" y="18214"/>
                  </a:cubicBezTo>
                  <a:cubicBezTo>
                    <a:pt x="116584" y="18280"/>
                    <a:pt x="116851" y="18247"/>
                    <a:pt x="117051" y="18247"/>
                  </a:cubicBezTo>
                  <a:cubicBezTo>
                    <a:pt x="118485" y="18247"/>
                    <a:pt x="119920" y="18247"/>
                    <a:pt x="121321" y="18247"/>
                  </a:cubicBezTo>
                  <a:cubicBezTo>
                    <a:pt x="121621" y="18247"/>
                    <a:pt x="121888" y="18280"/>
                    <a:pt x="122188" y="18314"/>
                  </a:cubicBezTo>
                  <a:cubicBezTo>
                    <a:pt x="122555" y="18380"/>
                    <a:pt x="122922" y="18447"/>
                    <a:pt x="123289" y="18480"/>
                  </a:cubicBezTo>
                  <a:cubicBezTo>
                    <a:pt x="124356" y="18480"/>
                    <a:pt x="125390" y="18480"/>
                    <a:pt x="126424" y="18480"/>
                  </a:cubicBezTo>
                  <a:cubicBezTo>
                    <a:pt x="127492" y="18447"/>
                    <a:pt x="128526" y="18480"/>
                    <a:pt x="129560" y="18280"/>
                  </a:cubicBezTo>
                  <a:cubicBezTo>
                    <a:pt x="131027" y="18013"/>
                    <a:pt x="132462" y="17880"/>
                    <a:pt x="133963" y="17913"/>
                  </a:cubicBezTo>
                  <a:cubicBezTo>
                    <a:pt x="138700" y="17913"/>
                    <a:pt x="143470" y="17913"/>
                    <a:pt x="148240" y="17913"/>
                  </a:cubicBezTo>
                  <a:lnTo>
                    <a:pt x="148240" y="17913"/>
                  </a:lnTo>
                  <a:cubicBezTo>
                    <a:pt x="153343" y="17913"/>
                    <a:pt x="158480" y="17913"/>
                    <a:pt x="163617" y="17913"/>
                  </a:cubicBezTo>
                  <a:cubicBezTo>
                    <a:pt x="164651" y="17947"/>
                    <a:pt x="165652" y="17913"/>
                    <a:pt x="166620" y="17546"/>
                  </a:cubicBezTo>
                  <a:cubicBezTo>
                    <a:pt x="167854" y="17079"/>
                    <a:pt x="169121" y="16679"/>
                    <a:pt x="170222" y="15845"/>
                  </a:cubicBezTo>
                  <a:cubicBezTo>
                    <a:pt x="170789" y="15412"/>
                    <a:pt x="171423" y="15045"/>
                    <a:pt x="172023" y="14644"/>
                  </a:cubicBezTo>
                  <a:cubicBezTo>
                    <a:pt x="172290" y="14444"/>
                    <a:pt x="172557" y="14277"/>
                    <a:pt x="172824" y="14111"/>
                  </a:cubicBezTo>
                  <a:cubicBezTo>
                    <a:pt x="173491" y="13610"/>
                    <a:pt x="174092" y="13043"/>
                    <a:pt x="174792" y="12676"/>
                  </a:cubicBezTo>
                  <a:cubicBezTo>
                    <a:pt x="175459" y="12309"/>
                    <a:pt x="175960" y="11809"/>
                    <a:pt x="176493" y="11309"/>
                  </a:cubicBezTo>
                  <a:cubicBezTo>
                    <a:pt x="176760" y="11042"/>
                    <a:pt x="177094" y="10808"/>
                    <a:pt x="177361" y="10541"/>
                  </a:cubicBezTo>
                  <a:cubicBezTo>
                    <a:pt x="177661" y="10174"/>
                    <a:pt x="177994" y="9774"/>
                    <a:pt x="178228" y="9341"/>
                  </a:cubicBezTo>
                  <a:cubicBezTo>
                    <a:pt x="178328" y="9207"/>
                    <a:pt x="178328" y="8907"/>
                    <a:pt x="178228" y="8740"/>
                  </a:cubicBezTo>
                  <a:close/>
                  <a:moveTo>
                    <a:pt x="176627" y="9441"/>
                  </a:moveTo>
                  <a:cubicBezTo>
                    <a:pt x="175826" y="10208"/>
                    <a:pt x="175126" y="11042"/>
                    <a:pt x="174125" y="11609"/>
                  </a:cubicBezTo>
                  <a:cubicBezTo>
                    <a:pt x="173691" y="11842"/>
                    <a:pt x="173358" y="12209"/>
                    <a:pt x="172957" y="12509"/>
                  </a:cubicBezTo>
                  <a:cubicBezTo>
                    <a:pt x="172324" y="12976"/>
                    <a:pt x="171656" y="13377"/>
                    <a:pt x="170989" y="13844"/>
                  </a:cubicBezTo>
                  <a:cubicBezTo>
                    <a:pt x="170556" y="14144"/>
                    <a:pt x="170122" y="14411"/>
                    <a:pt x="169722" y="14744"/>
                  </a:cubicBezTo>
                  <a:cubicBezTo>
                    <a:pt x="168488" y="15812"/>
                    <a:pt x="166986" y="16279"/>
                    <a:pt x="165519" y="16746"/>
                  </a:cubicBezTo>
                  <a:cubicBezTo>
                    <a:pt x="165452" y="16779"/>
                    <a:pt x="165385" y="16779"/>
                    <a:pt x="165352" y="16746"/>
                  </a:cubicBezTo>
                  <a:cubicBezTo>
                    <a:pt x="163484" y="16512"/>
                    <a:pt x="161649" y="16679"/>
                    <a:pt x="159781" y="16646"/>
                  </a:cubicBezTo>
                  <a:cubicBezTo>
                    <a:pt x="152109" y="16646"/>
                    <a:pt x="144404" y="16646"/>
                    <a:pt x="136732" y="16646"/>
                  </a:cubicBezTo>
                  <a:cubicBezTo>
                    <a:pt x="136298" y="16646"/>
                    <a:pt x="135864" y="16546"/>
                    <a:pt x="135431" y="16512"/>
                  </a:cubicBezTo>
                  <a:cubicBezTo>
                    <a:pt x="135064" y="16512"/>
                    <a:pt x="134697" y="16512"/>
                    <a:pt x="134330" y="16546"/>
                  </a:cubicBezTo>
                  <a:cubicBezTo>
                    <a:pt x="134096" y="16546"/>
                    <a:pt x="133863" y="16646"/>
                    <a:pt x="133629" y="16646"/>
                  </a:cubicBezTo>
                  <a:cubicBezTo>
                    <a:pt x="132529" y="16679"/>
                    <a:pt x="131461" y="16879"/>
                    <a:pt x="130394" y="17146"/>
                  </a:cubicBezTo>
                  <a:cubicBezTo>
                    <a:pt x="130327" y="17146"/>
                    <a:pt x="130227" y="17180"/>
                    <a:pt x="130127" y="17180"/>
                  </a:cubicBezTo>
                  <a:cubicBezTo>
                    <a:pt x="129393" y="17146"/>
                    <a:pt x="128659" y="17213"/>
                    <a:pt x="127892" y="17246"/>
                  </a:cubicBezTo>
                  <a:cubicBezTo>
                    <a:pt x="127191" y="17046"/>
                    <a:pt x="126524" y="16846"/>
                    <a:pt x="125824" y="16646"/>
                  </a:cubicBezTo>
                  <a:lnTo>
                    <a:pt x="109012" y="16646"/>
                  </a:lnTo>
                  <a:cubicBezTo>
                    <a:pt x="108745" y="16579"/>
                    <a:pt x="108478" y="16546"/>
                    <a:pt x="108211" y="16479"/>
                  </a:cubicBezTo>
                  <a:cubicBezTo>
                    <a:pt x="108178" y="16479"/>
                    <a:pt x="108111" y="16479"/>
                    <a:pt x="108078" y="16479"/>
                  </a:cubicBezTo>
                  <a:lnTo>
                    <a:pt x="104909" y="16479"/>
                  </a:lnTo>
                  <a:cubicBezTo>
                    <a:pt x="104642" y="16512"/>
                    <a:pt x="104375" y="16512"/>
                    <a:pt x="104108" y="16546"/>
                  </a:cubicBezTo>
                  <a:lnTo>
                    <a:pt x="104108" y="16546"/>
                  </a:lnTo>
                  <a:cubicBezTo>
                    <a:pt x="104142" y="16579"/>
                    <a:pt x="104175" y="16612"/>
                    <a:pt x="104175" y="16646"/>
                  </a:cubicBezTo>
                  <a:lnTo>
                    <a:pt x="96069" y="16646"/>
                  </a:lnTo>
                  <a:cubicBezTo>
                    <a:pt x="94868" y="16646"/>
                    <a:pt x="93634" y="16546"/>
                    <a:pt x="92400" y="16512"/>
                  </a:cubicBezTo>
                  <a:cubicBezTo>
                    <a:pt x="91332" y="16512"/>
                    <a:pt x="90265" y="16512"/>
                    <a:pt x="89198" y="16546"/>
                  </a:cubicBezTo>
                  <a:cubicBezTo>
                    <a:pt x="88564" y="16546"/>
                    <a:pt x="87930" y="16646"/>
                    <a:pt x="87263" y="16646"/>
                  </a:cubicBezTo>
                  <a:cubicBezTo>
                    <a:pt x="84127" y="16679"/>
                    <a:pt x="81058" y="16879"/>
                    <a:pt x="78023" y="17146"/>
                  </a:cubicBezTo>
                  <a:cubicBezTo>
                    <a:pt x="77789" y="17180"/>
                    <a:pt x="77523" y="17180"/>
                    <a:pt x="77289" y="17180"/>
                  </a:cubicBezTo>
                  <a:cubicBezTo>
                    <a:pt x="73920" y="17113"/>
                    <a:pt x="70551" y="17380"/>
                    <a:pt x="67148" y="17180"/>
                  </a:cubicBezTo>
                  <a:cubicBezTo>
                    <a:pt x="65314" y="17079"/>
                    <a:pt x="63513" y="17079"/>
                    <a:pt x="61578" y="17280"/>
                  </a:cubicBezTo>
                  <a:cubicBezTo>
                    <a:pt x="59910" y="17480"/>
                    <a:pt x="57842" y="17313"/>
                    <a:pt x="55940" y="17280"/>
                  </a:cubicBezTo>
                  <a:cubicBezTo>
                    <a:pt x="54706" y="17246"/>
                    <a:pt x="53505" y="17146"/>
                    <a:pt x="52271" y="17113"/>
                  </a:cubicBezTo>
                  <a:cubicBezTo>
                    <a:pt x="50370" y="17113"/>
                    <a:pt x="48468" y="17113"/>
                    <a:pt x="46567" y="17113"/>
                  </a:cubicBezTo>
                  <a:cubicBezTo>
                    <a:pt x="38628" y="17079"/>
                    <a:pt x="30689" y="17046"/>
                    <a:pt x="22750" y="16979"/>
                  </a:cubicBezTo>
                  <a:cubicBezTo>
                    <a:pt x="21616" y="16979"/>
                    <a:pt x="20482" y="16879"/>
                    <a:pt x="19348" y="16813"/>
                  </a:cubicBezTo>
                  <a:cubicBezTo>
                    <a:pt x="17813" y="16713"/>
                    <a:pt x="16279" y="16579"/>
                    <a:pt x="14744" y="16512"/>
                  </a:cubicBezTo>
                  <a:cubicBezTo>
                    <a:pt x="12776" y="16379"/>
                    <a:pt x="9140" y="16312"/>
                    <a:pt x="7206" y="16179"/>
                  </a:cubicBezTo>
                  <a:cubicBezTo>
                    <a:pt x="6705" y="16112"/>
                    <a:pt x="4704" y="16279"/>
                    <a:pt x="4304" y="16145"/>
                  </a:cubicBezTo>
                  <a:cubicBezTo>
                    <a:pt x="2069" y="15378"/>
                    <a:pt x="1869" y="14244"/>
                    <a:pt x="2636" y="13077"/>
                  </a:cubicBezTo>
                  <a:cubicBezTo>
                    <a:pt x="2736" y="12910"/>
                    <a:pt x="3270" y="12409"/>
                    <a:pt x="3069" y="12243"/>
                  </a:cubicBezTo>
                  <a:cubicBezTo>
                    <a:pt x="2502" y="11709"/>
                    <a:pt x="2402" y="11409"/>
                    <a:pt x="2402" y="10875"/>
                  </a:cubicBezTo>
                  <a:cubicBezTo>
                    <a:pt x="2369" y="9874"/>
                    <a:pt x="2402" y="8840"/>
                    <a:pt x="2302" y="7839"/>
                  </a:cubicBezTo>
                  <a:cubicBezTo>
                    <a:pt x="2269" y="7206"/>
                    <a:pt x="2002" y="6539"/>
                    <a:pt x="1835" y="5905"/>
                  </a:cubicBezTo>
                  <a:cubicBezTo>
                    <a:pt x="1802" y="5771"/>
                    <a:pt x="1702" y="5671"/>
                    <a:pt x="1702" y="5538"/>
                  </a:cubicBezTo>
                  <a:cubicBezTo>
                    <a:pt x="1668" y="4237"/>
                    <a:pt x="1668" y="2936"/>
                    <a:pt x="1668" y="1535"/>
                  </a:cubicBezTo>
                  <a:cubicBezTo>
                    <a:pt x="2469" y="1502"/>
                    <a:pt x="4737" y="1435"/>
                    <a:pt x="5304" y="1468"/>
                  </a:cubicBezTo>
                  <a:cubicBezTo>
                    <a:pt x="8773" y="1468"/>
                    <a:pt x="12243" y="1502"/>
                    <a:pt x="15712" y="1468"/>
                  </a:cubicBezTo>
                  <a:cubicBezTo>
                    <a:pt x="16846" y="1468"/>
                    <a:pt x="17980" y="1335"/>
                    <a:pt x="19114" y="1268"/>
                  </a:cubicBezTo>
                  <a:cubicBezTo>
                    <a:pt x="19815" y="1235"/>
                    <a:pt x="20549" y="1168"/>
                    <a:pt x="21282" y="1168"/>
                  </a:cubicBezTo>
                  <a:cubicBezTo>
                    <a:pt x="35526" y="1168"/>
                    <a:pt x="49736" y="1168"/>
                    <a:pt x="63980" y="1168"/>
                  </a:cubicBezTo>
                  <a:cubicBezTo>
                    <a:pt x="73386" y="1535"/>
                    <a:pt x="82826" y="1301"/>
                    <a:pt x="92266" y="1402"/>
                  </a:cubicBezTo>
                  <a:cubicBezTo>
                    <a:pt x="95902" y="1402"/>
                    <a:pt x="99538" y="1502"/>
                    <a:pt x="103174" y="1535"/>
                  </a:cubicBezTo>
                  <a:cubicBezTo>
                    <a:pt x="103174" y="1535"/>
                    <a:pt x="103174" y="1568"/>
                    <a:pt x="103174" y="1568"/>
                  </a:cubicBezTo>
                  <a:cubicBezTo>
                    <a:pt x="103508" y="1568"/>
                    <a:pt x="103875" y="1568"/>
                    <a:pt x="104242" y="1602"/>
                  </a:cubicBezTo>
                  <a:lnTo>
                    <a:pt x="104242" y="1535"/>
                  </a:lnTo>
                  <a:cubicBezTo>
                    <a:pt x="104242" y="1535"/>
                    <a:pt x="104275" y="1535"/>
                    <a:pt x="104275" y="1535"/>
                  </a:cubicBezTo>
                  <a:cubicBezTo>
                    <a:pt x="104742" y="1502"/>
                    <a:pt x="105209" y="1502"/>
                    <a:pt x="105676" y="1468"/>
                  </a:cubicBezTo>
                  <a:cubicBezTo>
                    <a:pt x="106643" y="1468"/>
                    <a:pt x="107611" y="1502"/>
                    <a:pt x="108545" y="1468"/>
                  </a:cubicBezTo>
                  <a:cubicBezTo>
                    <a:pt x="108845" y="1468"/>
                    <a:pt x="109112" y="1402"/>
                    <a:pt x="109412" y="1335"/>
                  </a:cubicBezTo>
                  <a:cubicBezTo>
                    <a:pt x="112081" y="1335"/>
                    <a:pt x="114783" y="1368"/>
                    <a:pt x="117484" y="1335"/>
                  </a:cubicBezTo>
                  <a:lnTo>
                    <a:pt x="118285" y="1335"/>
                  </a:lnTo>
                  <a:cubicBezTo>
                    <a:pt x="118352" y="1301"/>
                    <a:pt x="118485" y="1235"/>
                    <a:pt x="118552" y="1168"/>
                  </a:cubicBezTo>
                  <a:cubicBezTo>
                    <a:pt x="120854" y="1168"/>
                    <a:pt x="123189" y="1168"/>
                    <a:pt x="125490" y="1168"/>
                  </a:cubicBezTo>
                  <a:cubicBezTo>
                    <a:pt x="128759" y="1535"/>
                    <a:pt x="132095" y="1301"/>
                    <a:pt x="135397" y="1368"/>
                  </a:cubicBezTo>
                  <a:cubicBezTo>
                    <a:pt x="136732" y="1402"/>
                    <a:pt x="138066" y="1502"/>
                    <a:pt x="139367" y="1535"/>
                  </a:cubicBezTo>
                  <a:cubicBezTo>
                    <a:pt x="139700" y="1535"/>
                    <a:pt x="140001" y="1468"/>
                    <a:pt x="140334" y="1435"/>
                  </a:cubicBezTo>
                  <a:cubicBezTo>
                    <a:pt x="140601" y="1402"/>
                    <a:pt x="140901" y="1335"/>
                    <a:pt x="141201" y="1335"/>
                  </a:cubicBezTo>
                  <a:cubicBezTo>
                    <a:pt x="142202" y="1335"/>
                    <a:pt x="143203" y="1335"/>
                    <a:pt x="144237" y="1335"/>
                  </a:cubicBezTo>
                  <a:cubicBezTo>
                    <a:pt x="144837" y="1335"/>
                    <a:pt x="145438" y="1402"/>
                    <a:pt x="146038" y="1168"/>
                  </a:cubicBezTo>
                  <a:cubicBezTo>
                    <a:pt x="146238" y="1101"/>
                    <a:pt x="146505" y="1135"/>
                    <a:pt x="146739" y="1135"/>
                  </a:cubicBezTo>
                  <a:cubicBezTo>
                    <a:pt x="149407" y="1135"/>
                    <a:pt x="152076" y="1135"/>
                    <a:pt x="154744" y="1135"/>
                  </a:cubicBezTo>
                  <a:cubicBezTo>
                    <a:pt x="155078" y="1135"/>
                    <a:pt x="155412" y="1235"/>
                    <a:pt x="155745" y="1268"/>
                  </a:cubicBezTo>
                  <a:cubicBezTo>
                    <a:pt x="155979" y="1301"/>
                    <a:pt x="156212" y="1335"/>
                    <a:pt x="156446" y="1335"/>
                  </a:cubicBezTo>
                  <a:cubicBezTo>
                    <a:pt x="156913" y="1368"/>
                    <a:pt x="157380" y="1368"/>
                    <a:pt x="157847" y="1335"/>
                  </a:cubicBezTo>
                  <a:cubicBezTo>
                    <a:pt x="158881" y="1301"/>
                    <a:pt x="159915" y="1502"/>
                    <a:pt x="160915" y="1702"/>
                  </a:cubicBezTo>
                  <a:cubicBezTo>
                    <a:pt x="161149" y="1768"/>
                    <a:pt x="161382" y="1802"/>
                    <a:pt x="161616" y="1802"/>
                  </a:cubicBezTo>
                  <a:cubicBezTo>
                    <a:pt x="162884" y="1735"/>
                    <a:pt x="164051" y="2135"/>
                    <a:pt x="165285" y="2336"/>
                  </a:cubicBezTo>
                  <a:cubicBezTo>
                    <a:pt x="166019" y="2469"/>
                    <a:pt x="166786" y="2502"/>
                    <a:pt x="167453" y="2836"/>
                  </a:cubicBezTo>
                  <a:cubicBezTo>
                    <a:pt x="168221" y="3169"/>
                    <a:pt x="168988" y="3536"/>
                    <a:pt x="169755" y="3903"/>
                  </a:cubicBezTo>
                  <a:cubicBezTo>
                    <a:pt x="170656" y="4370"/>
                    <a:pt x="171523" y="4771"/>
                    <a:pt x="172390" y="5304"/>
                  </a:cubicBezTo>
                  <a:cubicBezTo>
                    <a:pt x="173791" y="6138"/>
                    <a:pt x="175192" y="6939"/>
                    <a:pt x="176360" y="8073"/>
                  </a:cubicBezTo>
                  <a:cubicBezTo>
                    <a:pt x="176527" y="8240"/>
                    <a:pt x="176660" y="8373"/>
                    <a:pt x="176760" y="8573"/>
                  </a:cubicBezTo>
                  <a:cubicBezTo>
                    <a:pt x="176960" y="8907"/>
                    <a:pt x="176927" y="9174"/>
                    <a:pt x="176627" y="944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47" name="Google Shape;726;p40">
            <a:extLst>
              <a:ext uri="{FF2B5EF4-FFF2-40B4-BE49-F238E27FC236}">
                <a16:creationId xmlns:a16="http://schemas.microsoft.com/office/drawing/2014/main" id="{8E1F7866-2F56-C3C1-BD90-0D80B8D63D7D}"/>
              </a:ext>
            </a:extLst>
          </p:cNvPr>
          <p:cNvGrpSpPr/>
          <p:nvPr/>
        </p:nvGrpSpPr>
        <p:grpSpPr>
          <a:xfrm flipH="1">
            <a:off x="7429000" y="5578565"/>
            <a:ext cx="4458200" cy="462025"/>
            <a:chOff x="2959200" y="1840375"/>
            <a:chExt cx="4458200" cy="462025"/>
          </a:xfrm>
        </p:grpSpPr>
        <p:sp>
          <p:nvSpPr>
            <p:cNvPr id="148" name="Google Shape;727;p40">
              <a:extLst>
                <a:ext uri="{FF2B5EF4-FFF2-40B4-BE49-F238E27FC236}">
                  <a16:creationId xmlns:a16="http://schemas.microsoft.com/office/drawing/2014/main" id="{4821EDEA-36C5-D3B4-5EEC-662A88965879}"/>
                </a:ext>
              </a:extLst>
            </p:cNvPr>
            <p:cNvSpPr/>
            <p:nvPr/>
          </p:nvSpPr>
          <p:spPr>
            <a:xfrm>
              <a:off x="2995050" y="1867900"/>
              <a:ext cx="4388175" cy="409475"/>
            </a:xfrm>
            <a:custGeom>
              <a:avLst/>
              <a:gdLst/>
              <a:ahLst/>
              <a:cxnLst/>
              <a:rect l="l" t="t" r="r" b="b"/>
              <a:pathLst>
                <a:path w="175527" h="16379" extrusionOk="0">
                  <a:moveTo>
                    <a:pt x="175326" y="7472"/>
                  </a:moveTo>
                  <a:cubicBezTo>
                    <a:pt x="175226" y="7306"/>
                    <a:pt x="175093" y="7139"/>
                    <a:pt x="174959" y="7005"/>
                  </a:cubicBezTo>
                  <a:cubicBezTo>
                    <a:pt x="173758" y="5838"/>
                    <a:pt x="172357" y="5037"/>
                    <a:pt x="170956" y="4203"/>
                  </a:cubicBezTo>
                  <a:cubicBezTo>
                    <a:pt x="170122" y="3703"/>
                    <a:pt x="169222" y="3269"/>
                    <a:pt x="168321" y="2836"/>
                  </a:cubicBezTo>
                  <a:cubicBezTo>
                    <a:pt x="167587" y="2435"/>
                    <a:pt x="166820" y="2102"/>
                    <a:pt x="166053" y="1735"/>
                  </a:cubicBezTo>
                  <a:cubicBezTo>
                    <a:pt x="165352" y="1401"/>
                    <a:pt x="164585" y="1368"/>
                    <a:pt x="163851" y="1268"/>
                  </a:cubicBezTo>
                  <a:cubicBezTo>
                    <a:pt x="162650" y="1034"/>
                    <a:pt x="161450" y="634"/>
                    <a:pt x="160182" y="701"/>
                  </a:cubicBezTo>
                  <a:cubicBezTo>
                    <a:pt x="159948" y="701"/>
                    <a:pt x="159715" y="667"/>
                    <a:pt x="159515" y="601"/>
                  </a:cubicBezTo>
                  <a:cubicBezTo>
                    <a:pt x="158481" y="401"/>
                    <a:pt x="157447" y="200"/>
                    <a:pt x="156413" y="267"/>
                  </a:cubicBezTo>
                  <a:cubicBezTo>
                    <a:pt x="155946" y="267"/>
                    <a:pt x="155479" y="267"/>
                    <a:pt x="155012" y="267"/>
                  </a:cubicBezTo>
                  <a:cubicBezTo>
                    <a:pt x="154778" y="267"/>
                    <a:pt x="154578" y="200"/>
                    <a:pt x="154344" y="167"/>
                  </a:cubicBezTo>
                  <a:cubicBezTo>
                    <a:pt x="153978" y="134"/>
                    <a:pt x="153644" y="67"/>
                    <a:pt x="153310" y="67"/>
                  </a:cubicBezTo>
                  <a:cubicBezTo>
                    <a:pt x="150642" y="34"/>
                    <a:pt x="147973" y="34"/>
                    <a:pt x="145305" y="34"/>
                  </a:cubicBezTo>
                  <a:cubicBezTo>
                    <a:pt x="145071" y="34"/>
                    <a:pt x="144804" y="0"/>
                    <a:pt x="144604" y="67"/>
                  </a:cubicBezTo>
                  <a:cubicBezTo>
                    <a:pt x="144004" y="301"/>
                    <a:pt x="143403" y="267"/>
                    <a:pt x="142803" y="267"/>
                  </a:cubicBezTo>
                  <a:cubicBezTo>
                    <a:pt x="141802" y="267"/>
                    <a:pt x="140768" y="234"/>
                    <a:pt x="139767" y="267"/>
                  </a:cubicBezTo>
                  <a:cubicBezTo>
                    <a:pt x="139467" y="267"/>
                    <a:pt x="139200" y="301"/>
                    <a:pt x="138900" y="334"/>
                  </a:cubicBezTo>
                  <a:cubicBezTo>
                    <a:pt x="138600" y="367"/>
                    <a:pt x="138266" y="467"/>
                    <a:pt x="137966" y="434"/>
                  </a:cubicBezTo>
                  <a:cubicBezTo>
                    <a:pt x="136632" y="401"/>
                    <a:pt x="135298" y="334"/>
                    <a:pt x="133963" y="301"/>
                  </a:cubicBezTo>
                  <a:cubicBezTo>
                    <a:pt x="130661" y="234"/>
                    <a:pt x="127359" y="434"/>
                    <a:pt x="124056" y="67"/>
                  </a:cubicBezTo>
                  <a:cubicBezTo>
                    <a:pt x="119053" y="67"/>
                    <a:pt x="114082" y="67"/>
                    <a:pt x="109079" y="67"/>
                  </a:cubicBezTo>
                  <a:cubicBezTo>
                    <a:pt x="108812" y="67"/>
                    <a:pt x="108578" y="134"/>
                    <a:pt x="108312" y="200"/>
                  </a:cubicBezTo>
                  <a:cubicBezTo>
                    <a:pt x="108211" y="200"/>
                    <a:pt x="108078" y="234"/>
                    <a:pt x="107978" y="267"/>
                  </a:cubicBezTo>
                  <a:lnTo>
                    <a:pt x="107144" y="267"/>
                  </a:lnTo>
                  <a:cubicBezTo>
                    <a:pt x="106310" y="267"/>
                    <a:pt x="105476" y="301"/>
                    <a:pt x="104642" y="334"/>
                  </a:cubicBezTo>
                  <a:cubicBezTo>
                    <a:pt x="104442" y="334"/>
                    <a:pt x="104242" y="367"/>
                    <a:pt x="104008" y="367"/>
                  </a:cubicBezTo>
                  <a:cubicBezTo>
                    <a:pt x="103842" y="367"/>
                    <a:pt x="103642" y="367"/>
                    <a:pt x="103475" y="367"/>
                  </a:cubicBezTo>
                  <a:cubicBezTo>
                    <a:pt x="103308" y="367"/>
                    <a:pt x="103141" y="401"/>
                    <a:pt x="102941" y="434"/>
                  </a:cubicBezTo>
                  <a:cubicBezTo>
                    <a:pt x="102607" y="434"/>
                    <a:pt x="102274" y="434"/>
                    <a:pt x="101907" y="434"/>
                  </a:cubicBezTo>
                  <a:cubicBezTo>
                    <a:pt x="98071" y="401"/>
                    <a:pt x="94201" y="334"/>
                    <a:pt x="90365" y="301"/>
                  </a:cubicBezTo>
                  <a:cubicBezTo>
                    <a:pt x="80792" y="234"/>
                    <a:pt x="71218" y="434"/>
                    <a:pt x="61678" y="67"/>
                  </a:cubicBezTo>
                  <a:cubicBezTo>
                    <a:pt x="47268" y="67"/>
                    <a:pt x="32824" y="67"/>
                    <a:pt x="18381" y="67"/>
                  </a:cubicBezTo>
                  <a:cubicBezTo>
                    <a:pt x="17647" y="67"/>
                    <a:pt x="16913" y="134"/>
                    <a:pt x="16179" y="200"/>
                  </a:cubicBezTo>
                  <a:cubicBezTo>
                    <a:pt x="15045" y="267"/>
                    <a:pt x="13877" y="367"/>
                    <a:pt x="12743" y="401"/>
                  </a:cubicBezTo>
                  <a:cubicBezTo>
                    <a:pt x="9207" y="401"/>
                    <a:pt x="5705" y="367"/>
                    <a:pt x="2169" y="367"/>
                  </a:cubicBezTo>
                  <a:cubicBezTo>
                    <a:pt x="1602" y="367"/>
                    <a:pt x="1035" y="401"/>
                    <a:pt x="234" y="434"/>
                  </a:cubicBezTo>
                  <a:cubicBezTo>
                    <a:pt x="234" y="1835"/>
                    <a:pt x="234" y="3136"/>
                    <a:pt x="234" y="4437"/>
                  </a:cubicBezTo>
                  <a:cubicBezTo>
                    <a:pt x="234" y="4570"/>
                    <a:pt x="368" y="4670"/>
                    <a:pt x="401" y="4804"/>
                  </a:cubicBezTo>
                  <a:cubicBezTo>
                    <a:pt x="568" y="5438"/>
                    <a:pt x="801" y="6105"/>
                    <a:pt x="868" y="6738"/>
                  </a:cubicBezTo>
                  <a:cubicBezTo>
                    <a:pt x="968" y="7739"/>
                    <a:pt x="935" y="8773"/>
                    <a:pt x="935" y="9774"/>
                  </a:cubicBezTo>
                  <a:cubicBezTo>
                    <a:pt x="935" y="10308"/>
                    <a:pt x="902" y="10841"/>
                    <a:pt x="1469" y="11342"/>
                  </a:cubicBezTo>
                  <a:cubicBezTo>
                    <a:pt x="1702" y="11542"/>
                    <a:pt x="902" y="12109"/>
                    <a:pt x="768" y="12276"/>
                  </a:cubicBezTo>
                  <a:cubicBezTo>
                    <a:pt x="1" y="13410"/>
                    <a:pt x="701" y="14477"/>
                    <a:pt x="2970" y="15245"/>
                  </a:cubicBezTo>
                  <a:cubicBezTo>
                    <a:pt x="3370" y="15378"/>
                    <a:pt x="5305" y="15044"/>
                    <a:pt x="5838" y="15078"/>
                  </a:cubicBezTo>
                  <a:cubicBezTo>
                    <a:pt x="7773" y="15211"/>
                    <a:pt x="9775" y="15278"/>
                    <a:pt x="11743" y="15411"/>
                  </a:cubicBezTo>
                  <a:cubicBezTo>
                    <a:pt x="13310" y="15478"/>
                    <a:pt x="14845" y="15612"/>
                    <a:pt x="16413" y="15712"/>
                  </a:cubicBezTo>
                  <a:cubicBezTo>
                    <a:pt x="17580" y="15778"/>
                    <a:pt x="18714" y="15878"/>
                    <a:pt x="19882" y="15878"/>
                  </a:cubicBezTo>
                  <a:cubicBezTo>
                    <a:pt x="27921" y="15945"/>
                    <a:pt x="35960" y="15978"/>
                    <a:pt x="44032" y="16012"/>
                  </a:cubicBezTo>
                  <a:cubicBezTo>
                    <a:pt x="45967" y="16012"/>
                    <a:pt x="47868" y="16012"/>
                    <a:pt x="49803" y="16012"/>
                  </a:cubicBezTo>
                  <a:cubicBezTo>
                    <a:pt x="51071" y="16045"/>
                    <a:pt x="52272" y="16145"/>
                    <a:pt x="53539" y="16179"/>
                  </a:cubicBezTo>
                  <a:cubicBezTo>
                    <a:pt x="55440" y="16212"/>
                    <a:pt x="57542" y="16379"/>
                    <a:pt x="59243" y="16179"/>
                  </a:cubicBezTo>
                  <a:cubicBezTo>
                    <a:pt x="61211" y="15978"/>
                    <a:pt x="63046" y="15978"/>
                    <a:pt x="64881" y="16079"/>
                  </a:cubicBezTo>
                  <a:cubicBezTo>
                    <a:pt x="68316" y="16279"/>
                    <a:pt x="71752" y="16012"/>
                    <a:pt x="75155" y="16079"/>
                  </a:cubicBezTo>
                  <a:cubicBezTo>
                    <a:pt x="75421" y="16079"/>
                    <a:pt x="75655" y="16079"/>
                    <a:pt x="75922" y="16045"/>
                  </a:cubicBezTo>
                  <a:cubicBezTo>
                    <a:pt x="78991" y="15778"/>
                    <a:pt x="82093" y="15578"/>
                    <a:pt x="85295" y="15545"/>
                  </a:cubicBezTo>
                  <a:cubicBezTo>
                    <a:pt x="85962" y="15545"/>
                    <a:pt x="86596" y="15445"/>
                    <a:pt x="87263" y="15445"/>
                  </a:cubicBezTo>
                  <a:cubicBezTo>
                    <a:pt x="88331" y="15411"/>
                    <a:pt x="89431" y="15411"/>
                    <a:pt x="90499" y="15411"/>
                  </a:cubicBezTo>
                  <a:cubicBezTo>
                    <a:pt x="91733" y="15445"/>
                    <a:pt x="93001" y="15545"/>
                    <a:pt x="94235" y="15545"/>
                  </a:cubicBezTo>
                  <a:lnTo>
                    <a:pt x="107578" y="15545"/>
                  </a:lnTo>
                  <a:cubicBezTo>
                    <a:pt x="107845" y="15612"/>
                    <a:pt x="108111" y="15645"/>
                    <a:pt x="108378" y="15712"/>
                  </a:cubicBezTo>
                  <a:cubicBezTo>
                    <a:pt x="108779" y="15778"/>
                    <a:pt x="109179" y="15878"/>
                    <a:pt x="109579" y="15878"/>
                  </a:cubicBezTo>
                  <a:cubicBezTo>
                    <a:pt x="112381" y="15945"/>
                    <a:pt x="115150" y="15978"/>
                    <a:pt x="117918" y="16012"/>
                  </a:cubicBezTo>
                  <a:cubicBezTo>
                    <a:pt x="118586" y="16012"/>
                    <a:pt x="119253" y="15978"/>
                    <a:pt x="119920" y="16012"/>
                  </a:cubicBezTo>
                  <a:cubicBezTo>
                    <a:pt x="120354" y="16045"/>
                    <a:pt x="120787" y="16145"/>
                    <a:pt x="121221" y="16179"/>
                  </a:cubicBezTo>
                  <a:cubicBezTo>
                    <a:pt x="121888" y="16212"/>
                    <a:pt x="122588" y="16379"/>
                    <a:pt x="123189" y="16179"/>
                  </a:cubicBezTo>
                  <a:cubicBezTo>
                    <a:pt x="123889" y="15945"/>
                    <a:pt x="124490" y="15978"/>
                    <a:pt x="125157" y="16079"/>
                  </a:cubicBezTo>
                  <a:cubicBezTo>
                    <a:pt x="126324" y="16279"/>
                    <a:pt x="127525" y="16012"/>
                    <a:pt x="128693" y="16079"/>
                  </a:cubicBezTo>
                  <a:cubicBezTo>
                    <a:pt x="128793" y="16079"/>
                    <a:pt x="128860" y="16045"/>
                    <a:pt x="128960" y="16045"/>
                  </a:cubicBezTo>
                  <a:cubicBezTo>
                    <a:pt x="130027" y="15778"/>
                    <a:pt x="131095" y="15578"/>
                    <a:pt x="132195" y="15545"/>
                  </a:cubicBezTo>
                  <a:cubicBezTo>
                    <a:pt x="132429" y="15545"/>
                    <a:pt x="132662" y="15445"/>
                    <a:pt x="132896" y="15445"/>
                  </a:cubicBezTo>
                  <a:cubicBezTo>
                    <a:pt x="133263" y="15411"/>
                    <a:pt x="133630" y="15411"/>
                    <a:pt x="133997" y="15411"/>
                  </a:cubicBezTo>
                  <a:cubicBezTo>
                    <a:pt x="134430" y="15445"/>
                    <a:pt x="134864" y="15545"/>
                    <a:pt x="135298" y="15545"/>
                  </a:cubicBezTo>
                  <a:cubicBezTo>
                    <a:pt x="142970" y="15545"/>
                    <a:pt x="150675" y="15545"/>
                    <a:pt x="158347" y="15545"/>
                  </a:cubicBezTo>
                  <a:cubicBezTo>
                    <a:pt x="160215" y="15545"/>
                    <a:pt x="162050" y="15411"/>
                    <a:pt x="163918" y="15645"/>
                  </a:cubicBezTo>
                  <a:cubicBezTo>
                    <a:pt x="163951" y="15678"/>
                    <a:pt x="164018" y="15678"/>
                    <a:pt x="164085" y="15645"/>
                  </a:cubicBezTo>
                  <a:cubicBezTo>
                    <a:pt x="165552" y="15178"/>
                    <a:pt x="167054" y="14711"/>
                    <a:pt x="168288" y="13643"/>
                  </a:cubicBezTo>
                  <a:cubicBezTo>
                    <a:pt x="168688" y="13310"/>
                    <a:pt x="169122" y="13043"/>
                    <a:pt x="169555" y="12743"/>
                  </a:cubicBezTo>
                  <a:cubicBezTo>
                    <a:pt x="170222" y="12276"/>
                    <a:pt x="170890" y="11875"/>
                    <a:pt x="171523" y="11408"/>
                  </a:cubicBezTo>
                  <a:cubicBezTo>
                    <a:pt x="171924" y="11108"/>
                    <a:pt x="172257" y="10741"/>
                    <a:pt x="172691" y="10508"/>
                  </a:cubicBezTo>
                  <a:cubicBezTo>
                    <a:pt x="173658" y="9941"/>
                    <a:pt x="174392" y="9107"/>
                    <a:pt x="175193" y="8340"/>
                  </a:cubicBezTo>
                  <a:cubicBezTo>
                    <a:pt x="175493" y="8073"/>
                    <a:pt x="175526" y="7806"/>
                    <a:pt x="175326" y="7472"/>
                  </a:cubicBezTo>
                  <a:close/>
                </a:path>
              </a:pathLst>
            </a:cu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 name="Google Shape;728;p40">
              <a:extLst>
                <a:ext uri="{FF2B5EF4-FFF2-40B4-BE49-F238E27FC236}">
                  <a16:creationId xmlns:a16="http://schemas.microsoft.com/office/drawing/2014/main" id="{C1AAB860-680E-7CC7-C8AE-B7757E466004}"/>
                </a:ext>
              </a:extLst>
            </p:cNvPr>
            <p:cNvSpPr/>
            <p:nvPr/>
          </p:nvSpPr>
          <p:spPr>
            <a:xfrm>
              <a:off x="2959200" y="1840375"/>
              <a:ext cx="4458200" cy="462025"/>
            </a:xfrm>
            <a:custGeom>
              <a:avLst/>
              <a:gdLst/>
              <a:ahLst/>
              <a:cxnLst/>
              <a:rect l="l" t="t" r="r" b="b"/>
              <a:pathLst>
                <a:path w="178328" h="18481" extrusionOk="0">
                  <a:moveTo>
                    <a:pt x="178228" y="8740"/>
                  </a:moveTo>
                  <a:cubicBezTo>
                    <a:pt x="177928" y="8240"/>
                    <a:pt x="177627" y="7706"/>
                    <a:pt x="177227" y="7306"/>
                  </a:cubicBezTo>
                  <a:cubicBezTo>
                    <a:pt x="175793" y="6005"/>
                    <a:pt x="174158" y="5004"/>
                    <a:pt x="172457" y="4137"/>
                  </a:cubicBezTo>
                  <a:cubicBezTo>
                    <a:pt x="171623" y="3703"/>
                    <a:pt x="170789" y="3270"/>
                    <a:pt x="169989" y="2836"/>
                  </a:cubicBezTo>
                  <a:cubicBezTo>
                    <a:pt x="168854" y="2269"/>
                    <a:pt x="167754" y="1668"/>
                    <a:pt x="166620" y="1168"/>
                  </a:cubicBezTo>
                  <a:cubicBezTo>
                    <a:pt x="165585" y="734"/>
                    <a:pt x="164551" y="334"/>
                    <a:pt x="163384" y="434"/>
                  </a:cubicBezTo>
                  <a:cubicBezTo>
                    <a:pt x="162383" y="534"/>
                    <a:pt x="161316" y="568"/>
                    <a:pt x="160348" y="434"/>
                  </a:cubicBezTo>
                  <a:cubicBezTo>
                    <a:pt x="159114" y="201"/>
                    <a:pt x="157913" y="301"/>
                    <a:pt x="156712" y="234"/>
                  </a:cubicBezTo>
                  <a:cubicBezTo>
                    <a:pt x="156512" y="234"/>
                    <a:pt x="156312" y="234"/>
                    <a:pt x="156112" y="201"/>
                  </a:cubicBezTo>
                  <a:cubicBezTo>
                    <a:pt x="155612" y="134"/>
                    <a:pt x="155145" y="34"/>
                    <a:pt x="154644" y="34"/>
                  </a:cubicBezTo>
                  <a:cubicBezTo>
                    <a:pt x="151976" y="34"/>
                    <a:pt x="149307" y="34"/>
                    <a:pt x="146639" y="34"/>
                  </a:cubicBezTo>
                  <a:cubicBezTo>
                    <a:pt x="146372" y="34"/>
                    <a:pt x="146105" y="1"/>
                    <a:pt x="145871" y="67"/>
                  </a:cubicBezTo>
                  <a:cubicBezTo>
                    <a:pt x="145171" y="301"/>
                    <a:pt x="144437" y="234"/>
                    <a:pt x="143703" y="234"/>
                  </a:cubicBezTo>
                  <a:cubicBezTo>
                    <a:pt x="142903" y="267"/>
                    <a:pt x="142069" y="234"/>
                    <a:pt x="141268" y="267"/>
                  </a:cubicBezTo>
                  <a:cubicBezTo>
                    <a:pt x="140801" y="267"/>
                    <a:pt x="140367" y="401"/>
                    <a:pt x="139900" y="434"/>
                  </a:cubicBezTo>
                  <a:cubicBezTo>
                    <a:pt x="139167" y="468"/>
                    <a:pt x="138399" y="468"/>
                    <a:pt x="137666" y="434"/>
                  </a:cubicBezTo>
                  <a:cubicBezTo>
                    <a:pt x="137065" y="401"/>
                    <a:pt x="136465" y="234"/>
                    <a:pt x="135831" y="234"/>
                  </a:cubicBezTo>
                  <a:cubicBezTo>
                    <a:pt x="134397" y="201"/>
                    <a:pt x="132929" y="234"/>
                    <a:pt x="131494" y="234"/>
                  </a:cubicBezTo>
                  <a:cubicBezTo>
                    <a:pt x="129626" y="234"/>
                    <a:pt x="127792" y="301"/>
                    <a:pt x="125924" y="34"/>
                  </a:cubicBezTo>
                  <a:cubicBezTo>
                    <a:pt x="125657" y="1"/>
                    <a:pt x="125357" y="1"/>
                    <a:pt x="125057" y="1"/>
                  </a:cubicBezTo>
                  <a:cubicBezTo>
                    <a:pt x="119920" y="34"/>
                    <a:pt x="114749" y="34"/>
                    <a:pt x="109579" y="34"/>
                  </a:cubicBezTo>
                  <a:cubicBezTo>
                    <a:pt x="108078" y="34"/>
                    <a:pt x="106543" y="101"/>
                    <a:pt x="105042" y="67"/>
                  </a:cubicBezTo>
                  <a:cubicBezTo>
                    <a:pt x="104575" y="34"/>
                    <a:pt x="104142" y="201"/>
                    <a:pt x="103808" y="434"/>
                  </a:cubicBezTo>
                  <a:cubicBezTo>
                    <a:pt x="102107" y="468"/>
                    <a:pt x="100406" y="468"/>
                    <a:pt x="98704" y="434"/>
                  </a:cubicBezTo>
                  <a:cubicBezTo>
                    <a:pt x="96970" y="401"/>
                    <a:pt x="95269" y="267"/>
                    <a:pt x="93534" y="234"/>
                  </a:cubicBezTo>
                  <a:cubicBezTo>
                    <a:pt x="89398" y="234"/>
                    <a:pt x="85261" y="234"/>
                    <a:pt x="81125" y="234"/>
                  </a:cubicBezTo>
                  <a:cubicBezTo>
                    <a:pt x="75855" y="234"/>
                    <a:pt x="70551" y="301"/>
                    <a:pt x="65280" y="34"/>
                  </a:cubicBezTo>
                  <a:cubicBezTo>
                    <a:pt x="64447" y="1"/>
                    <a:pt x="63613" y="1"/>
                    <a:pt x="62779" y="1"/>
                  </a:cubicBezTo>
                  <a:cubicBezTo>
                    <a:pt x="48068" y="34"/>
                    <a:pt x="33324" y="34"/>
                    <a:pt x="18614" y="34"/>
                  </a:cubicBezTo>
                  <a:cubicBezTo>
                    <a:pt x="14311" y="34"/>
                    <a:pt x="9974" y="101"/>
                    <a:pt x="5705" y="67"/>
                  </a:cubicBezTo>
                  <a:cubicBezTo>
                    <a:pt x="2602" y="34"/>
                    <a:pt x="1" y="801"/>
                    <a:pt x="334" y="1935"/>
                  </a:cubicBezTo>
                  <a:cubicBezTo>
                    <a:pt x="568" y="2803"/>
                    <a:pt x="367" y="3670"/>
                    <a:pt x="367" y="4537"/>
                  </a:cubicBezTo>
                  <a:cubicBezTo>
                    <a:pt x="367" y="5004"/>
                    <a:pt x="234" y="5504"/>
                    <a:pt x="534" y="5938"/>
                  </a:cubicBezTo>
                  <a:cubicBezTo>
                    <a:pt x="1035" y="6739"/>
                    <a:pt x="968" y="7539"/>
                    <a:pt x="968" y="8340"/>
                  </a:cubicBezTo>
                  <a:cubicBezTo>
                    <a:pt x="968" y="9341"/>
                    <a:pt x="935" y="10375"/>
                    <a:pt x="901" y="11375"/>
                  </a:cubicBezTo>
                  <a:cubicBezTo>
                    <a:pt x="901" y="11609"/>
                    <a:pt x="801" y="11876"/>
                    <a:pt x="1001" y="12076"/>
                  </a:cubicBezTo>
                  <a:cubicBezTo>
                    <a:pt x="1902" y="13210"/>
                    <a:pt x="834" y="14378"/>
                    <a:pt x="1268" y="15512"/>
                  </a:cubicBezTo>
                  <a:cubicBezTo>
                    <a:pt x="1535" y="16179"/>
                    <a:pt x="2502" y="17046"/>
                    <a:pt x="4003" y="17380"/>
                  </a:cubicBezTo>
                  <a:cubicBezTo>
                    <a:pt x="6372" y="17947"/>
                    <a:pt x="9607" y="17680"/>
                    <a:pt x="12276" y="17747"/>
                  </a:cubicBezTo>
                  <a:cubicBezTo>
                    <a:pt x="15011" y="17813"/>
                    <a:pt x="17747" y="17780"/>
                    <a:pt x="20482" y="17813"/>
                  </a:cubicBezTo>
                  <a:cubicBezTo>
                    <a:pt x="22450" y="17847"/>
                    <a:pt x="24418" y="17947"/>
                    <a:pt x="26386" y="17980"/>
                  </a:cubicBezTo>
                  <a:cubicBezTo>
                    <a:pt x="30255" y="18047"/>
                    <a:pt x="34158" y="17813"/>
                    <a:pt x="37994" y="18214"/>
                  </a:cubicBezTo>
                  <a:cubicBezTo>
                    <a:pt x="38595" y="18280"/>
                    <a:pt x="39295" y="18247"/>
                    <a:pt x="39962" y="18247"/>
                  </a:cubicBezTo>
                  <a:cubicBezTo>
                    <a:pt x="44032" y="18247"/>
                    <a:pt x="48068" y="18247"/>
                    <a:pt x="52138" y="18247"/>
                  </a:cubicBezTo>
                  <a:cubicBezTo>
                    <a:pt x="52938" y="18247"/>
                    <a:pt x="53772" y="18280"/>
                    <a:pt x="54606" y="18314"/>
                  </a:cubicBezTo>
                  <a:cubicBezTo>
                    <a:pt x="55640" y="18380"/>
                    <a:pt x="56708" y="18447"/>
                    <a:pt x="57775" y="18447"/>
                  </a:cubicBezTo>
                  <a:cubicBezTo>
                    <a:pt x="60744" y="18480"/>
                    <a:pt x="63713" y="18480"/>
                    <a:pt x="66715" y="18447"/>
                  </a:cubicBezTo>
                  <a:cubicBezTo>
                    <a:pt x="69684" y="18447"/>
                    <a:pt x="72686" y="18447"/>
                    <a:pt x="75621" y="18280"/>
                  </a:cubicBezTo>
                  <a:cubicBezTo>
                    <a:pt x="79791" y="18013"/>
                    <a:pt x="83927" y="17880"/>
                    <a:pt x="88163" y="17880"/>
                  </a:cubicBezTo>
                  <a:cubicBezTo>
                    <a:pt x="95869" y="17913"/>
                    <a:pt x="103574" y="17913"/>
                    <a:pt x="111280" y="17913"/>
                  </a:cubicBezTo>
                  <a:cubicBezTo>
                    <a:pt x="111614" y="17947"/>
                    <a:pt x="111947" y="17980"/>
                    <a:pt x="112314" y="17980"/>
                  </a:cubicBezTo>
                  <a:cubicBezTo>
                    <a:pt x="113648" y="18047"/>
                    <a:pt x="115049" y="17847"/>
                    <a:pt x="116384" y="18214"/>
                  </a:cubicBezTo>
                  <a:cubicBezTo>
                    <a:pt x="116584" y="18280"/>
                    <a:pt x="116851" y="18247"/>
                    <a:pt x="117051" y="18247"/>
                  </a:cubicBezTo>
                  <a:cubicBezTo>
                    <a:pt x="118485" y="18247"/>
                    <a:pt x="119920" y="18247"/>
                    <a:pt x="121321" y="18247"/>
                  </a:cubicBezTo>
                  <a:cubicBezTo>
                    <a:pt x="121621" y="18247"/>
                    <a:pt x="121888" y="18280"/>
                    <a:pt x="122188" y="18314"/>
                  </a:cubicBezTo>
                  <a:cubicBezTo>
                    <a:pt x="122555" y="18380"/>
                    <a:pt x="122922" y="18447"/>
                    <a:pt x="123289" y="18480"/>
                  </a:cubicBezTo>
                  <a:cubicBezTo>
                    <a:pt x="124356" y="18480"/>
                    <a:pt x="125390" y="18480"/>
                    <a:pt x="126424" y="18480"/>
                  </a:cubicBezTo>
                  <a:cubicBezTo>
                    <a:pt x="127492" y="18447"/>
                    <a:pt x="128526" y="18480"/>
                    <a:pt x="129560" y="18280"/>
                  </a:cubicBezTo>
                  <a:cubicBezTo>
                    <a:pt x="131027" y="18013"/>
                    <a:pt x="132462" y="17880"/>
                    <a:pt x="133963" y="17913"/>
                  </a:cubicBezTo>
                  <a:cubicBezTo>
                    <a:pt x="138700" y="17913"/>
                    <a:pt x="143470" y="17913"/>
                    <a:pt x="148240" y="17913"/>
                  </a:cubicBezTo>
                  <a:lnTo>
                    <a:pt x="148240" y="17913"/>
                  </a:lnTo>
                  <a:cubicBezTo>
                    <a:pt x="153343" y="17913"/>
                    <a:pt x="158480" y="17913"/>
                    <a:pt x="163617" y="17913"/>
                  </a:cubicBezTo>
                  <a:cubicBezTo>
                    <a:pt x="164651" y="17947"/>
                    <a:pt x="165652" y="17913"/>
                    <a:pt x="166620" y="17546"/>
                  </a:cubicBezTo>
                  <a:cubicBezTo>
                    <a:pt x="167854" y="17079"/>
                    <a:pt x="169121" y="16679"/>
                    <a:pt x="170222" y="15845"/>
                  </a:cubicBezTo>
                  <a:cubicBezTo>
                    <a:pt x="170789" y="15412"/>
                    <a:pt x="171423" y="15045"/>
                    <a:pt x="172023" y="14644"/>
                  </a:cubicBezTo>
                  <a:cubicBezTo>
                    <a:pt x="172290" y="14444"/>
                    <a:pt x="172557" y="14277"/>
                    <a:pt x="172824" y="14111"/>
                  </a:cubicBezTo>
                  <a:cubicBezTo>
                    <a:pt x="173491" y="13610"/>
                    <a:pt x="174092" y="13043"/>
                    <a:pt x="174792" y="12676"/>
                  </a:cubicBezTo>
                  <a:cubicBezTo>
                    <a:pt x="175459" y="12309"/>
                    <a:pt x="175960" y="11809"/>
                    <a:pt x="176493" y="11309"/>
                  </a:cubicBezTo>
                  <a:cubicBezTo>
                    <a:pt x="176760" y="11042"/>
                    <a:pt x="177094" y="10808"/>
                    <a:pt x="177361" y="10541"/>
                  </a:cubicBezTo>
                  <a:cubicBezTo>
                    <a:pt x="177661" y="10174"/>
                    <a:pt x="177994" y="9774"/>
                    <a:pt x="178228" y="9341"/>
                  </a:cubicBezTo>
                  <a:cubicBezTo>
                    <a:pt x="178328" y="9207"/>
                    <a:pt x="178328" y="8907"/>
                    <a:pt x="178228" y="8740"/>
                  </a:cubicBezTo>
                  <a:close/>
                  <a:moveTo>
                    <a:pt x="176627" y="9441"/>
                  </a:moveTo>
                  <a:cubicBezTo>
                    <a:pt x="175826" y="10208"/>
                    <a:pt x="175126" y="11042"/>
                    <a:pt x="174125" y="11609"/>
                  </a:cubicBezTo>
                  <a:cubicBezTo>
                    <a:pt x="173691" y="11842"/>
                    <a:pt x="173358" y="12209"/>
                    <a:pt x="172957" y="12509"/>
                  </a:cubicBezTo>
                  <a:cubicBezTo>
                    <a:pt x="172324" y="12976"/>
                    <a:pt x="171656" y="13377"/>
                    <a:pt x="170989" y="13844"/>
                  </a:cubicBezTo>
                  <a:cubicBezTo>
                    <a:pt x="170556" y="14144"/>
                    <a:pt x="170122" y="14411"/>
                    <a:pt x="169722" y="14744"/>
                  </a:cubicBezTo>
                  <a:cubicBezTo>
                    <a:pt x="168488" y="15812"/>
                    <a:pt x="166986" y="16279"/>
                    <a:pt x="165519" y="16746"/>
                  </a:cubicBezTo>
                  <a:cubicBezTo>
                    <a:pt x="165452" y="16779"/>
                    <a:pt x="165385" y="16779"/>
                    <a:pt x="165352" y="16746"/>
                  </a:cubicBezTo>
                  <a:cubicBezTo>
                    <a:pt x="163484" y="16512"/>
                    <a:pt x="161649" y="16679"/>
                    <a:pt x="159781" y="16646"/>
                  </a:cubicBezTo>
                  <a:cubicBezTo>
                    <a:pt x="152109" y="16646"/>
                    <a:pt x="144404" y="16646"/>
                    <a:pt x="136732" y="16646"/>
                  </a:cubicBezTo>
                  <a:cubicBezTo>
                    <a:pt x="136298" y="16646"/>
                    <a:pt x="135864" y="16546"/>
                    <a:pt x="135431" y="16512"/>
                  </a:cubicBezTo>
                  <a:cubicBezTo>
                    <a:pt x="135064" y="16512"/>
                    <a:pt x="134697" y="16512"/>
                    <a:pt x="134330" y="16546"/>
                  </a:cubicBezTo>
                  <a:cubicBezTo>
                    <a:pt x="134096" y="16546"/>
                    <a:pt x="133863" y="16646"/>
                    <a:pt x="133629" y="16646"/>
                  </a:cubicBezTo>
                  <a:cubicBezTo>
                    <a:pt x="132529" y="16679"/>
                    <a:pt x="131461" y="16879"/>
                    <a:pt x="130394" y="17146"/>
                  </a:cubicBezTo>
                  <a:cubicBezTo>
                    <a:pt x="130327" y="17146"/>
                    <a:pt x="130227" y="17180"/>
                    <a:pt x="130127" y="17180"/>
                  </a:cubicBezTo>
                  <a:cubicBezTo>
                    <a:pt x="129393" y="17146"/>
                    <a:pt x="128659" y="17213"/>
                    <a:pt x="127892" y="17246"/>
                  </a:cubicBezTo>
                  <a:cubicBezTo>
                    <a:pt x="127191" y="17046"/>
                    <a:pt x="126524" y="16846"/>
                    <a:pt x="125824" y="16646"/>
                  </a:cubicBezTo>
                  <a:lnTo>
                    <a:pt x="109012" y="16646"/>
                  </a:lnTo>
                  <a:cubicBezTo>
                    <a:pt x="108745" y="16579"/>
                    <a:pt x="108478" y="16546"/>
                    <a:pt x="108211" y="16479"/>
                  </a:cubicBezTo>
                  <a:cubicBezTo>
                    <a:pt x="108178" y="16479"/>
                    <a:pt x="108111" y="16479"/>
                    <a:pt x="108078" y="16479"/>
                  </a:cubicBezTo>
                  <a:lnTo>
                    <a:pt x="104909" y="16479"/>
                  </a:lnTo>
                  <a:cubicBezTo>
                    <a:pt x="104642" y="16512"/>
                    <a:pt x="104375" y="16512"/>
                    <a:pt x="104108" y="16546"/>
                  </a:cubicBezTo>
                  <a:lnTo>
                    <a:pt x="104108" y="16546"/>
                  </a:lnTo>
                  <a:cubicBezTo>
                    <a:pt x="104142" y="16579"/>
                    <a:pt x="104175" y="16612"/>
                    <a:pt x="104175" y="16646"/>
                  </a:cubicBezTo>
                  <a:lnTo>
                    <a:pt x="96069" y="16646"/>
                  </a:lnTo>
                  <a:cubicBezTo>
                    <a:pt x="94868" y="16646"/>
                    <a:pt x="93634" y="16546"/>
                    <a:pt x="92400" y="16512"/>
                  </a:cubicBezTo>
                  <a:cubicBezTo>
                    <a:pt x="91332" y="16512"/>
                    <a:pt x="90265" y="16512"/>
                    <a:pt x="89198" y="16546"/>
                  </a:cubicBezTo>
                  <a:cubicBezTo>
                    <a:pt x="88564" y="16546"/>
                    <a:pt x="87930" y="16646"/>
                    <a:pt x="87263" y="16646"/>
                  </a:cubicBezTo>
                  <a:cubicBezTo>
                    <a:pt x="84127" y="16679"/>
                    <a:pt x="81058" y="16879"/>
                    <a:pt x="78023" y="17146"/>
                  </a:cubicBezTo>
                  <a:cubicBezTo>
                    <a:pt x="77789" y="17180"/>
                    <a:pt x="77523" y="17180"/>
                    <a:pt x="77289" y="17180"/>
                  </a:cubicBezTo>
                  <a:cubicBezTo>
                    <a:pt x="73920" y="17113"/>
                    <a:pt x="70551" y="17380"/>
                    <a:pt x="67148" y="17180"/>
                  </a:cubicBezTo>
                  <a:cubicBezTo>
                    <a:pt x="65314" y="17079"/>
                    <a:pt x="63513" y="17079"/>
                    <a:pt x="61578" y="17280"/>
                  </a:cubicBezTo>
                  <a:cubicBezTo>
                    <a:pt x="59910" y="17480"/>
                    <a:pt x="57842" y="17313"/>
                    <a:pt x="55940" y="17280"/>
                  </a:cubicBezTo>
                  <a:cubicBezTo>
                    <a:pt x="54706" y="17246"/>
                    <a:pt x="53505" y="17146"/>
                    <a:pt x="52271" y="17113"/>
                  </a:cubicBezTo>
                  <a:cubicBezTo>
                    <a:pt x="50370" y="17113"/>
                    <a:pt x="48468" y="17113"/>
                    <a:pt x="46567" y="17113"/>
                  </a:cubicBezTo>
                  <a:cubicBezTo>
                    <a:pt x="38628" y="17079"/>
                    <a:pt x="30689" y="17046"/>
                    <a:pt x="22750" y="16979"/>
                  </a:cubicBezTo>
                  <a:cubicBezTo>
                    <a:pt x="21616" y="16979"/>
                    <a:pt x="20482" y="16879"/>
                    <a:pt x="19348" y="16813"/>
                  </a:cubicBezTo>
                  <a:cubicBezTo>
                    <a:pt x="17813" y="16713"/>
                    <a:pt x="16279" y="16579"/>
                    <a:pt x="14744" y="16512"/>
                  </a:cubicBezTo>
                  <a:cubicBezTo>
                    <a:pt x="12776" y="16379"/>
                    <a:pt x="9140" y="16312"/>
                    <a:pt x="7206" y="16179"/>
                  </a:cubicBezTo>
                  <a:cubicBezTo>
                    <a:pt x="6705" y="16112"/>
                    <a:pt x="4704" y="16279"/>
                    <a:pt x="4304" y="16145"/>
                  </a:cubicBezTo>
                  <a:cubicBezTo>
                    <a:pt x="2069" y="15378"/>
                    <a:pt x="1869" y="14244"/>
                    <a:pt x="2636" y="13077"/>
                  </a:cubicBezTo>
                  <a:cubicBezTo>
                    <a:pt x="2736" y="12910"/>
                    <a:pt x="3270" y="12409"/>
                    <a:pt x="3069" y="12243"/>
                  </a:cubicBezTo>
                  <a:cubicBezTo>
                    <a:pt x="2502" y="11709"/>
                    <a:pt x="2402" y="11409"/>
                    <a:pt x="2402" y="10875"/>
                  </a:cubicBezTo>
                  <a:cubicBezTo>
                    <a:pt x="2369" y="9874"/>
                    <a:pt x="2402" y="8840"/>
                    <a:pt x="2302" y="7839"/>
                  </a:cubicBezTo>
                  <a:cubicBezTo>
                    <a:pt x="2269" y="7206"/>
                    <a:pt x="2002" y="6539"/>
                    <a:pt x="1835" y="5905"/>
                  </a:cubicBezTo>
                  <a:cubicBezTo>
                    <a:pt x="1802" y="5771"/>
                    <a:pt x="1702" y="5671"/>
                    <a:pt x="1702" y="5538"/>
                  </a:cubicBezTo>
                  <a:cubicBezTo>
                    <a:pt x="1668" y="4237"/>
                    <a:pt x="1668" y="2936"/>
                    <a:pt x="1668" y="1535"/>
                  </a:cubicBezTo>
                  <a:cubicBezTo>
                    <a:pt x="2469" y="1502"/>
                    <a:pt x="4737" y="1435"/>
                    <a:pt x="5304" y="1468"/>
                  </a:cubicBezTo>
                  <a:cubicBezTo>
                    <a:pt x="8773" y="1468"/>
                    <a:pt x="12243" y="1502"/>
                    <a:pt x="15712" y="1468"/>
                  </a:cubicBezTo>
                  <a:cubicBezTo>
                    <a:pt x="16846" y="1468"/>
                    <a:pt x="17980" y="1335"/>
                    <a:pt x="19114" y="1268"/>
                  </a:cubicBezTo>
                  <a:cubicBezTo>
                    <a:pt x="19815" y="1235"/>
                    <a:pt x="20549" y="1168"/>
                    <a:pt x="21282" y="1168"/>
                  </a:cubicBezTo>
                  <a:cubicBezTo>
                    <a:pt x="35526" y="1168"/>
                    <a:pt x="49736" y="1168"/>
                    <a:pt x="63980" y="1168"/>
                  </a:cubicBezTo>
                  <a:cubicBezTo>
                    <a:pt x="73386" y="1535"/>
                    <a:pt x="82826" y="1301"/>
                    <a:pt x="92266" y="1402"/>
                  </a:cubicBezTo>
                  <a:cubicBezTo>
                    <a:pt x="95902" y="1402"/>
                    <a:pt x="99538" y="1502"/>
                    <a:pt x="103174" y="1535"/>
                  </a:cubicBezTo>
                  <a:cubicBezTo>
                    <a:pt x="103174" y="1535"/>
                    <a:pt x="103174" y="1568"/>
                    <a:pt x="103174" y="1568"/>
                  </a:cubicBezTo>
                  <a:cubicBezTo>
                    <a:pt x="103508" y="1568"/>
                    <a:pt x="103875" y="1568"/>
                    <a:pt x="104242" y="1602"/>
                  </a:cubicBezTo>
                  <a:lnTo>
                    <a:pt x="104242" y="1535"/>
                  </a:lnTo>
                  <a:cubicBezTo>
                    <a:pt x="104242" y="1535"/>
                    <a:pt x="104275" y="1535"/>
                    <a:pt x="104275" y="1535"/>
                  </a:cubicBezTo>
                  <a:cubicBezTo>
                    <a:pt x="104742" y="1502"/>
                    <a:pt x="105209" y="1502"/>
                    <a:pt x="105676" y="1468"/>
                  </a:cubicBezTo>
                  <a:cubicBezTo>
                    <a:pt x="106643" y="1468"/>
                    <a:pt x="107611" y="1502"/>
                    <a:pt x="108545" y="1468"/>
                  </a:cubicBezTo>
                  <a:cubicBezTo>
                    <a:pt x="108845" y="1468"/>
                    <a:pt x="109112" y="1402"/>
                    <a:pt x="109412" y="1335"/>
                  </a:cubicBezTo>
                  <a:cubicBezTo>
                    <a:pt x="112081" y="1335"/>
                    <a:pt x="114783" y="1368"/>
                    <a:pt x="117484" y="1335"/>
                  </a:cubicBezTo>
                  <a:lnTo>
                    <a:pt x="118285" y="1335"/>
                  </a:lnTo>
                  <a:cubicBezTo>
                    <a:pt x="118352" y="1301"/>
                    <a:pt x="118485" y="1235"/>
                    <a:pt x="118552" y="1168"/>
                  </a:cubicBezTo>
                  <a:cubicBezTo>
                    <a:pt x="120854" y="1168"/>
                    <a:pt x="123189" y="1168"/>
                    <a:pt x="125490" y="1168"/>
                  </a:cubicBezTo>
                  <a:cubicBezTo>
                    <a:pt x="128759" y="1535"/>
                    <a:pt x="132095" y="1301"/>
                    <a:pt x="135397" y="1368"/>
                  </a:cubicBezTo>
                  <a:cubicBezTo>
                    <a:pt x="136732" y="1402"/>
                    <a:pt x="138066" y="1502"/>
                    <a:pt x="139367" y="1535"/>
                  </a:cubicBezTo>
                  <a:cubicBezTo>
                    <a:pt x="139700" y="1535"/>
                    <a:pt x="140001" y="1468"/>
                    <a:pt x="140334" y="1435"/>
                  </a:cubicBezTo>
                  <a:cubicBezTo>
                    <a:pt x="140601" y="1402"/>
                    <a:pt x="140901" y="1335"/>
                    <a:pt x="141201" y="1335"/>
                  </a:cubicBezTo>
                  <a:cubicBezTo>
                    <a:pt x="142202" y="1335"/>
                    <a:pt x="143203" y="1335"/>
                    <a:pt x="144237" y="1335"/>
                  </a:cubicBezTo>
                  <a:cubicBezTo>
                    <a:pt x="144837" y="1335"/>
                    <a:pt x="145438" y="1402"/>
                    <a:pt x="146038" y="1168"/>
                  </a:cubicBezTo>
                  <a:cubicBezTo>
                    <a:pt x="146238" y="1101"/>
                    <a:pt x="146505" y="1135"/>
                    <a:pt x="146739" y="1135"/>
                  </a:cubicBezTo>
                  <a:cubicBezTo>
                    <a:pt x="149407" y="1135"/>
                    <a:pt x="152076" y="1135"/>
                    <a:pt x="154744" y="1135"/>
                  </a:cubicBezTo>
                  <a:cubicBezTo>
                    <a:pt x="155078" y="1135"/>
                    <a:pt x="155412" y="1235"/>
                    <a:pt x="155745" y="1268"/>
                  </a:cubicBezTo>
                  <a:cubicBezTo>
                    <a:pt x="155979" y="1301"/>
                    <a:pt x="156212" y="1335"/>
                    <a:pt x="156446" y="1335"/>
                  </a:cubicBezTo>
                  <a:cubicBezTo>
                    <a:pt x="156913" y="1368"/>
                    <a:pt x="157380" y="1368"/>
                    <a:pt x="157847" y="1335"/>
                  </a:cubicBezTo>
                  <a:cubicBezTo>
                    <a:pt x="158881" y="1301"/>
                    <a:pt x="159915" y="1502"/>
                    <a:pt x="160915" y="1702"/>
                  </a:cubicBezTo>
                  <a:cubicBezTo>
                    <a:pt x="161149" y="1768"/>
                    <a:pt x="161382" y="1802"/>
                    <a:pt x="161616" y="1802"/>
                  </a:cubicBezTo>
                  <a:cubicBezTo>
                    <a:pt x="162884" y="1735"/>
                    <a:pt x="164051" y="2135"/>
                    <a:pt x="165285" y="2336"/>
                  </a:cubicBezTo>
                  <a:cubicBezTo>
                    <a:pt x="166019" y="2469"/>
                    <a:pt x="166786" y="2502"/>
                    <a:pt x="167453" y="2836"/>
                  </a:cubicBezTo>
                  <a:cubicBezTo>
                    <a:pt x="168221" y="3169"/>
                    <a:pt x="168988" y="3536"/>
                    <a:pt x="169755" y="3903"/>
                  </a:cubicBezTo>
                  <a:cubicBezTo>
                    <a:pt x="170656" y="4370"/>
                    <a:pt x="171523" y="4771"/>
                    <a:pt x="172390" y="5304"/>
                  </a:cubicBezTo>
                  <a:cubicBezTo>
                    <a:pt x="173791" y="6138"/>
                    <a:pt x="175192" y="6939"/>
                    <a:pt x="176360" y="8073"/>
                  </a:cubicBezTo>
                  <a:cubicBezTo>
                    <a:pt x="176527" y="8240"/>
                    <a:pt x="176660" y="8373"/>
                    <a:pt x="176760" y="8573"/>
                  </a:cubicBezTo>
                  <a:cubicBezTo>
                    <a:pt x="176960" y="8907"/>
                    <a:pt x="176927" y="9174"/>
                    <a:pt x="176627" y="944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 name="Google Shape;729;p40">
            <a:extLst>
              <a:ext uri="{FF2B5EF4-FFF2-40B4-BE49-F238E27FC236}">
                <a16:creationId xmlns:a16="http://schemas.microsoft.com/office/drawing/2014/main" id="{640E5438-B76D-3380-7560-DF41C8319D0B}"/>
              </a:ext>
            </a:extLst>
          </p:cNvPr>
          <p:cNvGrpSpPr/>
          <p:nvPr/>
        </p:nvGrpSpPr>
        <p:grpSpPr>
          <a:xfrm flipH="1">
            <a:off x="7429000" y="6079308"/>
            <a:ext cx="4458200" cy="462025"/>
            <a:chOff x="2959200" y="1840375"/>
            <a:chExt cx="4458200" cy="462025"/>
          </a:xfrm>
        </p:grpSpPr>
        <p:sp>
          <p:nvSpPr>
            <p:cNvPr id="151" name="Google Shape;730;p40">
              <a:extLst>
                <a:ext uri="{FF2B5EF4-FFF2-40B4-BE49-F238E27FC236}">
                  <a16:creationId xmlns:a16="http://schemas.microsoft.com/office/drawing/2014/main" id="{48E2FBA6-2E03-BD2A-BCC5-0294D8C5BABB}"/>
                </a:ext>
              </a:extLst>
            </p:cNvPr>
            <p:cNvSpPr/>
            <p:nvPr/>
          </p:nvSpPr>
          <p:spPr>
            <a:xfrm>
              <a:off x="2995050" y="1867900"/>
              <a:ext cx="4388175" cy="409475"/>
            </a:xfrm>
            <a:custGeom>
              <a:avLst/>
              <a:gdLst/>
              <a:ahLst/>
              <a:cxnLst/>
              <a:rect l="l" t="t" r="r" b="b"/>
              <a:pathLst>
                <a:path w="175527" h="16379" extrusionOk="0">
                  <a:moveTo>
                    <a:pt x="175326" y="7472"/>
                  </a:moveTo>
                  <a:cubicBezTo>
                    <a:pt x="175226" y="7306"/>
                    <a:pt x="175093" y="7139"/>
                    <a:pt x="174959" y="7005"/>
                  </a:cubicBezTo>
                  <a:cubicBezTo>
                    <a:pt x="173758" y="5838"/>
                    <a:pt x="172357" y="5037"/>
                    <a:pt x="170956" y="4203"/>
                  </a:cubicBezTo>
                  <a:cubicBezTo>
                    <a:pt x="170122" y="3703"/>
                    <a:pt x="169222" y="3269"/>
                    <a:pt x="168321" y="2836"/>
                  </a:cubicBezTo>
                  <a:cubicBezTo>
                    <a:pt x="167587" y="2435"/>
                    <a:pt x="166820" y="2102"/>
                    <a:pt x="166053" y="1735"/>
                  </a:cubicBezTo>
                  <a:cubicBezTo>
                    <a:pt x="165352" y="1401"/>
                    <a:pt x="164585" y="1368"/>
                    <a:pt x="163851" y="1268"/>
                  </a:cubicBezTo>
                  <a:cubicBezTo>
                    <a:pt x="162650" y="1034"/>
                    <a:pt x="161450" y="634"/>
                    <a:pt x="160182" y="701"/>
                  </a:cubicBezTo>
                  <a:cubicBezTo>
                    <a:pt x="159948" y="701"/>
                    <a:pt x="159715" y="667"/>
                    <a:pt x="159515" y="601"/>
                  </a:cubicBezTo>
                  <a:cubicBezTo>
                    <a:pt x="158481" y="401"/>
                    <a:pt x="157447" y="200"/>
                    <a:pt x="156413" y="267"/>
                  </a:cubicBezTo>
                  <a:cubicBezTo>
                    <a:pt x="155946" y="267"/>
                    <a:pt x="155479" y="267"/>
                    <a:pt x="155012" y="267"/>
                  </a:cubicBezTo>
                  <a:cubicBezTo>
                    <a:pt x="154778" y="267"/>
                    <a:pt x="154578" y="200"/>
                    <a:pt x="154344" y="167"/>
                  </a:cubicBezTo>
                  <a:cubicBezTo>
                    <a:pt x="153978" y="134"/>
                    <a:pt x="153644" y="67"/>
                    <a:pt x="153310" y="67"/>
                  </a:cubicBezTo>
                  <a:cubicBezTo>
                    <a:pt x="150642" y="34"/>
                    <a:pt x="147973" y="34"/>
                    <a:pt x="145305" y="34"/>
                  </a:cubicBezTo>
                  <a:cubicBezTo>
                    <a:pt x="145071" y="34"/>
                    <a:pt x="144804" y="0"/>
                    <a:pt x="144604" y="67"/>
                  </a:cubicBezTo>
                  <a:cubicBezTo>
                    <a:pt x="144004" y="301"/>
                    <a:pt x="143403" y="267"/>
                    <a:pt x="142803" y="267"/>
                  </a:cubicBezTo>
                  <a:cubicBezTo>
                    <a:pt x="141802" y="267"/>
                    <a:pt x="140768" y="234"/>
                    <a:pt x="139767" y="267"/>
                  </a:cubicBezTo>
                  <a:cubicBezTo>
                    <a:pt x="139467" y="267"/>
                    <a:pt x="139200" y="301"/>
                    <a:pt x="138900" y="334"/>
                  </a:cubicBezTo>
                  <a:cubicBezTo>
                    <a:pt x="138600" y="367"/>
                    <a:pt x="138266" y="467"/>
                    <a:pt x="137966" y="434"/>
                  </a:cubicBezTo>
                  <a:cubicBezTo>
                    <a:pt x="136632" y="401"/>
                    <a:pt x="135298" y="334"/>
                    <a:pt x="133963" y="301"/>
                  </a:cubicBezTo>
                  <a:cubicBezTo>
                    <a:pt x="130661" y="234"/>
                    <a:pt x="127359" y="434"/>
                    <a:pt x="124056" y="67"/>
                  </a:cubicBezTo>
                  <a:cubicBezTo>
                    <a:pt x="119053" y="67"/>
                    <a:pt x="114082" y="67"/>
                    <a:pt x="109079" y="67"/>
                  </a:cubicBezTo>
                  <a:cubicBezTo>
                    <a:pt x="108812" y="67"/>
                    <a:pt x="108578" y="134"/>
                    <a:pt x="108312" y="200"/>
                  </a:cubicBezTo>
                  <a:cubicBezTo>
                    <a:pt x="108211" y="200"/>
                    <a:pt x="108078" y="234"/>
                    <a:pt x="107978" y="267"/>
                  </a:cubicBezTo>
                  <a:lnTo>
                    <a:pt x="107144" y="267"/>
                  </a:lnTo>
                  <a:cubicBezTo>
                    <a:pt x="106310" y="267"/>
                    <a:pt x="105476" y="301"/>
                    <a:pt x="104642" y="334"/>
                  </a:cubicBezTo>
                  <a:cubicBezTo>
                    <a:pt x="104442" y="334"/>
                    <a:pt x="104242" y="367"/>
                    <a:pt x="104008" y="367"/>
                  </a:cubicBezTo>
                  <a:cubicBezTo>
                    <a:pt x="103842" y="367"/>
                    <a:pt x="103642" y="367"/>
                    <a:pt x="103475" y="367"/>
                  </a:cubicBezTo>
                  <a:cubicBezTo>
                    <a:pt x="103308" y="367"/>
                    <a:pt x="103141" y="401"/>
                    <a:pt x="102941" y="434"/>
                  </a:cubicBezTo>
                  <a:cubicBezTo>
                    <a:pt x="102607" y="434"/>
                    <a:pt x="102274" y="434"/>
                    <a:pt x="101907" y="434"/>
                  </a:cubicBezTo>
                  <a:cubicBezTo>
                    <a:pt x="98071" y="401"/>
                    <a:pt x="94201" y="334"/>
                    <a:pt x="90365" y="301"/>
                  </a:cubicBezTo>
                  <a:cubicBezTo>
                    <a:pt x="80792" y="234"/>
                    <a:pt x="71218" y="434"/>
                    <a:pt x="61678" y="67"/>
                  </a:cubicBezTo>
                  <a:cubicBezTo>
                    <a:pt x="47268" y="67"/>
                    <a:pt x="32824" y="67"/>
                    <a:pt x="18381" y="67"/>
                  </a:cubicBezTo>
                  <a:cubicBezTo>
                    <a:pt x="17647" y="67"/>
                    <a:pt x="16913" y="134"/>
                    <a:pt x="16179" y="200"/>
                  </a:cubicBezTo>
                  <a:cubicBezTo>
                    <a:pt x="15045" y="267"/>
                    <a:pt x="13877" y="367"/>
                    <a:pt x="12743" y="401"/>
                  </a:cubicBezTo>
                  <a:cubicBezTo>
                    <a:pt x="9207" y="401"/>
                    <a:pt x="5705" y="367"/>
                    <a:pt x="2169" y="367"/>
                  </a:cubicBezTo>
                  <a:cubicBezTo>
                    <a:pt x="1602" y="367"/>
                    <a:pt x="1035" y="401"/>
                    <a:pt x="234" y="434"/>
                  </a:cubicBezTo>
                  <a:cubicBezTo>
                    <a:pt x="234" y="1835"/>
                    <a:pt x="234" y="3136"/>
                    <a:pt x="234" y="4437"/>
                  </a:cubicBezTo>
                  <a:cubicBezTo>
                    <a:pt x="234" y="4570"/>
                    <a:pt x="368" y="4670"/>
                    <a:pt x="401" y="4804"/>
                  </a:cubicBezTo>
                  <a:cubicBezTo>
                    <a:pt x="568" y="5438"/>
                    <a:pt x="801" y="6105"/>
                    <a:pt x="868" y="6738"/>
                  </a:cubicBezTo>
                  <a:cubicBezTo>
                    <a:pt x="968" y="7739"/>
                    <a:pt x="935" y="8773"/>
                    <a:pt x="935" y="9774"/>
                  </a:cubicBezTo>
                  <a:cubicBezTo>
                    <a:pt x="935" y="10308"/>
                    <a:pt x="902" y="10841"/>
                    <a:pt x="1469" y="11342"/>
                  </a:cubicBezTo>
                  <a:cubicBezTo>
                    <a:pt x="1702" y="11542"/>
                    <a:pt x="902" y="12109"/>
                    <a:pt x="768" y="12276"/>
                  </a:cubicBezTo>
                  <a:cubicBezTo>
                    <a:pt x="1" y="13410"/>
                    <a:pt x="701" y="14477"/>
                    <a:pt x="2970" y="15245"/>
                  </a:cubicBezTo>
                  <a:cubicBezTo>
                    <a:pt x="3370" y="15378"/>
                    <a:pt x="5305" y="15044"/>
                    <a:pt x="5838" y="15078"/>
                  </a:cubicBezTo>
                  <a:cubicBezTo>
                    <a:pt x="7773" y="15211"/>
                    <a:pt x="9775" y="15278"/>
                    <a:pt x="11743" y="15411"/>
                  </a:cubicBezTo>
                  <a:cubicBezTo>
                    <a:pt x="13310" y="15478"/>
                    <a:pt x="14845" y="15612"/>
                    <a:pt x="16413" y="15712"/>
                  </a:cubicBezTo>
                  <a:cubicBezTo>
                    <a:pt x="17580" y="15778"/>
                    <a:pt x="18714" y="15878"/>
                    <a:pt x="19882" y="15878"/>
                  </a:cubicBezTo>
                  <a:cubicBezTo>
                    <a:pt x="27921" y="15945"/>
                    <a:pt x="35960" y="15978"/>
                    <a:pt x="44032" y="16012"/>
                  </a:cubicBezTo>
                  <a:cubicBezTo>
                    <a:pt x="45967" y="16012"/>
                    <a:pt x="47868" y="16012"/>
                    <a:pt x="49803" y="16012"/>
                  </a:cubicBezTo>
                  <a:cubicBezTo>
                    <a:pt x="51071" y="16045"/>
                    <a:pt x="52272" y="16145"/>
                    <a:pt x="53539" y="16179"/>
                  </a:cubicBezTo>
                  <a:cubicBezTo>
                    <a:pt x="55440" y="16212"/>
                    <a:pt x="57542" y="16379"/>
                    <a:pt x="59243" y="16179"/>
                  </a:cubicBezTo>
                  <a:cubicBezTo>
                    <a:pt x="61211" y="15978"/>
                    <a:pt x="63046" y="15978"/>
                    <a:pt x="64881" y="16079"/>
                  </a:cubicBezTo>
                  <a:cubicBezTo>
                    <a:pt x="68316" y="16279"/>
                    <a:pt x="71752" y="16012"/>
                    <a:pt x="75155" y="16079"/>
                  </a:cubicBezTo>
                  <a:cubicBezTo>
                    <a:pt x="75421" y="16079"/>
                    <a:pt x="75655" y="16079"/>
                    <a:pt x="75922" y="16045"/>
                  </a:cubicBezTo>
                  <a:cubicBezTo>
                    <a:pt x="78991" y="15778"/>
                    <a:pt x="82093" y="15578"/>
                    <a:pt x="85295" y="15545"/>
                  </a:cubicBezTo>
                  <a:cubicBezTo>
                    <a:pt x="85962" y="15545"/>
                    <a:pt x="86596" y="15445"/>
                    <a:pt x="87263" y="15445"/>
                  </a:cubicBezTo>
                  <a:cubicBezTo>
                    <a:pt x="88331" y="15411"/>
                    <a:pt x="89431" y="15411"/>
                    <a:pt x="90499" y="15411"/>
                  </a:cubicBezTo>
                  <a:cubicBezTo>
                    <a:pt x="91733" y="15445"/>
                    <a:pt x="93001" y="15545"/>
                    <a:pt x="94235" y="15545"/>
                  </a:cubicBezTo>
                  <a:lnTo>
                    <a:pt x="107578" y="15545"/>
                  </a:lnTo>
                  <a:cubicBezTo>
                    <a:pt x="107845" y="15612"/>
                    <a:pt x="108111" y="15645"/>
                    <a:pt x="108378" y="15712"/>
                  </a:cubicBezTo>
                  <a:cubicBezTo>
                    <a:pt x="108779" y="15778"/>
                    <a:pt x="109179" y="15878"/>
                    <a:pt x="109579" y="15878"/>
                  </a:cubicBezTo>
                  <a:cubicBezTo>
                    <a:pt x="112381" y="15945"/>
                    <a:pt x="115150" y="15978"/>
                    <a:pt x="117918" y="16012"/>
                  </a:cubicBezTo>
                  <a:cubicBezTo>
                    <a:pt x="118586" y="16012"/>
                    <a:pt x="119253" y="15978"/>
                    <a:pt x="119920" y="16012"/>
                  </a:cubicBezTo>
                  <a:cubicBezTo>
                    <a:pt x="120354" y="16045"/>
                    <a:pt x="120787" y="16145"/>
                    <a:pt x="121221" y="16179"/>
                  </a:cubicBezTo>
                  <a:cubicBezTo>
                    <a:pt x="121888" y="16212"/>
                    <a:pt x="122588" y="16379"/>
                    <a:pt x="123189" y="16179"/>
                  </a:cubicBezTo>
                  <a:cubicBezTo>
                    <a:pt x="123889" y="15945"/>
                    <a:pt x="124490" y="15978"/>
                    <a:pt x="125157" y="16079"/>
                  </a:cubicBezTo>
                  <a:cubicBezTo>
                    <a:pt x="126324" y="16279"/>
                    <a:pt x="127525" y="16012"/>
                    <a:pt x="128693" y="16079"/>
                  </a:cubicBezTo>
                  <a:cubicBezTo>
                    <a:pt x="128793" y="16079"/>
                    <a:pt x="128860" y="16045"/>
                    <a:pt x="128960" y="16045"/>
                  </a:cubicBezTo>
                  <a:cubicBezTo>
                    <a:pt x="130027" y="15778"/>
                    <a:pt x="131095" y="15578"/>
                    <a:pt x="132195" y="15545"/>
                  </a:cubicBezTo>
                  <a:cubicBezTo>
                    <a:pt x="132429" y="15545"/>
                    <a:pt x="132662" y="15445"/>
                    <a:pt x="132896" y="15445"/>
                  </a:cubicBezTo>
                  <a:cubicBezTo>
                    <a:pt x="133263" y="15411"/>
                    <a:pt x="133630" y="15411"/>
                    <a:pt x="133997" y="15411"/>
                  </a:cubicBezTo>
                  <a:cubicBezTo>
                    <a:pt x="134430" y="15445"/>
                    <a:pt x="134864" y="15545"/>
                    <a:pt x="135298" y="15545"/>
                  </a:cubicBezTo>
                  <a:cubicBezTo>
                    <a:pt x="142970" y="15545"/>
                    <a:pt x="150675" y="15545"/>
                    <a:pt x="158347" y="15545"/>
                  </a:cubicBezTo>
                  <a:cubicBezTo>
                    <a:pt x="160215" y="15545"/>
                    <a:pt x="162050" y="15411"/>
                    <a:pt x="163918" y="15645"/>
                  </a:cubicBezTo>
                  <a:cubicBezTo>
                    <a:pt x="163951" y="15678"/>
                    <a:pt x="164018" y="15678"/>
                    <a:pt x="164085" y="15645"/>
                  </a:cubicBezTo>
                  <a:cubicBezTo>
                    <a:pt x="165552" y="15178"/>
                    <a:pt x="167054" y="14711"/>
                    <a:pt x="168288" y="13643"/>
                  </a:cubicBezTo>
                  <a:cubicBezTo>
                    <a:pt x="168688" y="13310"/>
                    <a:pt x="169122" y="13043"/>
                    <a:pt x="169555" y="12743"/>
                  </a:cubicBezTo>
                  <a:cubicBezTo>
                    <a:pt x="170222" y="12276"/>
                    <a:pt x="170890" y="11875"/>
                    <a:pt x="171523" y="11408"/>
                  </a:cubicBezTo>
                  <a:cubicBezTo>
                    <a:pt x="171924" y="11108"/>
                    <a:pt x="172257" y="10741"/>
                    <a:pt x="172691" y="10508"/>
                  </a:cubicBezTo>
                  <a:cubicBezTo>
                    <a:pt x="173658" y="9941"/>
                    <a:pt x="174392" y="9107"/>
                    <a:pt x="175193" y="8340"/>
                  </a:cubicBezTo>
                  <a:cubicBezTo>
                    <a:pt x="175493" y="8073"/>
                    <a:pt x="175526" y="7806"/>
                    <a:pt x="175326" y="7472"/>
                  </a:cubicBezTo>
                  <a:close/>
                </a:path>
              </a:pathLst>
            </a:cu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 name="Google Shape;731;p40">
              <a:extLst>
                <a:ext uri="{FF2B5EF4-FFF2-40B4-BE49-F238E27FC236}">
                  <a16:creationId xmlns:a16="http://schemas.microsoft.com/office/drawing/2014/main" id="{8BF03798-727F-4498-2E43-CD65E2746054}"/>
                </a:ext>
              </a:extLst>
            </p:cNvPr>
            <p:cNvSpPr/>
            <p:nvPr/>
          </p:nvSpPr>
          <p:spPr>
            <a:xfrm>
              <a:off x="2959200" y="1840375"/>
              <a:ext cx="4458200" cy="462025"/>
            </a:xfrm>
            <a:custGeom>
              <a:avLst/>
              <a:gdLst/>
              <a:ahLst/>
              <a:cxnLst/>
              <a:rect l="l" t="t" r="r" b="b"/>
              <a:pathLst>
                <a:path w="178328" h="18481" extrusionOk="0">
                  <a:moveTo>
                    <a:pt x="178228" y="8740"/>
                  </a:moveTo>
                  <a:cubicBezTo>
                    <a:pt x="177928" y="8240"/>
                    <a:pt x="177627" y="7706"/>
                    <a:pt x="177227" y="7306"/>
                  </a:cubicBezTo>
                  <a:cubicBezTo>
                    <a:pt x="175793" y="6005"/>
                    <a:pt x="174158" y="5004"/>
                    <a:pt x="172457" y="4137"/>
                  </a:cubicBezTo>
                  <a:cubicBezTo>
                    <a:pt x="171623" y="3703"/>
                    <a:pt x="170789" y="3270"/>
                    <a:pt x="169989" y="2836"/>
                  </a:cubicBezTo>
                  <a:cubicBezTo>
                    <a:pt x="168854" y="2269"/>
                    <a:pt x="167754" y="1668"/>
                    <a:pt x="166620" y="1168"/>
                  </a:cubicBezTo>
                  <a:cubicBezTo>
                    <a:pt x="165585" y="734"/>
                    <a:pt x="164551" y="334"/>
                    <a:pt x="163384" y="434"/>
                  </a:cubicBezTo>
                  <a:cubicBezTo>
                    <a:pt x="162383" y="534"/>
                    <a:pt x="161316" y="568"/>
                    <a:pt x="160348" y="434"/>
                  </a:cubicBezTo>
                  <a:cubicBezTo>
                    <a:pt x="159114" y="201"/>
                    <a:pt x="157913" y="301"/>
                    <a:pt x="156712" y="234"/>
                  </a:cubicBezTo>
                  <a:cubicBezTo>
                    <a:pt x="156512" y="234"/>
                    <a:pt x="156312" y="234"/>
                    <a:pt x="156112" y="201"/>
                  </a:cubicBezTo>
                  <a:cubicBezTo>
                    <a:pt x="155612" y="134"/>
                    <a:pt x="155145" y="34"/>
                    <a:pt x="154644" y="34"/>
                  </a:cubicBezTo>
                  <a:cubicBezTo>
                    <a:pt x="151976" y="34"/>
                    <a:pt x="149307" y="34"/>
                    <a:pt x="146639" y="34"/>
                  </a:cubicBezTo>
                  <a:cubicBezTo>
                    <a:pt x="146372" y="34"/>
                    <a:pt x="146105" y="1"/>
                    <a:pt x="145871" y="67"/>
                  </a:cubicBezTo>
                  <a:cubicBezTo>
                    <a:pt x="145171" y="301"/>
                    <a:pt x="144437" y="234"/>
                    <a:pt x="143703" y="234"/>
                  </a:cubicBezTo>
                  <a:cubicBezTo>
                    <a:pt x="142903" y="267"/>
                    <a:pt x="142069" y="234"/>
                    <a:pt x="141268" y="267"/>
                  </a:cubicBezTo>
                  <a:cubicBezTo>
                    <a:pt x="140801" y="267"/>
                    <a:pt x="140367" y="401"/>
                    <a:pt x="139900" y="434"/>
                  </a:cubicBezTo>
                  <a:cubicBezTo>
                    <a:pt x="139167" y="468"/>
                    <a:pt x="138399" y="468"/>
                    <a:pt x="137666" y="434"/>
                  </a:cubicBezTo>
                  <a:cubicBezTo>
                    <a:pt x="137065" y="401"/>
                    <a:pt x="136465" y="234"/>
                    <a:pt x="135831" y="234"/>
                  </a:cubicBezTo>
                  <a:cubicBezTo>
                    <a:pt x="134397" y="201"/>
                    <a:pt x="132929" y="234"/>
                    <a:pt x="131494" y="234"/>
                  </a:cubicBezTo>
                  <a:cubicBezTo>
                    <a:pt x="129626" y="234"/>
                    <a:pt x="127792" y="301"/>
                    <a:pt x="125924" y="34"/>
                  </a:cubicBezTo>
                  <a:cubicBezTo>
                    <a:pt x="125657" y="1"/>
                    <a:pt x="125357" y="1"/>
                    <a:pt x="125057" y="1"/>
                  </a:cubicBezTo>
                  <a:cubicBezTo>
                    <a:pt x="119920" y="34"/>
                    <a:pt x="114749" y="34"/>
                    <a:pt x="109579" y="34"/>
                  </a:cubicBezTo>
                  <a:cubicBezTo>
                    <a:pt x="108078" y="34"/>
                    <a:pt x="106543" y="101"/>
                    <a:pt x="105042" y="67"/>
                  </a:cubicBezTo>
                  <a:cubicBezTo>
                    <a:pt x="104575" y="34"/>
                    <a:pt x="104142" y="201"/>
                    <a:pt x="103808" y="434"/>
                  </a:cubicBezTo>
                  <a:cubicBezTo>
                    <a:pt x="102107" y="468"/>
                    <a:pt x="100406" y="468"/>
                    <a:pt x="98704" y="434"/>
                  </a:cubicBezTo>
                  <a:cubicBezTo>
                    <a:pt x="96970" y="401"/>
                    <a:pt x="95269" y="267"/>
                    <a:pt x="93534" y="234"/>
                  </a:cubicBezTo>
                  <a:cubicBezTo>
                    <a:pt x="89398" y="234"/>
                    <a:pt x="85261" y="234"/>
                    <a:pt x="81125" y="234"/>
                  </a:cubicBezTo>
                  <a:cubicBezTo>
                    <a:pt x="75855" y="234"/>
                    <a:pt x="70551" y="301"/>
                    <a:pt x="65280" y="34"/>
                  </a:cubicBezTo>
                  <a:cubicBezTo>
                    <a:pt x="64447" y="1"/>
                    <a:pt x="63613" y="1"/>
                    <a:pt x="62779" y="1"/>
                  </a:cubicBezTo>
                  <a:cubicBezTo>
                    <a:pt x="48068" y="34"/>
                    <a:pt x="33324" y="34"/>
                    <a:pt x="18614" y="34"/>
                  </a:cubicBezTo>
                  <a:cubicBezTo>
                    <a:pt x="14311" y="34"/>
                    <a:pt x="9974" y="101"/>
                    <a:pt x="5705" y="67"/>
                  </a:cubicBezTo>
                  <a:cubicBezTo>
                    <a:pt x="2602" y="34"/>
                    <a:pt x="1" y="801"/>
                    <a:pt x="334" y="1935"/>
                  </a:cubicBezTo>
                  <a:cubicBezTo>
                    <a:pt x="568" y="2803"/>
                    <a:pt x="367" y="3670"/>
                    <a:pt x="367" y="4537"/>
                  </a:cubicBezTo>
                  <a:cubicBezTo>
                    <a:pt x="367" y="5004"/>
                    <a:pt x="234" y="5504"/>
                    <a:pt x="534" y="5938"/>
                  </a:cubicBezTo>
                  <a:cubicBezTo>
                    <a:pt x="1035" y="6739"/>
                    <a:pt x="968" y="7539"/>
                    <a:pt x="968" y="8340"/>
                  </a:cubicBezTo>
                  <a:cubicBezTo>
                    <a:pt x="968" y="9341"/>
                    <a:pt x="935" y="10375"/>
                    <a:pt x="901" y="11375"/>
                  </a:cubicBezTo>
                  <a:cubicBezTo>
                    <a:pt x="901" y="11609"/>
                    <a:pt x="801" y="11876"/>
                    <a:pt x="1001" y="12076"/>
                  </a:cubicBezTo>
                  <a:cubicBezTo>
                    <a:pt x="1902" y="13210"/>
                    <a:pt x="834" y="14378"/>
                    <a:pt x="1268" y="15512"/>
                  </a:cubicBezTo>
                  <a:cubicBezTo>
                    <a:pt x="1535" y="16179"/>
                    <a:pt x="2502" y="17046"/>
                    <a:pt x="4003" y="17380"/>
                  </a:cubicBezTo>
                  <a:cubicBezTo>
                    <a:pt x="6372" y="17947"/>
                    <a:pt x="9607" y="17680"/>
                    <a:pt x="12276" y="17747"/>
                  </a:cubicBezTo>
                  <a:cubicBezTo>
                    <a:pt x="15011" y="17813"/>
                    <a:pt x="17747" y="17780"/>
                    <a:pt x="20482" y="17813"/>
                  </a:cubicBezTo>
                  <a:cubicBezTo>
                    <a:pt x="22450" y="17847"/>
                    <a:pt x="24418" y="17947"/>
                    <a:pt x="26386" y="17980"/>
                  </a:cubicBezTo>
                  <a:cubicBezTo>
                    <a:pt x="30255" y="18047"/>
                    <a:pt x="34158" y="17813"/>
                    <a:pt x="37994" y="18214"/>
                  </a:cubicBezTo>
                  <a:cubicBezTo>
                    <a:pt x="38595" y="18280"/>
                    <a:pt x="39295" y="18247"/>
                    <a:pt x="39962" y="18247"/>
                  </a:cubicBezTo>
                  <a:cubicBezTo>
                    <a:pt x="44032" y="18247"/>
                    <a:pt x="48068" y="18247"/>
                    <a:pt x="52138" y="18247"/>
                  </a:cubicBezTo>
                  <a:cubicBezTo>
                    <a:pt x="52938" y="18247"/>
                    <a:pt x="53772" y="18280"/>
                    <a:pt x="54606" y="18314"/>
                  </a:cubicBezTo>
                  <a:cubicBezTo>
                    <a:pt x="55640" y="18380"/>
                    <a:pt x="56708" y="18447"/>
                    <a:pt x="57775" y="18447"/>
                  </a:cubicBezTo>
                  <a:cubicBezTo>
                    <a:pt x="60744" y="18480"/>
                    <a:pt x="63713" y="18480"/>
                    <a:pt x="66715" y="18447"/>
                  </a:cubicBezTo>
                  <a:cubicBezTo>
                    <a:pt x="69684" y="18447"/>
                    <a:pt x="72686" y="18447"/>
                    <a:pt x="75621" y="18280"/>
                  </a:cubicBezTo>
                  <a:cubicBezTo>
                    <a:pt x="79791" y="18013"/>
                    <a:pt x="83927" y="17880"/>
                    <a:pt x="88163" y="17880"/>
                  </a:cubicBezTo>
                  <a:cubicBezTo>
                    <a:pt x="95869" y="17913"/>
                    <a:pt x="103574" y="17913"/>
                    <a:pt x="111280" y="17913"/>
                  </a:cubicBezTo>
                  <a:cubicBezTo>
                    <a:pt x="111614" y="17947"/>
                    <a:pt x="111947" y="17980"/>
                    <a:pt x="112314" y="17980"/>
                  </a:cubicBezTo>
                  <a:cubicBezTo>
                    <a:pt x="113648" y="18047"/>
                    <a:pt x="115049" y="17847"/>
                    <a:pt x="116384" y="18214"/>
                  </a:cubicBezTo>
                  <a:cubicBezTo>
                    <a:pt x="116584" y="18280"/>
                    <a:pt x="116851" y="18247"/>
                    <a:pt x="117051" y="18247"/>
                  </a:cubicBezTo>
                  <a:cubicBezTo>
                    <a:pt x="118485" y="18247"/>
                    <a:pt x="119920" y="18247"/>
                    <a:pt x="121321" y="18247"/>
                  </a:cubicBezTo>
                  <a:cubicBezTo>
                    <a:pt x="121621" y="18247"/>
                    <a:pt x="121888" y="18280"/>
                    <a:pt x="122188" y="18314"/>
                  </a:cubicBezTo>
                  <a:cubicBezTo>
                    <a:pt x="122555" y="18380"/>
                    <a:pt x="122922" y="18447"/>
                    <a:pt x="123289" y="18480"/>
                  </a:cubicBezTo>
                  <a:cubicBezTo>
                    <a:pt x="124356" y="18480"/>
                    <a:pt x="125390" y="18480"/>
                    <a:pt x="126424" y="18480"/>
                  </a:cubicBezTo>
                  <a:cubicBezTo>
                    <a:pt x="127492" y="18447"/>
                    <a:pt x="128526" y="18480"/>
                    <a:pt x="129560" y="18280"/>
                  </a:cubicBezTo>
                  <a:cubicBezTo>
                    <a:pt x="131027" y="18013"/>
                    <a:pt x="132462" y="17880"/>
                    <a:pt x="133963" y="17913"/>
                  </a:cubicBezTo>
                  <a:cubicBezTo>
                    <a:pt x="138700" y="17913"/>
                    <a:pt x="143470" y="17913"/>
                    <a:pt x="148240" y="17913"/>
                  </a:cubicBezTo>
                  <a:lnTo>
                    <a:pt x="148240" y="17913"/>
                  </a:lnTo>
                  <a:cubicBezTo>
                    <a:pt x="153343" y="17913"/>
                    <a:pt x="158480" y="17913"/>
                    <a:pt x="163617" y="17913"/>
                  </a:cubicBezTo>
                  <a:cubicBezTo>
                    <a:pt x="164651" y="17947"/>
                    <a:pt x="165652" y="17913"/>
                    <a:pt x="166620" y="17546"/>
                  </a:cubicBezTo>
                  <a:cubicBezTo>
                    <a:pt x="167854" y="17079"/>
                    <a:pt x="169121" y="16679"/>
                    <a:pt x="170222" y="15845"/>
                  </a:cubicBezTo>
                  <a:cubicBezTo>
                    <a:pt x="170789" y="15412"/>
                    <a:pt x="171423" y="15045"/>
                    <a:pt x="172023" y="14644"/>
                  </a:cubicBezTo>
                  <a:cubicBezTo>
                    <a:pt x="172290" y="14444"/>
                    <a:pt x="172557" y="14277"/>
                    <a:pt x="172824" y="14111"/>
                  </a:cubicBezTo>
                  <a:cubicBezTo>
                    <a:pt x="173491" y="13610"/>
                    <a:pt x="174092" y="13043"/>
                    <a:pt x="174792" y="12676"/>
                  </a:cubicBezTo>
                  <a:cubicBezTo>
                    <a:pt x="175459" y="12309"/>
                    <a:pt x="175960" y="11809"/>
                    <a:pt x="176493" y="11309"/>
                  </a:cubicBezTo>
                  <a:cubicBezTo>
                    <a:pt x="176760" y="11042"/>
                    <a:pt x="177094" y="10808"/>
                    <a:pt x="177361" y="10541"/>
                  </a:cubicBezTo>
                  <a:cubicBezTo>
                    <a:pt x="177661" y="10174"/>
                    <a:pt x="177994" y="9774"/>
                    <a:pt x="178228" y="9341"/>
                  </a:cubicBezTo>
                  <a:cubicBezTo>
                    <a:pt x="178328" y="9207"/>
                    <a:pt x="178328" y="8907"/>
                    <a:pt x="178228" y="8740"/>
                  </a:cubicBezTo>
                  <a:close/>
                  <a:moveTo>
                    <a:pt x="176627" y="9441"/>
                  </a:moveTo>
                  <a:cubicBezTo>
                    <a:pt x="175826" y="10208"/>
                    <a:pt x="175126" y="11042"/>
                    <a:pt x="174125" y="11609"/>
                  </a:cubicBezTo>
                  <a:cubicBezTo>
                    <a:pt x="173691" y="11842"/>
                    <a:pt x="173358" y="12209"/>
                    <a:pt x="172957" y="12509"/>
                  </a:cubicBezTo>
                  <a:cubicBezTo>
                    <a:pt x="172324" y="12976"/>
                    <a:pt x="171656" y="13377"/>
                    <a:pt x="170989" y="13844"/>
                  </a:cubicBezTo>
                  <a:cubicBezTo>
                    <a:pt x="170556" y="14144"/>
                    <a:pt x="170122" y="14411"/>
                    <a:pt x="169722" y="14744"/>
                  </a:cubicBezTo>
                  <a:cubicBezTo>
                    <a:pt x="168488" y="15812"/>
                    <a:pt x="166986" y="16279"/>
                    <a:pt x="165519" y="16746"/>
                  </a:cubicBezTo>
                  <a:cubicBezTo>
                    <a:pt x="165452" y="16779"/>
                    <a:pt x="165385" y="16779"/>
                    <a:pt x="165352" y="16746"/>
                  </a:cubicBezTo>
                  <a:cubicBezTo>
                    <a:pt x="163484" y="16512"/>
                    <a:pt x="161649" y="16679"/>
                    <a:pt x="159781" y="16646"/>
                  </a:cubicBezTo>
                  <a:cubicBezTo>
                    <a:pt x="152109" y="16646"/>
                    <a:pt x="144404" y="16646"/>
                    <a:pt x="136732" y="16646"/>
                  </a:cubicBezTo>
                  <a:cubicBezTo>
                    <a:pt x="136298" y="16646"/>
                    <a:pt x="135864" y="16546"/>
                    <a:pt x="135431" y="16512"/>
                  </a:cubicBezTo>
                  <a:cubicBezTo>
                    <a:pt x="135064" y="16512"/>
                    <a:pt x="134697" y="16512"/>
                    <a:pt x="134330" y="16546"/>
                  </a:cubicBezTo>
                  <a:cubicBezTo>
                    <a:pt x="134096" y="16546"/>
                    <a:pt x="133863" y="16646"/>
                    <a:pt x="133629" y="16646"/>
                  </a:cubicBezTo>
                  <a:cubicBezTo>
                    <a:pt x="132529" y="16679"/>
                    <a:pt x="131461" y="16879"/>
                    <a:pt x="130394" y="17146"/>
                  </a:cubicBezTo>
                  <a:cubicBezTo>
                    <a:pt x="130327" y="17146"/>
                    <a:pt x="130227" y="17180"/>
                    <a:pt x="130127" y="17180"/>
                  </a:cubicBezTo>
                  <a:cubicBezTo>
                    <a:pt x="129393" y="17146"/>
                    <a:pt x="128659" y="17213"/>
                    <a:pt x="127892" y="17246"/>
                  </a:cubicBezTo>
                  <a:cubicBezTo>
                    <a:pt x="127191" y="17046"/>
                    <a:pt x="126524" y="16846"/>
                    <a:pt x="125824" y="16646"/>
                  </a:cubicBezTo>
                  <a:lnTo>
                    <a:pt x="109012" y="16646"/>
                  </a:lnTo>
                  <a:cubicBezTo>
                    <a:pt x="108745" y="16579"/>
                    <a:pt x="108478" y="16546"/>
                    <a:pt x="108211" y="16479"/>
                  </a:cubicBezTo>
                  <a:cubicBezTo>
                    <a:pt x="108178" y="16479"/>
                    <a:pt x="108111" y="16479"/>
                    <a:pt x="108078" y="16479"/>
                  </a:cubicBezTo>
                  <a:lnTo>
                    <a:pt x="104909" y="16479"/>
                  </a:lnTo>
                  <a:cubicBezTo>
                    <a:pt x="104642" y="16512"/>
                    <a:pt x="104375" y="16512"/>
                    <a:pt x="104108" y="16546"/>
                  </a:cubicBezTo>
                  <a:lnTo>
                    <a:pt x="104108" y="16546"/>
                  </a:lnTo>
                  <a:cubicBezTo>
                    <a:pt x="104142" y="16579"/>
                    <a:pt x="104175" y="16612"/>
                    <a:pt x="104175" y="16646"/>
                  </a:cubicBezTo>
                  <a:lnTo>
                    <a:pt x="96069" y="16646"/>
                  </a:lnTo>
                  <a:cubicBezTo>
                    <a:pt x="94868" y="16646"/>
                    <a:pt x="93634" y="16546"/>
                    <a:pt x="92400" y="16512"/>
                  </a:cubicBezTo>
                  <a:cubicBezTo>
                    <a:pt x="91332" y="16512"/>
                    <a:pt x="90265" y="16512"/>
                    <a:pt x="89198" y="16546"/>
                  </a:cubicBezTo>
                  <a:cubicBezTo>
                    <a:pt x="88564" y="16546"/>
                    <a:pt x="87930" y="16646"/>
                    <a:pt x="87263" y="16646"/>
                  </a:cubicBezTo>
                  <a:cubicBezTo>
                    <a:pt x="84127" y="16679"/>
                    <a:pt x="81058" y="16879"/>
                    <a:pt x="78023" y="17146"/>
                  </a:cubicBezTo>
                  <a:cubicBezTo>
                    <a:pt x="77789" y="17180"/>
                    <a:pt x="77523" y="17180"/>
                    <a:pt x="77289" y="17180"/>
                  </a:cubicBezTo>
                  <a:cubicBezTo>
                    <a:pt x="73920" y="17113"/>
                    <a:pt x="70551" y="17380"/>
                    <a:pt x="67148" y="17180"/>
                  </a:cubicBezTo>
                  <a:cubicBezTo>
                    <a:pt x="65314" y="17079"/>
                    <a:pt x="63513" y="17079"/>
                    <a:pt x="61578" y="17280"/>
                  </a:cubicBezTo>
                  <a:cubicBezTo>
                    <a:pt x="59910" y="17480"/>
                    <a:pt x="57842" y="17313"/>
                    <a:pt x="55940" y="17280"/>
                  </a:cubicBezTo>
                  <a:cubicBezTo>
                    <a:pt x="54706" y="17246"/>
                    <a:pt x="53505" y="17146"/>
                    <a:pt x="52271" y="17113"/>
                  </a:cubicBezTo>
                  <a:cubicBezTo>
                    <a:pt x="50370" y="17113"/>
                    <a:pt x="48468" y="17113"/>
                    <a:pt x="46567" y="17113"/>
                  </a:cubicBezTo>
                  <a:cubicBezTo>
                    <a:pt x="38628" y="17079"/>
                    <a:pt x="30689" y="17046"/>
                    <a:pt x="22750" y="16979"/>
                  </a:cubicBezTo>
                  <a:cubicBezTo>
                    <a:pt x="21616" y="16979"/>
                    <a:pt x="20482" y="16879"/>
                    <a:pt x="19348" y="16813"/>
                  </a:cubicBezTo>
                  <a:cubicBezTo>
                    <a:pt x="17813" y="16713"/>
                    <a:pt x="16279" y="16579"/>
                    <a:pt x="14744" y="16512"/>
                  </a:cubicBezTo>
                  <a:cubicBezTo>
                    <a:pt x="12776" y="16379"/>
                    <a:pt x="9140" y="16312"/>
                    <a:pt x="7206" y="16179"/>
                  </a:cubicBezTo>
                  <a:cubicBezTo>
                    <a:pt x="6705" y="16112"/>
                    <a:pt x="4704" y="16279"/>
                    <a:pt x="4304" y="16145"/>
                  </a:cubicBezTo>
                  <a:cubicBezTo>
                    <a:pt x="2069" y="15378"/>
                    <a:pt x="1869" y="14244"/>
                    <a:pt x="2636" y="13077"/>
                  </a:cubicBezTo>
                  <a:cubicBezTo>
                    <a:pt x="2736" y="12910"/>
                    <a:pt x="3270" y="12409"/>
                    <a:pt x="3069" y="12243"/>
                  </a:cubicBezTo>
                  <a:cubicBezTo>
                    <a:pt x="2502" y="11709"/>
                    <a:pt x="2402" y="11409"/>
                    <a:pt x="2402" y="10875"/>
                  </a:cubicBezTo>
                  <a:cubicBezTo>
                    <a:pt x="2369" y="9874"/>
                    <a:pt x="2402" y="8840"/>
                    <a:pt x="2302" y="7839"/>
                  </a:cubicBezTo>
                  <a:cubicBezTo>
                    <a:pt x="2269" y="7206"/>
                    <a:pt x="2002" y="6539"/>
                    <a:pt x="1835" y="5905"/>
                  </a:cubicBezTo>
                  <a:cubicBezTo>
                    <a:pt x="1802" y="5771"/>
                    <a:pt x="1702" y="5671"/>
                    <a:pt x="1702" y="5538"/>
                  </a:cubicBezTo>
                  <a:cubicBezTo>
                    <a:pt x="1668" y="4237"/>
                    <a:pt x="1668" y="2936"/>
                    <a:pt x="1668" y="1535"/>
                  </a:cubicBezTo>
                  <a:cubicBezTo>
                    <a:pt x="2469" y="1502"/>
                    <a:pt x="4737" y="1435"/>
                    <a:pt x="5304" y="1468"/>
                  </a:cubicBezTo>
                  <a:cubicBezTo>
                    <a:pt x="8773" y="1468"/>
                    <a:pt x="12243" y="1502"/>
                    <a:pt x="15712" y="1468"/>
                  </a:cubicBezTo>
                  <a:cubicBezTo>
                    <a:pt x="16846" y="1468"/>
                    <a:pt x="17980" y="1335"/>
                    <a:pt x="19114" y="1268"/>
                  </a:cubicBezTo>
                  <a:cubicBezTo>
                    <a:pt x="19815" y="1235"/>
                    <a:pt x="20549" y="1168"/>
                    <a:pt x="21282" y="1168"/>
                  </a:cubicBezTo>
                  <a:cubicBezTo>
                    <a:pt x="35526" y="1168"/>
                    <a:pt x="49736" y="1168"/>
                    <a:pt x="63980" y="1168"/>
                  </a:cubicBezTo>
                  <a:cubicBezTo>
                    <a:pt x="73386" y="1535"/>
                    <a:pt x="82826" y="1301"/>
                    <a:pt x="92266" y="1402"/>
                  </a:cubicBezTo>
                  <a:cubicBezTo>
                    <a:pt x="95902" y="1402"/>
                    <a:pt x="99538" y="1502"/>
                    <a:pt x="103174" y="1535"/>
                  </a:cubicBezTo>
                  <a:cubicBezTo>
                    <a:pt x="103174" y="1535"/>
                    <a:pt x="103174" y="1568"/>
                    <a:pt x="103174" y="1568"/>
                  </a:cubicBezTo>
                  <a:cubicBezTo>
                    <a:pt x="103508" y="1568"/>
                    <a:pt x="103875" y="1568"/>
                    <a:pt x="104242" y="1602"/>
                  </a:cubicBezTo>
                  <a:lnTo>
                    <a:pt x="104242" y="1535"/>
                  </a:lnTo>
                  <a:cubicBezTo>
                    <a:pt x="104242" y="1535"/>
                    <a:pt x="104275" y="1535"/>
                    <a:pt x="104275" y="1535"/>
                  </a:cubicBezTo>
                  <a:cubicBezTo>
                    <a:pt x="104742" y="1502"/>
                    <a:pt x="105209" y="1502"/>
                    <a:pt x="105676" y="1468"/>
                  </a:cubicBezTo>
                  <a:cubicBezTo>
                    <a:pt x="106643" y="1468"/>
                    <a:pt x="107611" y="1502"/>
                    <a:pt x="108545" y="1468"/>
                  </a:cubicBezTo>
                  <a:cubicBezTo>
                    <a:pt x="108845" y="1468"/>
                    <a:pt x="109112" y="1402"/>
                    <a:pt x="109412" y="1335"/>
                  </a:cubicBezTo>
                  <a:cubicBezTo>
                    <a:pt x="112081" y="1335"/>
                    <a:pt x="114783" y="1368"/>
                    <a:pt x="117484" y="1335"/>
                  </a:cubicBezTo>
                  <a:lnTo>
                    <a:pt x="118285" y="1335"/>
                  </a:lnTo>
                  <a:cubicBezTo>
                    <a:pt x="118352" y="1301"/>
                    <a:pt x="118485" y="1235"/>
                    <a:pt x="118552" y="1168"/>
                  </a:cubicBezTo>
                  <a:cubicBezTo>
                    <a:pt x="120854" y="1168"/>
                    <a:pt x="123189" y="1168"/>
                    <a:pt x="125490" y="1168"/>
                  </a:cubicBezTo>
                  <a:cubicBezTo>
                    <a:pt x="128759" y="1535"/>
                    <a:pt x="132095" y="1301"/>
                    <a:pt x="135397" y="1368"/>
                  </a:cubicBezTo>
                  <a:cubicBezTo>
                    <a:pt x="136732" y="1402"/>
                    <a:pt x="138066" y="1502"/>
                    <a:pt x="139367" y="1535"/>
                  </a:cubicBezTo>
                  <a:cubicBezTo>
                    <a:pt x="139700" y="1535"/>
                    <a:pt x="140001" y="1468"/>
                    <a:pt x="140334" y="1435"/>
                  </a:cubicBezTo>
                  <a:cubicBezTo>
                    <a:pt x="140601" y="1402"/>
                    <a:pt x="140901" y="1335"/>
                    <a:pt x="141201" y="1335"/>
                  </a:cubicBezTo>
                  <a:cubicBezTo>
                    <a:pt x="142202" y="1335"/>
                    <a:pt x="143203" y="1335"/>
                    <a:pt x="144237" y="1335"/>
                  </a:cubicBezTo>
                  <a:cubicBezTo>
                    <a:pt x="144837" y="1335"/>
                    <a:pt x="145438" y="1402"/>
                    <a:pt x="146038" y="1168"/>
                  </a:cubicBezTo>
                  <a:cubicBezTo>
                    <a:pt x="146238" y="1101"/>
                    <a:pt x="146505" y="1135"/>
                    <a:pt x="146739" y="1135"/>
                  </a:cubicBezTo>
                  <a:cubicBezTo>
                    <a:pt x="149407" y="1135"/>
                    <a:pt x="152076" y="1135"/>
                    <a:pt x="154744" y="1135"/>
                  </a:cubicBezTo>
                  <a:cubicBezTo>
                    <a:pt x="155078" y="1135"/>
                    <a:pt x="155412" y="1235"/>
                    <a:pt x="155745" y="1268"/>
                  </a:cubicBezTo>
                  <a:cubicBezTo>
                    <a:pt x="155979" y="1301"/>
                    <a:pt x="156212" y="1335"/>
                    <a:pt x="156446" y="1335"/>
                  </a:cubicBezTo>
                  <a:cubicBezTo>
                    <a:pt x="156913" y="1368"/>
                    <a:pt x="157380" y="1368"/>
                    <a:pt x="157847" y="1335"/>
                  </a:cubicBezTo>
                  <a:cubicBezTo>
                    <a:pt x="158881" y="1301"/>
                    <a:pt x="159915" y="1502"/>
                    <a:pt x="160915" y="1702"/>
                  </a:cubicBezTo>
                  <a:cubicBezTo>
                    <a:pt x="161149" y="1768"/>
                    <a:pt x="161382" y="1802"/>
                    <a:pt x="161616" y="1802"/>
                  </a:cubicBezTo>
                  <a:cubicBezTo>
                    <a:pt x="162884" y="1735"/>
                    <a:pt x="164051" y="2135"/>
                    <a:pt x="165285" y="2336"/>
                  </a:cubicBezTo>
                  <a:cubicBezTo>
                    <a:pt x="166019" y="2469"/>
                    <a:pt x="166786" y="2502"/>
                    <a:pt x="167453" y="2836"/>
                  </a:cubicBezTo>
                  <a:cubicBezTo>
                    <a:pt x="168221" y="3169"/>
                    <a:pt x="168988" y="3536"/>
                    <a:pt x="169755" y="3903"/>
                  </a:cubicBezTo>
                  <a:cubicBezTo>
                    <a:pt x="170656" y="4370"/>
                    <a:pt x="171523" y="4771"/>
                    <a:pt x="172390" y="5304"/>
                  </a:cubicBezTo>
                  <a:cubicBezTo>
                    <a:pt x="173791" y="6138"/>
                    <a:pt x="175192" y="6939"/>
                    <a:pt x="176360" y="8073"/>
                  </a:cubicBezTo>
                  <a:cubicBezTo>
                    <a:pt x="176527" y="8240"/>
                    <a:pt x="176660" y="8373"/>
                    <a:pt x="176760" y="8573"/>
                  </a:cubicBezTo>
                  <a:cubicBezTo>
                    <a:pt x="176960" y="8907"/>
                    <a:pt x="176927" y="9174"/>
                    <a:pt x="176627" y="944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 name="Google Shape;732;p40">
            <a:extLst>
              <a:ext uri="{FF2B5EF4-FFF2-40B4-BE49-F238E27FC236}">
                <a16:creationId xmlns:a16="http://schemas.microsoft.com/office/drawing/2014/main" id="{5E240CF2-BFD5-6900-76D6-4D38632703B2}"/>
              </a:ext>
            </a:extLst>
          </p:cNvPr>
          <p:cNvSpPr txBox="1"/>
          <p:nvPr/>
        </p:nvSpPr>
        <p:spPr>
          <a:xfrm>
            <a:off x="7532136" y="3571093"/>
            <a:ext cx="4250100" cy="4857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None/>
            </a:pPr>
            <a:r>
              <a:rPr lang="en-US" sz="1200" dirty="0">
                <a:solidFill>
                  <a:schemeClr val="bg1"/>
                </a:solidFill>
                <a:latin typeface="Roboto"/>
                <a:ea typeface="Roboto"/>
                <a:cs typeface="Roboto"/>
                <a:sym typeface="Roboto"/>
              </a:rPr>
              <a:t>"show up to class room on time or never misses class"</a:t>
            </a:r>
          </a:p>
        </p:txBody>
      </p:sp>
      <p:sp>
        <p:nvSpPr>
          <p:cNvPr id="154" name="Google Shape;733;p40">
            <a:extLst>
              <a:ext uri="{FF2B5EF4-FFF2-40B4-BE49-F238E27FC236}">
                <a16:creationId xmlns:a16="http://schemas.microsoft.com/office/drawing/2014/main" id="{C8232965-900A-B367-18B6-C4C66488FE76}"/>
              </a:ext>
            </a:extLst>
          </p:cNvPr>
          <p:cNvSpPr txBox="1"/>
          <p:nvPr/>
        </p:nvSpPr>
        <p:spPr>
          <a:xfrm>
            <a:off x="8503920" y="4566030"/>
            <a:ext cx="3278316" cy="4857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None/>
            </a:pPr>
            <a:r>
              <a:rPr lang="en-US" sz="1200" dirty="0">
                <a:solidFill>
                  <a:schemeClr val="bg1"/>
                </a:solidFill>
                <a:latin typeface="Roboto"/>
                <a:ea typeface="Roboto"/>
                <a:cs typeface="Roboto"/>
                <a:sym typeface="Roboto"/>
              </a:rPr>
              <a:t>"encourages the students to question"</a:t>
            </a:r>
          </a:p>
        </p:txBody>
      </p:sp>
      <p:sp>
        <p:nvSpPr>
          <p:cNvPr id="155" name="Google Shape;734;p40">
            <a:extLst>
              <a:ext uri="{FF2B5EF4-FFF2-40B4-BE49-F238E27FC236}">
                <a16:creationId xmlns:a16="http://schemas.microsoft.com/office/drawing/2014/main" id="{A3D969A0-7277-E779-3B92-3DBA7BEDB012}"/>
              </a:ext>
            </a:extLst>
          </p:cNvPr>
          <p:cNvSpPr txBox="1"/>
          <p:nvPr/>
        </p:nvSpPr>
        <p:spPr>
          <a:xfrm>
            <a:off x="7524036" y="5059635"/>
            <a:ext cx="4258199" cy="4857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None/>
            </a:pPr>
            <a:r>
              <a:rPr lang="en-US" sz="1200" dirty="0">
                <a:latin typeface="Roboto"/>
                <a:ea typeface="Roboto"/>
                <a:cs typeface="Roboto"/>
                <a:sym typeface="Roboto"/>
              </a:rPr>
              <a:t>"using real world example or exercises real world problems"</a:t>
            </a:r>
          </a:p>
        </p:txBody>
      </p:sp>
      <p:sp>
        <p:nvSpPr>
          <p:cNvPr id="156" name="Google Shape;735;p40">
            <a:extLst>
              <a:ext uri="{FF2B5EF4-FFF2-40B4-BE49-F238E27FC236}">
                <a16:creationId xmlns:a16="http://schemas.microsoft.com/office/drawing/2014/main" id="{3D2543E3-7D63-3C34-C359-EB9D5F680EC2}"/>
              </a:ext>
            </a:extLst>
          </p:cNvPr>
          <p:cNvSpPr txBox="1"/>
          <p:nvPr/>
        </p:nvSpPr>
        <p:spPr>
          <a:xfrm>
            <a:off x="7372997" y="4056793"/>
            <a:ext cx="4514203" cy="4857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None/>
            </a:pPr>
            <a:r>
              <a:rPr lang="en-US" sz="1200" dirty="0">
                <a:solidFill>
                  <a:schemeClr val="bg1"/>
                </a:solidFill>
                <a:latin typeface="Roboto"/>
                <a:ea typeface="Roboto"/>
                <a:cs typeface="Roboto"/>
                <a:sym typeface="Roboto"/>
              </a:rPr>
              <a:t>"strong knowledge and solid education or patient and caring"</a:t>
            </a:r>
          </a:p>
        </p:txBody>
      </p:sp>
      <p:sp>
        <p:nvSpPr>
          <p:cNvPr id="157" name="Google Shape;736;p40">
            <a:extLst>
              <a:ext uri="{FF2B5EF4-FFF2-40B4-BE49-F238E27FC236}">
                <a16:creationId xmlns:a16="http://schemas.microsoft.com/office/drawing/2014/main" id="{4F26A82F-DC6E-6870-64C3-956D2175CBF3}"/>
              </a:ext>
            </a:extLst>
          </p:cNvPr>
          <p:cNvSpPr txBox="1"/>
          <p:nvPr/>
        </p:nvSpPr>
        <p:spPr>
          <a:xfrm>
            <a:off x="8158480" y="6055633"/>
            <a:ext cx="3623756" cy="4857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None/>
            </a:pPr>
            <a:r>
              <a:rPr lang="en-US" sz="1200" dirty="0">
                <a:latin typeface="Roboto"/>
                <a:ea typeface="Roboto"/>
                <a:cs typeface="Roboto"/>
                <a:sym typeface="Roboto"/>
              </a:rPr>
              <a:t>"course have useful topics or updated topics"</a:t>
            </a:r>
          </a:p>
        </p:txBody>
      </p:sp>
      <p:sp>
        <p:nvSpPr>
          <p:cNvPr id="158" name="Google Shape;737;p40">
            <a:extLst>
              <a:ext uri="{FF2B5EF4-FFF2-40B4-BE49-F238E27FC236}">
                <a16:creationId xmlns:a16="http://schemas.microsoft.com/office/drawing/2014/main" id="{2539D427-3C9D-B26C-2E8E-9E760667EA85}"/>
              </a:ext>
            </a:extLst>
          </p:cNvPr>
          <p:cNvSpPr txBox="1"/>
          <p:nvPr/>
        </p:nvSpPr>
        <p:spPr>
          <a:xfrm>
            <a:off x="8427720" y="5554842"/>
            <a:ext cx="3354516" cy="4857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None/>
            </a:pPr>
            <a:r>
              <a:rPr lang="en-US" sz="1200" dirty="0">
                <a:latin typeface="Roboto"/>
                <a:ea typeface="Roboto"/>
                <a:cs typeface="Roboto"/>
                <a:sym typeface="Roboto"/>
              </a:rPr>
              <a:t>"clear or sufficient syllabus"</a:t>
            </a:r>
          </a:p>
        </p:txBody>
      </p:sp>
      <p:pic>
        <p:nvPicPr>
          <p:cNvPr id="160" name="Picture 159">
            <a:extLst>
              <a:ext uri="{FF2B5EF4-FFF2-40B4-BE49-F238E27FC236}">
                <a16:creationId xmlns:a16="http://schemas.microsoft.com/office/drawing/2014/main" id="{B7029B01-E68B-D11D-9E5A-B4CE24B87394}"/>
              </a:ext>
            </a:extLst>
          </p:cNvPr>
          <p:cNvPicPr>
            <a:picLocks noChangeAspect="1"/>
          </p:cNvPicPr>
          <p:nvPr/>
        </p:nvPicPr>
        <p:blipFill>
          <a:blip r:embed="rId2"/>
          <a:stretch>
            <a:fillRect/>
          </a:stretch>
        </p:blipFill>
        <p:spPr>
          <a:xfrm>
            <a:off x="6840354" y="6085824"/>
            <a:ext cx="526789" cy="526789"/>
          </a:xfrm>
          <a:prstGeom prst="rect">
            <a:avLst/>
          </a:prstGeom>
        </p:spPr>
      </p:pic>
      <p:sp>
        <p:nvSpPr>
          <p:cNvPr id="161" name="TextBox 160">
            <a:extLst>
              <a:ext uri="{FF2B5EF4-FFF2-40B4-BE49-F238E27FC236}">
                <a16:creationId xmlns:a16="http://schemas.microsoft.com/office/drawing/2014/main" id="{1E10DBFF-51DC-DF5B-360D-D3A2D4ED4D4C}"/>
              </a:ext>
            </a:extLst>
          </p:cNvPr>
          <p:cNvSpPr txBox="1"/>
          <p:nvPr/>
        </p:nvSpPr>
        <p:spPr>
          <a:xfrm>
            <a:off x="393092" y="249348"/>
            <a:ext cx="11260192" cy="2319802"/>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en-US" sz="1400" dirty="0"/>
              <a:t>In our opinion with these the selected labels, we can extract the information about “Effective teaching and learning”.  </a:t>
            </a:r>
          </a:p>
          <a:p>
            <a:pPr marL="342900" indent="-342900">
              <a:lnSpc>
                <a:spcPct val="150000"/>
              </a:lnSpc>
              <a:buFont typeface="Wingdings" panose="05000000000000000000" pitchFamily="2" charset="2"/>
              <a:buChar char="ü"/>
            </a:pPr>
            <a:r>
              <a:rPr lang="en-US" sz="1400" dirty="0"/>
              <a:t>Based on information we got “good instructors have several qualities in common. They are prepared, set clear and fair expectations, have a positive attitude, are patient with students, and assess their teaching on a regular basis. They are able to adjust their teaching strategies to fit both the students and the material, recognizing that different students learn in different ways” and detailed information about “Effective teaching and learning” from </a:t>
            </a:r>
            <a:r>
              <a:rPr lang="en-US" sz="1400" dirty="0">
                <a:hlinkClick r:id="rId3"/>
              </a:rPr>
              <a:t>https://education.ky.gov/curriculum/standards/teachtools/Pages/Characteristics-of-Highly-Effective-Teaching-and-Learning-(CHETL).aspx#:~:text=effectively%20allocates%20time%20for%20students,a%20natural%20part%20of%20learning</a:t>
            </a:r>
            <a:r>
              <a:rPr lang="en-US" sz="1400" dirty="0"/>
              <a:t>. </a:t>
            </a:r>
          </a:p>
          <a:p>
            <a:pPr marL="342900" indent="-342900">
              <a:lnSpc>
                <a:spcPct val="150000"/>
              </a:lnSpc>
              <a:buFont typeface="Wingdings" panose="05000000000000000000" pitchFamily="2" charset="2"/>
              <a:buChar char="ü"/>
            </a:pPr>
            <a:r>
              <a:rPr lang="en-US" sz="1400" dirty="0"/>
              <a:t>We selected three labels regarding the course and three labels regarding the professor.</a:t>
            </a:r>
          </a:p>
        </p:txBody>
      </p:sp>
      <p:sp>
        <p:nvSpPr>
          <p:cNvPr id="164" name="TextBox 163">
            <a:extLst>
              <a:ext uri="{FF2B5EF4-FFF2-40B4-BE49-F238E27FC236}">
                <a16:creationId xmlns:a16="http://schemas.microsoft.com/office/drawing/2014/main" id="{66B584C0-4966-46FF-8648-E32DCF2770DB}"/>
              </a:ext>
            </a:extLst>
          </p:cNvPr>
          <p:cNvSpPr txBox="1"/>
          <p:nvPr/>
        </p:nvSpPr>
        <p:spPr>
          <a:xfrm>
            <a:off x="4874689" y="3382251"/>
            <a:ext cx="924560" cy="369332"/>
          </a:xfrm>
          <a:prstGeom prst="rect">
            <a:avLst/>
          </a:prstGeom>
          <a:noFill/>
        </p:spPr>
        <p:txBody>
          <a:bodyPr wrap="square" rtlCol="0">
            <a:spAutoFit/>
          </a:bodyPr>
          <a:lstStyle/>
          <a:p>
            <a:r>
              <a:rPr lang="en-US" dirty="0">
                <a:solidFill>
                  <a:schemeClr val="bg1"/>
                </a:solidFill>
              </a:rPr>
              <a:t>Labels</a:t>
            </a:r>
          </a:p>
        </p:txBody>
      </p:sp>
      <p:sp>
        <p:nvSpPr>
          <p:cNvPr id="165" name="TextBox 164">
            <a:extLst>
              <a:ext uri="{FF2B5EF4-FFF2-40B4-BE49-F238E27FC236}">
                <a16:creationId xmlns:a16="http://schemas.microsoft.com/office/drawing/2014/main" id="{171219F5-51A3-6F2A-5BAE-92FB6DA1C7DB}"/>
              </a:ext>
            </a:extLst>
          </p:cNvPr>
          <p:cNvSpPr txBox="1"/>
          <p:nvPr/>
        </p:nvSpPr>
        <p:spPr>
          <a:xfrm>
            <a:off x="4754391" y="3778766"/>
            <a:ext cx="1204332" cy="369332"/>
          </a:xfrm>
          <a:prstGeom prst="rect">
            <a:avLst/>
          </a:prstGeom>
          <a:noFill/>
        </p:spPr>
        <p:txBody>
          <a:bodyPr wrap="square" rtlCol="0">
            <a:spAutoFit/>
          </a:bodyPr>
          <a:lstStyle/>
          <a:p>
            <a:r>
              <a:rPr lang="en-US" dirty="0">
                <a:solidFill>
                  <a:schemeClr val="bg1"/>
                </a:solidFill>
              </a:rPr>
              <a:t>Regarding</a:t>
            </a:r>
          </a:p>
        </p:txBody>
      </p:sp>
      <p:sp>
        <p:nvSpPr>
          <p:cNvPr id="167" name="TextBox 166">
            <a:extLst>
              <a:ext uri="{FF2B5EF4-FFF2-40B4-BE49-F238E27FC236}">
                <a16:creationId xmlns:a16="http://schemas.microsoft.com/office/drawing/2014/main" id="{F627B75E-4E7F-9390-6C1F-1FF0FBB8F439}"/>
              </a:ext>
            </a:extLst>
          </p:cNvPr>
          <p:cNvSpPr txBox="1"/>
          <p:nvPr/>
        </p:nvSpPr>
        <p:spPr>
          <a:xfrm>
            <a:off x="4799157" y="4199046"/>
            <a:ext cx="1204332" cy="369332"/>
          </a:xfrm>
          <a:prstGeom prst="rect">
            <a:avLst/>
          </a:prstGeom>
          <a:noFill/>
        </p:spPr>
        <p:txBody>
          <a:bodyPr wrap="square" rtlCol="0">
            <a:spAutoFit/>
          </a:bodyPr>
          <a:lstStyle/>
          <a:p>
            <a:r>
              <a:rPr lang="en-US" dirty="0">
                <a:solidFill>
                  <a:schemeClr val="bg1"/>
                </a:solidFill>
              </a:rPr>
              <a:t>Professor</a:t>
            </a:r>
          </a:p>
        </p:txBody>
      </p:sp>
      <p:sp>
        <p:nvSpPr>
          <p:cNvPr id="168" name="TextBox 167">
            <a:extLst>
              <a:ext uri="{FF2B5EF4-FFF2-40B4-BE49-F238E27FC236}">
                <a16:creationId xmlns:a16="http://schemas.microsoft.com/office/drawing/2014/main" id="{5DB7E554-57ED-4F54-2556-3C78DB82BD75}"/>
              </a:ext>
            </a:extLst>
          </p:cNvPr>
          <p:cNvSpPr txBox="1"/>
          <p:nvPr/>
        </p:nvSpPr>
        <p:spPr>
          <a:xfrm>
            <a:off x="4888913" y="4690303"/>
            <a:ext cx="924560" cy="369332"/>
          </a:xfrm>
          <a:prstGeom prst="rect">
            <a:avLst/>
          </a:prstGeom>
          <a:noFill/>
        </p:spPr>
        <p:txBody>
          <a:bodyPr wrap="square" rtlCol="0">
            <a:spAutoFit/>
          </a:bodyPr>
          <a:lstStyle/>
          <a:p>
            <a:r>
              <a:rPr lang="en-US" dirty="0"/>
              <a:t>Labels</a:t>
            </a:r>
          </a:p>
        </p:txBody>
      </p:sp>
      <p:sp>
        <p:nvSpPr>
          <p:cNvPr id="169" name="TextBox 168">
            <a:extLst>
              <a:ext uri="{FF2B5EF4-FFF2-40B4-BE49-F238E27FC236}">
                <a16:creationId xmlns:a16="http://schemas.microsoft.com/office/drawing/2014/main" id="{73A2A490-D921-AE30-C231-4CD7A8BFCEE1}"/>
              </a:ext>
            </a:extLst>
          </p:cNvPr>
          <p:cNvSpPr txBox="1"/>
          <p:nvPr/>
        </p:nvSpPr>
        <p:spPr>
          <a:xfrm>
            <a:off x="4691545" y="5124710"/>
            <a:ext cx="1204332" cy="369332"/>
          </a:xfrm>
          <a:prstGeom prst="rect">
            <a:avLst/>
          </a:prstGeom>
          <a:noFill/>
        </p:spPr>
        <p:txBody>
          <a:bodyPr wrap="square" rtlCol="0">
            <a:spAutoFit/>
          </a:bodyPr>
          <a:lstStyle/>
          <a:p>
            <a:r>
              <a:rPr lang="en-US" dirty="0"/>
              <a:t>Regarding</a:t>
            </a:r>
          </a:p>
        </p:txBody>
      </p:sp>
      <p:sp>
        <p:nvSpPr>
          <p:cNvPr id="170" name="TextBox 169">
            <a:extLst>
              <a:ext uri="{FF2B5EF4-FFF2-40B4-BE49-F238E27FC236}">
                <a16:creationId xmlns:a16="http://schemas.microsoft.com/office/drawing/2014/main" id="{C04AAFF5-D2D5-6EB5-53D0-0201D19D5BFB}"/>
              </a:ext>
            </a:extLst>
          </p:cNvPr>
          <p:cNvSpPr txBox="1"/>
          <p:nvPr/>
        </p:nvSpPr>
        <p:spPr>
          <a:xfrm>
            <a:off x="4817175" y="5551694"/>
            <a:ext cx="1204332" cy="369332"/>
          </a:xfrm>
          <a:prstGeom prst="rect">
            <a:avLst/>
          </a:prstGeom>
          <a:noFill/>
        </p:spPr>
        <p:txBody>
          <a:bodyPr wrap="square" rtlCol="0">
            <a:spAutoFit/>
          </a:bodyPr>
          <a:lstStyle/>
          <a:p>
            <a:r>
              <a:rPr lang="en-US" dirty="0"/>
              <a:t>Course</a:t>
            </a:r>
          </a:p>
        </p:txBody>
      </p:sp>
      <p:sp>
        <p:nvSpPr>
          <p:cNvPr id="106" name="Google Shape;181;p32">
            <a:extLst>
              <a:ext uri="{FF2B5EF4-FFF2-40B4-BE49-F238E27FC236}">
                <a16:creationId xmlns:a16="http://schemas.microsoft.com/office/drawing/2014/main" id="{2EAD05C7-12C6-F4DA-3367-735F767B5490}"/>
              </a:ext>
            </a:extLst>
          </p:cNvPr>
          <p:cNvSpPr/>
          <p:nvPr/>
        </p:nvSpPr>
        <p:spPr>
          <a:xfrm>
            <a:off x="10203524" y="2671818"/>
            <a:ext cx="1647826" cy="485701"/>
          </a:xfrm>
          <a:custGeom>
            <a:avLst/>
            <a:gdLst/>
            <a:ahLst/>
            <a:cxnLst/>
            <a:rect l="l" t="t" r="r" b="b"/>
            <a:pathLst>
              <a:path w="56308" h="29995" extrusionOk="0">
                <a:moveTo>
                  <a:pt x="25997" y="0"/>
                </a:moveTo>
                <a:cubicBezTo>
                  <a:pt x="25091" y="0"/>
                  <a:pt x="24186" y="26"/>
                  <a:pt x="23284" y="84"/>
                </a:cubicBezTo>
                <a:cubicBezTo>
                  <a:pt x="20982" y="251"/>
                  <a:pt x="18647" y="251"/>
                  <a:pt x="16312" y="351"/>
                </a:cubicBezTo>
                <a:cubicBezTo>
                  <a:pt x="14845" y="418"/>
                  <a:pt x="13377" y="618"/>
                  <a:pt x="11909" y="785"/>
                </a:cubicBezTo>
                <a:cubicBezTo>
                  <a:pt x="10869" y="904"/>
                  <a:pt x="9855" y="1234"/>
                  <a:pt x="8798" y="1234"/>
                </a:cubicBezTo>
                <a:cubicBezTo>
                  <a:pt x="8668" y="1234"/>
                  <a:pt x="8538" y="1229"/>
                  <a:pt x="8407" y="1218"/>
                </a:cubicBezTo>
                <a:cubicBezTo>
                  <a:pt x="8240" y="1198"/>
                  <a:pt x="8075" y="1188"/>
                  <a:pt x="7911" y="1188"/>
                </a:cubicBezTo>
                <a:cubicBezTo>
                  <a:pt x="6763" y="1188"/>
                  <a:pt x="5680" y="1648"/>
                  <a:pt x="4571" y="1852"/>
                </a:cubicBezTo>
                <a:cubicBezTo>
                  <a:pt x="3436" y="2019"/>
                  <a:pt x="2536" y="2519"/>
                  <a:pt x="1735" y="3420"/>
                </a:cubicBezTo>
                <a:cubicBezTo>
                  <a:pt x="1101" y="4120"/>
                  <a:pt x="701" y="4854"/>
                  <a:pt x="668" y="5688"/>
                </a:cubicBezTo>
                <a:cubicBezTo>
                  <a:pt x="601" y="7856"/>
                  <a:pt x="268" y="9991"/>
                  <a:pt x="268" y="12160"/>
                </a:cubicBezTo>
                <a:cubicBezTo>
                  <a:pt x="268" y="12360"/>
                  <a:pt x="268" y="12560"/>
                  <a:pt x="234" y="12760"/>
                </a:cubicBezTo>
                <a:cubicBezTo>
                  <a:pt x="1" y="14795"/>
                  <a:pt x="101" y="16830"/>
                  <a:pt x="167" y="18864"/>
                </a:cubicBezTo>
                <a:cubicBezTo>
                  <a:pt x="234" y="20599"/>
                  <a:pt x="501" y="22267"/>
                  <a:pt x="634" y="24001"/>
                </a:cubicBezTo>
                <a:cubicBezTo>
                  <a:pt x="801" y="25703"/>
                  <a:pt x="1368" y="27270"/>
                  <a:pt x="2336" y="28671"/>
                </a:cubicBezTo>
                <a:cubicBezTo>
                  <a:pt x="2803" y="29405"/>
                  <a:pt x="3436" y="29906"/>
                  <a:pt x="4337" y="29972"/>
                </a:cubicBezTo>
                <a:cubicBezTo>
                  <a:pt x="4600" y="29986"/>
                  <a:pt x="4856" y="29994"/>
                  <a:pt x="5112" y="29994"/>
                </a:cubicBezTo>
                <a:cubicBezTo>
                  <a:pt x="5474" y="29994"/>
                  <a:pt x="5834" y="29978"/>
                  <a:pt x="6205" y="29939"/>
                </a:cubicBezTo>
                <a:cubicBezTo>
                  <a:pt x="7006" y="29839"/>
                  <a:pt x="7840" y="29672"/>
                  <a:pt x="8640" y="29672"/>
                </a:cubicBezTo>
                <a:cubicBezTo>
                  <a:pt x="10542" y="29672"/>
                  <a:pt x="12410" y="29439"/>
                  <a:pt x="14311" y="29372"/>
                </a:cubicBezTo>
                <a:cubicBezTo>
                  <a:pt x="16246" y="29305"/>
                  <a:pt x="18180" y="29105"/>
                  <a:pt x="20148" y="29105"/>
                </a:cubicBezTo>
                <a:cubicBezTo>
                  <a:pt x="21383" y="29105"/>
                  <a:pt x="22617" y="28938"/>
                  <a:pt x="23851" y="28872"/>
                </a:cubicBezTo>
                <a:cubicBezTo>
                  <a:pt x="25953" y="28771"/>
                  <a:pt x="28021" y="28638"/>
                  <a:pt x="30122" y="28571"/>
                </a:cubicBezTo>
                <a:cubicBezTo>
                  <a:pt x="30483" y="28565"/>
                  <a:pt x="30843" y="28563"/>
                  <a:pt x="31203" y="28563"/>
                </a:cubicBezTo>
                <a:cubicBezTo>
                  <a:pt x="32878" y="28563"/>
                  <a:pt x="34552" y="28622"/>
                  <a:pt x="36227" y="28705"/>
                </a:cubicBezTo>
                <a:cubicBezTo>
                  <a:pt x="36740" y="28740"/>
                  <a:pt x="37250" y="28754"/>
                  <a:pt x="37760" y="28754"/>
                </a:cubicBezTo>
                <a:cubicBezTo>
                  <a:pt x="39172" y="28754"/>
                  <a:pt x="40576" y="28645"/>
                  <a:pt x="41997" y="28571"/>
                </a:cubicBezTo>
                <a:cubicBezTo>
                  <a:pt x="42303" y="28560"/>
                  <a:pt x="42608" y="28555"/>
                  <a:pt x="42913" y="28555"/>
                </a:cubicBezTo>
                <a:cubicBezTo>
                  <a:pt x="44071" y="28555"/>
                  <a:pt x="45228" y="28621"/>
                  <a:pt x="46385" y="28621"/>
                </a:cubicBezTo>
                <a:cubicBezTo>
                  <a:pt x="46691" y="28621"/>
                  <a:pt x="46996" y="28616"/>
                  <a:pt x="47301" y="28605"/>
                </a:cubicBezTo>
                <a:cubicBezTo>
                  <a:pt x="49102" y="28538"/>
                  <a:pt x="50837" y="28138"/>
                  <a:pt x="52572" y="27571"/>
                </a:cubicBezTo>
                <a:cubicBezTo>
                  <a:pt x="53439" y="27304"/>
                  <a:pt x="54006" y="26703"/>
                  <a:pt x="54440" y="25936"/>
                </a:cubicBezTo>
                <a:cubicBezTo>
                  <a:pt x="55540" y="24068"/>
                  <a:pt x="55507" y="22033"/>
                  <a:pt x="55474" y="19999"/>
                </a:cubicBezTo>
                <a:cubicBezTo>
                  <a:pt x="55474" y="19832"/>
                  <a:pt x="55374" y="19665"/>
                  <a:pt x="55374" y="19465"/>
                </a:cubicBezTo>
                <a:cubicBezTo>
                  <a:pt x="55540" y="17964"/>
                  <a:pt x="55607" y="16429"/>
                  <a:pt x="55740" y="14895"/>
                </a:cubicBezTo>
                <a:cubicBezTo>
                  <a:pt x="55974" y="12860"/>
                  <a:pt x="56207" y="10859"/>
                  <a:pt x="56074" y="8824"/>
                </a:cubicBezTo>
                <a:cubicBezTo>
                  <a:pt x="56074" y="8590"/>
                  <a:pt x="56074" y="8323"/>
                  <a:pt x="56107" y="8090"/>
                </a:cubicBezTo>
                <a:cubicBezTo>
                  <a:pt x="56308" y="6789"/>
                  <a:pt x="56207" y="5455"/>
                  <a:pt x="55907" y="4154"/>
                </a:cubicBezTo>
                <a:cubicBezTo>
                  <a:pt x="55774" y="3453"/>
                  <a:pt x="55407" y="2920"/>
                  <a:pt x="54873" y="2453"/>
                </a:cubicBezTo>
                <a:cubicBezTo>
                  <a:pt x="54573" y="2186"/>
                  <a:pt x="54239" y="1886"/>
                  <a:pt x="53872" y="1719"/>
                </a:cubicBezTo>
                <a:cubicBezTo>
                  <a:pt x="53205" y="1419"/>
                  <a:pt x="52605" y="918"/>
                  <a:pt x="51804" y="885"/>
                </a:cubicBezTo>
                <a:cubicBezTo>
                  <a:pt x="49269" y="751"/>
                  <a:pt x="46767" y="585"/>
                  <a:pt x="44266" y="518"/>
                </a:cubicBezTo>
                <a:cubicBezTo>
                  <a:pt x="39829" y="418"/>
                  <a:pt x="35426" y="551"/>
                  <a:pt x="30989" y="218"/>
                </a:cubicBezTo>
                <a:cubicBezTo>
                  <a:pt x="29344" y="88"/>
                  <a:pt x="27671" y="0"/>
                  <a:pt x="25997" y="0"/>
                </a:cubicBezTo>
                <a:close/>
              </a:path>
            </a:pathLst>
          </a:custGeom>
          <a:solidFill>
            <a:srgbClr val="FAE0AA"/>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endParaRPr lang="en-US" sz="2000" b="1" dirty="0"/>
          </a:p>
          <a:p>
            <a:pPr lvl="0" algn="ctr"/>
            <a:r>
              <a:rPr lang="en-US" sz="2000" b="1" dirty="0"/>
              <a:t>Labels</a:t>
            </a:r>
          </a:p>
          <a:p>
            <a:pPr lvl="0" algn="ctr"/>
            <a:r>
              <a:rPr lang="en-US" sz="2000" b="1" dirty="0"/>
              <a:t> </a:t>
            </a:r>
            <a:endParaRPr lang="en-US" sz="2000" dirty="0"/>
          </a:p>
        </p:txBody>
      </p:sp>
    </p:spTree>
    <p:extLst>
      <p:ext uri="{BB962C8B-B14F-4D97-AF65-F5344CB8AC3E}">
        <p14:creationId xmlns:p14="http://schemas.microsoft.com/office/powerpoint/2010/main" val="786519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2BE9BC-0522-233D-8DBD-11B91B913F8B}"/>
              </a:ext>
            </a:extLst>
          </p:cNvPr>
          <p:cNvPicPr>
            <a:picLocks noChangeAspect="1"/>
          </p:cNvPicPr>
          <p:nvPr/>
        </p:nvPicPr>
        <p:blipFill>
          <a:blip r:embed="rId2"/>
          <a:stretch>
            <a:fillRect/>
          </a:stretch>
        </p:blipFill>
        <p:spPr>
          <a:xfrm rot="1714697">
            <a:off x="-590707" y="5490235"/>
            <a:ext cx="1757508" cy="1757508"/>
          </a:xfrm>
          <a:prstGeom prst="rect">
            <a:avLst/>
          </a:prstGeom>
        </p:spPr>
      </p:pic>
      <p:pic>
        <p:nvPicPr>
          <p:cNvPr id="6" name="Picture 5">
            <a:extLst>
              <a:ext uri="{FF2B5EF4-FFF2-40B4-BE49-F238E27FC236}">
                <a16:creationId xmlns:a16="http://schemas.microsoft.com/office/drawing/2014/main" id="{D5B10A0E-0450-7E38-5D5E-4D6CA5411EA3}"/>
              </a:ext>
            </a:extLst>
          </p:cNvPr>
          <p:cNvPicPr>
            <a:picLocks noChangeAspect="1"/>
          </p:cNvPicPr>
          <p:nvPr/>
        </p:nvPicPr>
        <p:blipFill>
          <a:blip r:embed="rId3"/>
          <a:stretch>
            <a:fillRect/>
          </a:stretch>
        </p:blipFill>
        <p:spPr>
          <a:xfrm>
            <a:off x="8431922" y="1738413"/>
            <a:ext cx="3438525" cy="3438525"/>
          </a:xfrm>
          <a:prstGeom prst="rect">
            <a:avLst/>
          </a:prstGeom>
        </p:spPr>
      </p:pic>
      <p:pic>
        <p:nvPicPr>
          <p:cNvPr id="11" name="Picture 10">
            <a:extLst>
              <a:ext uri="{FF2B5EF4-FFF2-40B4-BE49-F238E27FC236}">
                <a16:creationId xmlns:a16="http://schemas.microsoft.com/office/drawing/2014/main" id="{A50D4679-1BB6-6B2F-B9A9-19147719A82D}"/>
              </a:ext>
            </a:extLst>
          </p:cNvPr>
          <p:cNvPicPr>
            <a:picLocks noChangeAspect="1"/>
          </p:cNvPicPr>
          <p:nvPr/>
        </p:nvPicPr>
        <p:blipFill>
          <a:blip r:embed="rId2"/>
          <a:stretch>
            <a:fillRect/>
          </a:stretch>
        </p:blipFill>
        <p:spPr>
          <a:xfrm rot="19830464">
            <a:off x="10991693" y="5495687"/>
            <a:ext cx="1757508" cy="1757508"/>
          </a:xfrm>
          <a:prstGeom prst="rect">
            <a:avLst/>
          </a:prstGeom>
        </p:spPr>
      </p:pic>
      <p:sp>
        <p:nvSpPr>
          <p:cNvPr id="12" name="TextBox 11">
            <a:extLst>
              <a:ext uri="{FF2B5EF4-FFF2-40B4-BE49-F238E27FC236}">
                <a16:creationId xmlns:a16="http://schemas.microsoft.com/office/drawing/2014/main" id="{87EAB04E-C3E1-962B-50B1-178AE85F6033}"/>
              </a:ext>
            </a:extLst>
          </p:cNvPr>
          <p:cNvSpPr txBox="1"/>
          <p:nvPr/>
        </p:nvSpPr>
        <p:spPr>
          <a:xfrm>
            <a:off x="1019480" y="2012370"/>
            <a:ext cx="6076798" cy="2308324"/>
          </a:xfrm>
          <a:prstGeom prst="rect">
            <a:avLst/>
          </a:prstGeom>
          <a:noFill/>
        </p:spPr>
        <p:txBody>
          <a:bodyPr wrap="square" rtlCol="0">
            <a:spAutoFit/>
          </a:bodyPr>
          <a:lstStyle/>
          <a:p>
            <a:pPr marL="285750" indent="-285750">
              <a:lnSpc>
                <a:spcPct val="150000"/>
              </a:lnSpc>
              <a:buFont typeface="Wingdings" panose="05000000000000000000" pitchFamily="2" charset="2"/>
              <a:buChar char="ü"/>
            </a:pPr>
            <a:r>
              <a:rPr lang="en-US" dirty="0"/>
              <a:t>From  zero-shot classification section we chose two models</a:t>
            </a:r>
          </a:p>
          <a:p>
            <a:pPr marL="800100" lvl="1" indent="-342900">
              <a:lnSpc>
                <a:spcPct val="150000"/>
              </a:lnSpc>
              <a:buFont typeface="+mj-lt"/>
              <a:buAutoNum type="arabicPeriod"/>
            </a:pPr>
            <a:r>
              <a:rPr lang="en-US" sz="1800" dirty="0"/>
              <a:t>valhalla/distilbart-mnli-12-1</a:t>
            </a:r>
          </a:p>
          <a:p>
            <a:pPr marL="800100" lvl="1" indent="-342900">
              <a:lnSpc>
                <a:spcPct val="150000"/>
              </a:lnSpc>
              <a:buFont typeface="+mj-lt"/>
              <a:buAutoNum type="arabicPeriod"/>
            </a:pPr>
            <a:r>
              <a:rPr lang="en-US" sz="1800" dirty="0"/>
              <a:t>Narsil/deberta-large-</a:t>
            </a:r>
            <a:r>
              <a:rPr lang="en-US" sz="1800" dirty="0" err="1"/>
              <a:t>mnli</a:t>
            </a:r>
            <a:r>
              <a:rPr lang="en-US" sz="1800" dirty="0"/>
              <a:t>-zero-</a:t>
            </a:r>
            <a:r>
              <a:rPr lang="en-US" sz="1800" dirty="0" err="1"/>
              <a:t>cls</a:t>
            </a:r>
            <a:endParaRPr lang="en-US" dirty="0"/>
          </a:p>
          <a:p>
            <a:pPr marL="285750" indent="-285750">
              <a:lnSpc>
                <a:spcPct val="150000"/>
              </a:lnSpc>
              <a:buFont typeface="Wingdings" panose="05000000000000000000" pitchFamily="2" charset="2"/>
              <a:buChar char="ü"/>
            </a:pPr>
            <a:r>
              <a:rPr lang="en-US" dirty="0"/>
              <a:t> Most models we tried were not compatible, errors below</a:t>
            </a:r>
            <a:endParaRPr lang="en-US" sz="1800" dirty="0"/>
          </a:p>
          <a:p>
            <a:endParaRPr lang="en-US" dirty="0"/>
          </a:p>
          <a:p>
            <a:endParaRPr lang="en-US" dirty="0"/>
          </a:p>
        </p:txBody>
      </p:sp>
      <p:pic>
        <p:nvPicPr>
          <p:cNvPr id="14" name="Picture 13">
            <a:extLst>
              <a:ext uri="{FF2B5EF4-FFF2-40B4-BE49-F238E27FC236}">
                <a16:creationId xmlns:a16="http://schemas.microsoft.com/office/drawing/2014/main" id="{6A2281EC-EE38-714C-04A5-EC4B882C28D9}"/>
              </a:ext>
            </a:extLst>
          </p:cNvPr>
          <p:cNvPicPr>
            <a:picLocks noChangeAspect="1"/>
          </p:cNvPicPr>
          <p:nvPr/>
        </p:nvPicPr>
        <p:blipFill rotWithShape="1">
          <a:blip r:embed="rId4"/>
          <a:srcRect l="25625" t="64722" r="39844" b="26250"/>
          <a:stretch/>
        </p:blipFill>
        <p:spPr>
          <a:xfrm>
            <a:off x="1281114" y="3953495"/>
            <a:ext cx="7048500" cy="1036544"/>
          </a:xfrm>
          <a:prstGeom prst="rect">
            <a:avLst/>
          </a:prstGeom>
          <a:ln>
            <a:solidFill>
              <a:srgbClr val="002060"/>
            </a:solidFill>
          </a:ln>
        </p:spPr>
      </p:pic>
      <p:sp>
        <p:nvSpPr>
          <p:cNvPr id="8" name="Google Shape;181;p32">
            <a:extLst>
              <a:ext uri="{FF2B5EF4-FFF2-40B4-BE49-F238E27FC236}">
                <a16:creationId xmlns:a16="http://schemas.microsoft.com/office/drawing/2014/main" id="{8E2E134E-48F7-27C2-859C-8494DD56C963}"/>
              </a:ext>
            </a:extLst>
          </p:cNvPr>
          <p:cNvSpPr/>
          <p:nvPr/>
        </p:nvSpPr>
        <p:spPr>
          <a:xfrm>
            <a:off x="678570" y="428625"/>
            <a:ext cx="7827255" cy="914400"/>
          </a:xfrm>
          <a:custGeom>
            <a:avLst/>
            <a:gdLst/>
            <a:ahLst/>
            <a:cxnLst/>
            <a:rect l="l" t="t" r="r" b="b"/>
            <a:pathLst>
              <a:path w="56308" h="29995" extrusionOk="0">
                <a:moveTo>
                  <a:pt x="25997" y="0"/>
                </a:moveTo>
                <a:cubicBezTo>
                  <a:pt x="25091" y="0"/>
                  <a:pt x="24186" y="26"/>
                  <a:pt x="23284" y="84"/>
                </a:cubicBezTo>
                <a:cubicBezTo>
                  <a:pt x="20982" y="251"/>
                  <a:pt x="18647" y="251"/>
                  <a:pt x="16312" y="351"/>
                </a:cubicBezTo>
                <a:cubicBezTo>
                  <a:pt x="14845" y="418"/>
                  <a:pt x="13377" y="618"/>
                  <a:pt x="11909" y="785"/>
                </a:cubicBezTo>
                <a:cubicBezTo>
                  <a:pt x="10869" y="904"/>
                  <a:pt x="9855" y="1234"/>
                  <a:pt x="8798" y="1234"/>
                </a:cubicBezTo>
                <a:cubicBezTo>
                  <a:pt x="8668" y="1234"/>
                  <a:pt x="8538" y="1229"/>
                  <a:pt x="8407" y="1218"/>
                </a:cubicBezTo>
                <a:cubicBezTo>
                  <a:pt x="8240" y="1198"/>
                  <a:pt x="8075" y="1188"/>
                  <a:pt x="7911" y="1188"/>
                </a:cubicBezTo>
                <a:cubicBezTo>
                  <a:pt x="6763" y="1188"/>
                  <a:pt x="5680" y="1648"/>
                  <a:pt x="4571" y="1852"/>
                </a:cubicBezTo>
                <a:cubicBezTo>
                  <a:pt x="3436" y="2019"/>
                  <a:pt x="2536" y="2519"/>
                  <a:pt x="1735" y="3420"/>
                </a:cubicBezTo>
                <a:cubicBezTo>
                  <a:pt x="1101" y="4120"/>
                  <a:pt x="701" y="4854"/>
                  <a:pt x="668" y="5688"/>
                </a:cubicBezTo>
                <a:cubicBezTo>
                  <a:pt x="601" y="7856"/>
                  <a:pt x="268" y="9991"/>
                  <a:pt x="268" y="12160"/>
                </a:cubicBezTo>
                <a:cubicBezTo>
                  <a:pt x="268" y="12360"/>
                  <a:pt x="268" y="12560"/>
                  <a:pt x="234" y="12760"/>
                </a:cubicBezTo>
                <a:cubicBezTo>
                  <a:pt x="1" y="14795"/>
                  <a:pt x="101" y="16830"/>
                  <a:pt x="167" y="18864"/>
                </a:cubicBezTo>
                <a:cubicBezTo>
                  <a:pt x="234" y="20599"/>
                  <a:pt x="501" y="22267"/>
                  <a:pt x="634" y="24001"/>
                </a:cubicBezTo>
                <a:cubicBezTo>
                  <a:pt x="801" y="25703"/>
                  <a:pt x="1368" y="27270"/>
                  <a:pt x="2336" y="28671"/>
                </a:cubicBezTo>
                <a:cubicBezTo>
                  <a:pt x="2803" y="29405"/>
                  <a:pt x="3436" y="29906"/>
                  <a:pt x="4337" y="29972"/>
                </a:cubicBezTo>
                <a:cubicBezTo>
                  <a:pt x="4600" y="29986"/>
                  <a:pt x="4856" y="29994"/>
                  <a:pt x="5112" y="29994"/>
                </a:cubicBezTo>
                <a:cubicBezTo>
                  <a:pt x="5474" y="29994"/>
                  <a:pt x="5834" y="29978"/>
                  <a:pt x="6205" y="29939"/>
                </a:cubicBezTo>
                <a:cubicBezTo>
                  <a:pt x="7006" y="29839"/>
                  <a:pt x="7840" y="29672"/>
                  <a:pt x="8640" y="29672"/>
                </a:cubicBezTo>
                <a:cubicBezTo>
                  <a:pt x="10542" y="29672"/>
                  <a:pt x="12410" y="29439"/>
                  <a:pt x="14311" y="29372"/>
                </a:cubicBezTo>
                <a:cubicBezTo>
                  <a:pt x="16246" y="29305"/>
                  <a:pt x="18180" y="29105"/>
                  <a:pt x="20148" y="29105"/>
                </a:cubicBezTo>
                <a:cubicBezTo>
                  <a:pt x="21383" y="29105"/>
                  <a:pt x="22617" y="28938"/>
                  <a:pt x="23851" y="28872"/>
                </a:cubicBezTo>
                <a:cubicBezTo>
                  <a:pt x="25953" y="28771"/>
                  <a:pt x="28021" y="28638"/>
                  <a:pt x="30122" y="28571"/>
                </a:cubicBezTo>
                <a:cubicBezTo>
                  <a:pt x="30483" y="28565"/>
                  <a:pt x="30843" y="28563"/>
                  <a:pt x="31203" y="28563"/>
                </a:cubicBezTo>
                <a:cubicBezTo>
                  <a:pt x="32878" y="28563"/>
                  <a:pt x="34552" y="28622"/>
                  <a:pt x="36227" y="28705"/>
                </a:cubicBezTo>
                <a:cubicBezTo>
                  <a:pt x="36740" y="28740"/>
                  <a:pt x="37250" y="28754"/>
                  <a:pt x="37760" y="28754"/>
                </a:cubicBezTo>
                <a:cubicBezTo>
                  <a:pt x="39172" y="28754"/>
                  <a:pt x="40576" y="28645"/>
                  <a:pt x="41997" y="28571"/>
                </a:cubicBezTo>
                <a:cubicBezTo>
                  <a:pt x="42303" y="28560"/>
                  <a:pt x="42608" y="28555"/>
                  <a:pt x="42913" y="28555"/>
                </a:cubicBezTo>
                <a:cubicBezTo>
                  <a:pt x="44071" y="28555"/>
                  <a:pt x="45228" y="28621"/>
                  <a:pt x="46385" y="28621"/>
                </a:cubicBezTo>
                <a:cubicBezTo>
                  <a:pt x="46691" y="28621"/>
                  <a:pt x="46996" y="28616"/>
                  <a:pt x="47301" y="28605"/>
                </a:cubicBezTo>
                <a:cubicBezTo>
                  <a:pt x="49102" y="28538"/>
                  <a:pt x="50837" y="28138"/>
                  <a:pt x="52572" y="27571"/>
                </a:cubicBezTo>
                <a:cubicBezTo>
                  <a:pt x="53439" y="27304"/>
                  <a:pt x="54006" y="26703"/>
                  <a:pt x="54440" y="25936"/>
                </a:cubicBezTo>
                <a:cubicBezTo>
                  <a:pt x="55540" y="24068"/>
                  <a:pt x="55507" y="22033"/>
                  <a:pt x="55474" y="19999"/>
                </a:cubicBezTo>
                <a:cubicBezTo>
                  <a:pt x="55474" y="19832"/>
                  <a:pt x="55374" y="19665"/>
                  <a:pt x="55374" y="19465"/>
                </a:cubicBezTo>
                <a:cubicBezTo>
                  <a:pt x="55540" y="17964"/>
                  <a:pt x="55607" y="16429"/>
                  <a:pt x="55740" y="14895"/>
                </a:cubicBezTo>
                <a:cubicBezTo>
                  <a:pt x="55974" y="12860"/>
                  <a:pt x="56207" y="10859"/>
                  <a:pt x="56074" y="8824"/>
                </a:cubicBezTo>
                <a:cubicBezTo>
                  <a:pt x="56074" y="8590"/>
                  <a:pt x="56074" y="8323"/>
                  <a:pt x="56107" y="8090"/>
                </a:cubicBezTo>
                <a:cubicBezTo>
                  <a:pt x="56308" y="6789"/>
                  <a:pt x="56207" y="5455"/>
                  <a:pt x="55907" y="4154"/>
                </a:cubicBezTo>
                <a:cubicBezTo>
                  <a:pt x="55774" y="3453"/>
                  <a:pt x="55407" y="2920"/>
                  <a:pt x="54873" y="2453"/>
                </a:cubicBezTo>
                <a:cubicBezTo>
                  <a:pt x="54573" y="2186"/>
                  <a:pt x="54239" y="1886"/>
                  <a:pt x="53872" y="1719"/>
                </a:cubicBezTo>
                <a:cubicBezTo>
                  <a:pt x="53205" y="1419"/>
                  <a:pt x="52605" y="918"/>
                  <a:pt x="51804" y="885"/>
                </a:cubicBezTo>
                <a:cubicBezTo>
                  <a:pt x="49269" y="751"/>
                  <a:pt x="46767" y="585"/>
                  <a:pt x="44266" y="518"/>
                </a:cubicBezTo>
                <a:cubicBezTo>
                  <a:pt x="39829" y="418"/>
                  <a:pt x="35426" y="551"/>
                  <a:pt x="30989" y="218"/>
                </a:cubicBezTo>
                <a:cubicBezTo>
                  <a:pt x="29344" y="88"/>
                  <a:pt x="27671" y="0"/>
                  <a:pt x="25997" y="0"/>
                </a:cubicBezTo>
                <a:close/>
              </a:path>
            </a:pathLst>
          </a:custGeom>
          <a:solidFill>
            <a:srgbClr val="FAE0AA"/>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2000" b="1" dirty="0"/>
              <a:t>Choosing two zero-shot classification models from huggingface</a:t>
            </a:r>
          </a:p>
        </p:txBody>
      </p:sp>
    </p:spTree>
    <p:extLst>
      <p:ext uri="{BB962C8B-B14F-4D97-AF65-F5344CB8AC3E}">
        <p14:creationId xmlns:p14="http://schemas.microsoft.com/office/powerpoint/2010/main" val="2858331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840C75E-9239-6EDC-EAA2-0FED7EC0C133}"/>
              </a:ext>
            </a:extLst>
          </p:cNvPr>
          <p:cNvSpPr txBox="1"/>
          <p:nvPr/>
        </p:nvSpPr>
        <p:spPr>
          <a:xfrm>
            <a:off x="447676" y="1199113"/>
            <a:ext cx="5324475" cy="369332"/>
          </a:xfrm>
          <a:prstGeom prst="rect">
            <a:avLst/>
          </a:prstGeom>
          <a:noFill/>
        </p:spPr>
        <p:txBody>
          <a:bodyPr wrap="square" rtlCol="0">
            <a:spAutoFit/>
          </a:bodyPr>
          <a:lstStyle/>
          <a:p>
            <a:pPr marL="285750" indent="-285750">
              <a:buFont typeface="Wingdings" panose="05000000000000000000" pitchFamily="2" charset="2"/>
              <a:buChar char="ü"/>
            </a:pPr>
            <a:r>
              <a:rPr lang="en-US" dirty="0"/>
              <a:t>After training the dataset we got the cross-tabulation</a:t>
            </a:r>
          </a:p>
        </p:txBody>
      </p:sp>
      <p:pic>
        <p:nvPicPr>
          <p:cNvPr id="5" name="Picture 4">
            <a:extLst>
              <a:ext uri="{FF2B5EF4-FFF2-40B4-BE49-F238E27FC236}">
                <a16:creationId xmlns:a16="http://schemas.microsoft.com/office/drawing/2014/main" id="{9390C6CA-8F3B-3D8D-1F3E-9044FA688296}"/>
              </a:ext>
            </a:extLst>
          </p:cNvPr>
          <p:cNvPicPr>
            <a:picLocks noChangeAspect="1"/>
          </p:cNvPicPr>
          <p:nvPr/>
        </p:nvPicPr>
        <p:blipFill rotWithShape="1">
          <a:blip r:embed="rId2"/>
          <a:srcRect l="56328" t="34027" b="39445"/>
          <a:stretch/>
        </p:blipFill>
        <p:spPr>
          <a:xfrm>
            <a:off x="3295649" y="1793949"/>
            <a:ext cx="5772152" cy="1972239"/>
          </a:xfrm>
          <a:prstGeom prst="rect">
            <a:avLst/>
          </a:prstGeom>
        </p:spPr>
      </p:pic>
      <p:sp>
        <p:nvSpPr>
          <p:cNvPr id="13" name="Google Shape;181;p32">
            <a:extLst>
              <a:ext uri="{FF2B5EF4-FFF2-40B4-BE49-F238E27FC236}">
                <a16:creationId xmlns:a16="http://schemas.microsoft.com/office/drawing/2014/main" id="{B678CF49-A351-334B-B8B8-747B139E23A3}"/>
              </a:ext>
            </a:extLst>
          </p:cNvPr>
          <p:cNvSpPr/>
          <p:nvPr/>
        </p:nvSpPr>
        <p:spPr>
          <a:xfrm>
            <a:off x="1143001" y="179194"/>
            <a:ext cx="9258300" cy="914400"/>
          </a:xfrm>
          <a:custGeom>
            <a:avLst/>
            <a:gdLst/>
            <a:ahLst/>
            <a:cxnLst/>
            <a:rect l="l" t="t" r="r" b="b"/>
            <a:pathLst>
              <a:path w="56308" h="29995" extrusionOk="0">
                <a:moveTo>
                  <a:pt x="25997" y="0"/>
                </a:moveTo>
                <a:cubicBezTo>
                  <a:pt x="25091" y="0"/>
                  <a:pt x="24186" y="26"/>
                  <a:pt x="23284" y="84"/>
                </a:cubicBezTo>
                <a:cubicBezTo>
                  <a:pt x="20982" y="251"/>
                  <a:pt x="18647" y="251"/>
                  <a:pt x="16312" y="351"/>
                </a:cubicBezTo>
                <a:cubicBezTo>
                  <a:pt x="14845" y="418"/>
                  <a:pt x="13377" y="618"/>
                  <a:pt x="11909" y="785"/>
                </a:cubicBezTo>
                <a:cubicBezTo>
                  <a:pt x="10869" y="904"/>
                  <a:pt x="9855" y="1234"/>
                  <a:pt x="8798" y="1234"/>
                </a:cubicBezTo>
                <a:cubicBezTo>
                  <a:pt x="8668" y="1234"/>
                  <a:pt x="8538" y="1229"/>
                  <a:pt x="8407" y="1218"/>
                </a:cubicBezTo>
                <a:cubicBezTo>
                  <a:pt x="8240" y="1198"/>
                  <a:pt x="8075" y="1188"/>
                  <a:pt x="7911" y="1188"/>
                </a:cubicBezTo>
                <a:cubicBezTo>
                  <a:pt x="6763" y="1188"/>
                  <a:pt x="5680" y="1648"/>
                  <a:pt x="4571" y="1852"/>
                </a:cubicBezTo>
                <a:cubicBezTo>
                  <a:pt x="3436" y="2019"/>
                  <a:pt x="2536" y="2519"/>
                  <a:pt x="1735" y="3420"/>
                </a:cubicBezTo>
                <a:cubicBezTo>
                  <a:pt x="1101" y="4120"/>
                  <a:pt x="701" y="4854"/>
                  <a:pt x="668" y="5688"/>
                </a:cubicBezTo>
                <a:cubicBezTo>
                  <a:pt x="601" y="7856"/>
                  <a:pt x="268" y="9991"/>
                  <a:pt x="268" y="12160"/>
                </a:cubicBezTo>
                <a:cubicBezTo>
                  <a:pt x="268" y="12360"/>
                  <a:pt x="268" y="12560"/>
                  <a:pt x="234" y="12760"/>
                </a:cubicBezTo>
                <a:cubicBezTo>
                  <a:pt x="1" y="14795"/>
                  <a:pt x="101" y="16830"/>
                  <a:pt x="167" y="18864"/>
                </a:cubicBezTo>
                <a:cubicBezTo>
                  <a:pt x="234" y="20599"/>
                  <a:pt x="501" y="22267"/>
                  <a:pt x="634" y="24001"/>
                </a:cubicBezTo>
                <a:cubicBezTo>
                  <a:pt x="801" y="25703"/>
                  <a:pt x="1368" y="27270"/>
                  <a:pt x="2336" y="28671"/>
                </a:cubicBezTo>
                <a:cubicBezTo>
                  <a:pt x="2803" y="29405"/>
                  <a:pt x="3436" y="29906"/>
                  <a:pt x="4337" y="29972"/>
                </a:cubicBezTo>
                <a:cubicBezTo>
                  <a:pt x="4600" y="29986"/>
                  <a:pt x="4856" y="29994"/>
                  <a:pt x="5112" y="29994"/>
                </a:cubicBezTo>
                <a:cubicBezTo>
                  <a:pt x="5474" y="29994"/>
                  <a:pt x="5834" y="29978"/>
                  <a:pt x="6205" y="29939"/>
                </a:cubicBezTo>
                <a:cubicBezTo>
                  <a:pt x="7006" y="29839"/>
                  <a:pt x="7840" y="29672"/>
                  <a:pt x="8640" y="29672"/>
                </a:cubicBezTo>
                <a:cubicBezTo>
                  <a:pt x="10542" y="29672"/>
                  <a:pt x="12410" y="29439"/>
                  <a:pt x="14311" y="29372"/>
                </a:cubicBezTo>
                <a:cubicBezTo>
                  <a:pt x="16246" y="29305"/>
                  <a:pt x="18180" y="29105"/>
                  <a:pt x="20148" y="29105"/>
                </a:cubicBezTo>
                <a:cubicBezTo>
                  <a:pt x="21383" y="29105"/>
                  <a:pt x="22617" y="28938"/>
                  <a:pt x="23851" y="28872"/>
                </a:cubicBezTo>
                <a:cubicBezTo>
                  <a:pt x="25953" y="28771"/>
                  <a:pt x="28021" y="28638"/>
                  <a:pt x="30122" y="28571"/>
                </a:cubicBezTo>
                <a:cubicBezTo>
                  <a:pt x="30483" y="28565"/>
                  <a:pt x="30843" y="28563"/>
                  <a:pt x="31203" y="28563"/>
                </a:cubicBezTo>
                <a:cubicBezTo>
                  <a:pt x="32878" y="28563"/>
                  <a:pt x="34552" y="28622"/>
                  <a:pt x="36227" y="28705"/>
                </a:cubicBezTo>
                <a:cubicBezTo>
                  <a:pt x="36740" y="28740"/>
                  <a:pt x="37250" y="28754"/>
                  <a:pt x="37760" y="28754"/>
                </a:cubicBezTo>
                <a:cubicBezTo>
                  <a:pt x="39172" y="28754"/>
                  <a:pt x="40576" y="28645"/>
                  <a:pt x="41997" y="28571"/>
                </a:cubicBezTo>
                <a:cubicBezTo>
                  <a:pt x="42303" y="28560"/>
                  <a:pt x="42608" y="28555"/>
                  <a:pt x="42913" y="28555"/>
                </a:cubicBezTo>
                <a:cubicBezTo>
                  <a:pt x="44071" y="28555"/>
                  <a:pt x="45228" y="28621"/>
                  <a:pt x="46385" y="28621"/>
                </a:cubicBezTo>
                <a:cubicBezTo>
                  <a:pt x="46691" y="28621"/>
                  <a:pt x="46996" y="28616"/>
                  <a:pt x="47301" y="28605"/>
                </a:cubicBezTo>
                <a:cubicBezTo>
                  <a:pt x="49102" y="28538"/>
                  <a:pt x="50837" y="28138"/>
                  <a:pt x="52572" y="27571"/>
                </a:cubicBezTo>
                <a:cubicBezTo>
                  <a:pt x="53439" y="27304"/>
                  <a:pt x="54006" y="26703"/>
                  <a:pt x="54440" y="25936"/>
                </a:cubicBezTo>
                <a:cubicBezTo>
                  <a:pt x="55540" y="24068"/>
                  <a:pt x="55507" y="22033"/>
                  <a:pt x="55474" y="19999"/>
                </a:cubicBezTo>
                <a:cubicBezTo>
                  <a:pt x="55474" y="19832"/>
                  <a:pt x="55374" y="19665"/>
                  <a:pt x="55374" y="19465"/>
                </a:cubicBezTo>
                <a:cubicBezTo>
                  <a:pt x="55540" y="17964"/>
                  <a:pt x="55607" y="16429"/>
                  <a:pt x="55740" y="14895"/>
                </a:cubicBezTo>
                <a:cubicBezTo>
                  <a:pt x="55974" y="12860"/>
                  <a:pt x="56207" y="10859"/>
                  <a:pt x="56074" y="8824"/>
                </a:cubicBezTo>
                <a:cubicBezTo>
                  <a:pt x="56074" y="8590"/>
                  <a:pt x="56074" y="8323"/>
                  <a:pt x="56107" y="8090"/>
                </a:cubicBezTo>
                <a:cubicBezTo>
                  <a:pt x="56308" y="6789"/>
                  <a:pt x="56207" y="5455"/>
                  <a:pt x="55907" y="4154"/>
                </a:cubicBezTo>
                <a:cubicBezTo>
                  <a:pt x="55774" y="3453"/>
                  <a:pt x="55407" y="2920"/>
                  <a:pt x="54873" y="2453"/>
                </a:cubicBezTo>
                <a:cubicBezTo>
                  <a:pt x="54573" y="2186"/>
                  <a:pt x="54239" y="1886"/>
                  <a:pt x="53872" y="1719"/>
                </a:cubicBezTo>
                <a:cubicBezTo>
                  <a:pt x="53205" y="1419"/>
                  <a:pt x="52605" y="918"/>
                  <a:pt x="51804" y="885"/>
                </a:cubicBezTo>
                <a:cubicBezTo>
                  <a:pt x="49269" y="751"/>
                  <a:pt x="46767" y="585"/>
                  <a:pt x="44266" y="518"/>
                </a:cubicBezTo>
                <a:cubicBezTo>
                  <a:pt x="39829" y="418"/>
                  <a:pt x="35426" y="551"/>
                  <a:pt x="30989" y="218"/>
                </a:cubicBezTo>
                <a:cubicBezTo>
                  <a:pt x="29344" y="88"/>
                  <a:pt x="27671" y="0"/>
                  <a:pt x="25997" y="0"/>
                </a:cubicBezTo>
                <a:close/>
              </a:path>
            </a:pathLst>
          </a:custGeom>
          <a:solidFill>
            <a:srgbClr val="FAE0AA"/>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endParaRPr lang="en-US" sz="2000" b="1" dirty="0"/>
          </a:p>
          <a:p>
            <a:pPr lvl="0" algn="ctr"/>
            <a:r>
              <a:rPr lang="en-US" sz="2000" b="1" dirty="0"/>
              <a:t>Comments on the result both regarding Professor and course labels using valhalla/distilbart-mnli-12-1 model</a:t>
            </a:r>
          </a:p>
          <a:p>
            <a:pPr lvl="0" algn="ctr"/>
            <a:r>
              <a:rPr lang="en-US" sz="2000" b="1" dirty="0"/>
              <a:t> </a:t>
            </a:r>
            <a:endParaRPr lang="en-US" sz="2000" dirty="0"/>
          </a:p>
        </p:txBody>
      </p:sp>
      <p:sp>
        <p:nvSpPr>
          <p:cNvPr id="2" name="TextBox 1">
            <a:extLst>
              <a:ext uri="{FF2B5EF4-FFF2-40B4-BE49-F238E27FC236}">
                <a16:creationId xmlns:a16="http://schemas.microsoft.com/office/drawing/2014/main" id="{29DF4B0B-7EEC-1D37-4175-F8A4A69D6E61}"/>
              </a:ext>
            </a:extLst>
          </p:cNvPr>
          <p:cNvSpPr txBox="1"/>
          <p:nvPr/>
        </p:nvSpPr>
        <p:spPr>
          <a:xfrm>
            <a:off x="95250" y="4417872"/>
            <a:ext cx="5876926" cy="2215991"/>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en-US" sz="1400" dirty="0"/>
              <a:t>If a professor have a “strong knowledge and solid education or patient and caring” students tends to give score of 4. </a:t>
            </a:r>
          </a:p>
          <a:p>
            <a:pPr marL="171450" indent="-171450">
              <a:lnSpc>
                <a:spcPct val="150000"/>
              </a:lnSpc>
              <a:buFont typeface="Wingdings" panose="05000000000000000000" pitchFamily="2" charset="2"/>
              <a:buChar char="ü"/>
            </a:pPr>
            <a:r>
              <a:rPr lang="en-US" sz="1400" dirty="0"/>
              <a:t>When ever the professor “show up to class room on time or never misses class” most student gives these professors high score </a:t>
            </a:r>
          </a:p>
          <a:p>
            <a:pPr marL="171450" indent="-171450">
              <a:lnSpc>
                <a:spcPct val="150000"/>
              </a:lnSpc>
              <a:buFont typeface="Wingdings" panose="05000000000000000000" pitchFamily="2" charset="2"/>
              <a:buChar char="ü"/>
            </a:pPr>
            <a:r>
              <a:rPr lang="en-US" sz="1400" dirty="0"/>
              <a:t>Interesting part we found is if a professor “encourages the students to question”  students tends to give 0 score. </a:t>
            </a:r>
          </a:p>
          <a:p>
            <a:endParaRPr lang="en-US" sz="1200" dirty="0"/>
          </a:p>
        </p:txBody>
      </p:sp>
      <p:graphicFrame>
        <p:nvGraphicFramePr>
          <p:cNvPr id="6" name="Diagram 5">
            <a:extLst>
              <a:ext uri="{FF2B5EF4-FFF2-40B4-BE49-F238E27FC236}">
                <a16:creationId xmlns:a16="http://schemas.microsoft.com/office/drawing/2014/main" id="{A70EB90E-0409-3B8B-3313-DC9519F5C857}"/>
              </a:ext>
            </a:extLst>
          </p:cNvPr>
          <p:cNvGraphicFramePr/>
          <p:nvPr>
            <p:extLst>
              <p:ext uri="{D42A27DB-BD31-4B8C-83A1-F6EECF244321}">
                <p14:modId xmlns:p14="http://schemas.microsoft.com/office/powerpoint/2010/main" val="3659101269"/>
              </p:ext>
            </p:extLst>
          </p:nvPr>
        </p:nvGraphicFramePr>
        <p:xfrm>
          <a:off x="95250" y="3874530"/>
          <a:ext cx="5876926" cy="4616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9" name="Diagram 18">
            <a:extLst>
              <a:ext uri="{FF2B5EF4-FFF2-40B4-BE49-F238E27FC236}">
                <a16:creationId xmlns:a16="http://schemas.microsoft.com/office/drawing/2014/main" id="{56F61756-D9D3-040F-AFE2-F37886B782B9}"/>
              </a:ext>
            </a:extLst>
          </p:cNvPr>
          <p:cNvGraphicFramePr/>
          <p:nvPr>
            <p:extLst>
              <p:ext uri="{D42A27DB-BD31-4B8C-83A1-F6EECF244321}">
                <p14:modId xmlns:p14="http://schemas.microsoft.com/office/powerpoint/2010/main" val="4133151999"/>
              </p:ext>
            </p:extLst>
          </p:nvPr>
        </p:nvGraphicFramePr>
        <p:xfrm>
          <a:off x="6181725" y="3872181"/>
          <a:ext cx="5876926" cy="46166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0" name="TextBox 19">
            <a:extLst>
              <a:ext uri="{FF2B5EF4-FFF2-40B4-BE49-F238E27FC236}">
                <a16:creationId xmlns:a16="http://schemas.microsoft.com/office/drawing/2014/main" id="{60453B2B-637A-90E5-8ECB-7EF3B1398815}"/>
              </a:ext>
            </a:extLst>
          </p:cNvPr>
          <p:cNvSpPr txBox="1"/>
          <p:nvPr/>
        </p:nvSpPr>
        <p:spPr>
          <a:xfrm>
            <a:off x="6181725" y="4462815"/>
            <a:ext cx="6010275" cy="2215991"/>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en-US" sz="1400" dirty="0"/>
              <a:t>If a course have a “clear or sufficient syllabus” students tends to give score of 0. </a:t>
            </a:r>
          </a:p>
          <a:p>
            <a:pPr marL="171450" indent="-171450">
              <a:lnSpc>
                <a:spcPct val="150000"/>
              </a:lnSpc>
              <a:buFont typeface="Wingdings" panose="05000000000000000000" pitchFamily="2" charset="2"/>
              <a:buChar char="ü"/>
            </a:pPr>
            <a:r>
              <a:rPr lang="en-US" sz="1400" dirty="0"/>
              <a:t>If the course is all about “using real world examples or exercises real world problems” students give this course high score and also almost same amount of students don’t want to use “real world examples or exercises real world problems” in a course.</a:t>
            </a:r>
          </a:p>
          <a:p>
            <a:pPr marL="171450" indent="-171450">
              <a:lnSpc>
                <a:spcPct val="150000"/>
              </a:lnSpc>
              <a:buFont typeface="Wingdings" panose="05000000000000000000" pitchFamily="2" charset="2"/>
              <a:buChar char="ü"/>
            </a:pPr>
            <a:r>
              <a:rPr lang="en-US" sz="1400" dirty="0"/>
              <a:t>Courses which have “useful topics or updated topics” are given 0 score.</a:t>
            </a:r>
          </a:p>
          <a:p>
            <a:endParaRPr lang="en-US" sz="1200" dirty="0"/>
          </a:p>
        </p:txBody>
      </p:sp>
    </p:spTree>
    <p:extLst>
      <p:ext uri="{BB962C8B-B14F-4D97-AF65-F5344CB8AC3E}">
        <p14:creationId xmlns:p14="http://schemas.microsoft.com/office/powerpoint/2010/main" val="1559326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8993A5-F5F3-81F7-0A7C-40746C6028B4}"/>
              </a:ext>
            </a:extLst>
          </p:cNvPr>
          <p:cNvSpPr txBox="1"/>
          <p:nvPr/>
        </p:nvSpPr>
        <p:spPr>
          <a:xfrm>
            <a:off x="95250" y="4529490"/>
            <a:ext cx="5876926" cy="2215991"/>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en-US" sz="1400" dirty="0"/>
              <a:t>If a professor have a “strong knowledge and solid education or patient and caring” students tends to give score of 4. </a:t>
            </a:r>
          </a:p>
          <a:p>
            <a:pPr marL="171450" indent="-171450">
              <a:lnSpc>
                <a:spcPct val="150000"/>
              </a:lnSpc>
              <a:buFont typeface="Wingdings" panose="05000000000000000000" pitchFamily="2" charset="2"/>
              <a:buChar char="ü"/>
            </a:pPr>
            <a:r>
              <a:rPr lang="en-US" sz="1400" dirty="0"/>
              <a:t>When ever the professor “show up to class room on time or never misses class” most student gives these professors high score of 4. </a:t>
            </a:r>
          </a:p>
          <a:p>
            <a:pPr marL="171450" indent="-171450">
              <a:lnSpc>
                <a:spcPct val="150000"/>
              </a:lnSpc>
              <a:buFont typeface="Wingdings" panose="05000000000000000000" pitchFamily="2" charset="2"/>
              <a:buChar char="ü"/>
            </a:pPr>
            <a:r>
              <a:rPr lang="en-US" sz="1400" dirty="0"/>
              <a:t>Interesting part we found is if a professor “encourages the students to question” students tends to give 0 score. </a:t>
            </a:r>
          </a:p>
          <a:p>
            <a:endParaRPr lang="en-US" sz="1200" dirty="0"/>
          </a:p>
        </p:txBody>
      </p:sp>
      <p:graphicFrame>
        <p:nvGraphicFramePr>
          <p:cNvPr id="4" name="Diagram 3">
            <a:extLst>
              <a:ext uri="{FF2B5EF4-FFF2-40B4-BE49-F238E27FC236}">
                <a16:creationId xmlns:a16="http://schemas.microsoft.com/office/drawing/2014/main" id="{FE530CFE-CA00-9651-E391-4A3896D706B9}"/>
              </a:ext>
            </a:extLst>
          </p:cNvPr>
          <p:cNvGraphicFramePr/>
          <p:nvPr>
            <p:extLst>
              <p:ext uri="{D42A27DB-BD31-4B8C-83A1-F6EECF244321}">
                <p14:modId xmlns:p14="http://schemas.microsoft.com/office/powerpoint/2010/main" val="114149106"/>
              </p:ext>
            </p:extLst>
          </p:nvPr>
        </p:nvGraphicFramePr>
        <p:xfrm>
          <a:off x="95250" y="3986148"/>
          <a:ext cx="5876926" cy="4616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FEAF889C-0815-E609-9320-EFABCCC36A8C}"/>
              </a:ext>
            </a:extLst>
          </p:cNvPr>
          <p:cNvGraphicFramePr/>
          <p:nvPr>
            <p:extLst>
              <p:ext uri="{D42A27DB-BD31-4B8C-83A1-F6EECF244321}">
                <p14:modId xmlns:p14="http://schemas.microsoft.com/office/powerpoint/2010/main" val="2279092059"/>
              </p:ext>
            </p:extLst>
          </p:nvPr>
        </p:nvGraphicFramePr>
        <p:xfrm>
          <a:off x="6181725" y="3983799"/>
          <a:ext cx="5876926" cy="46166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6" name="TextBox 5">
            <a:extLst>
              <a:ext uri="{FF2B5EF4-FFF2-40B4-BE49-F238E27FC236}">
                <a16:creationId xmlns:a16="http://schemas.microsoft.com/office/drawing/2014/main" id="{E0F815D1-DF98-EBBC-7290-0093052AD42F}"/>
              </a:ext>
            </a:extLst>
          </p:cNvPr>
          <p:cNvSpPr txBox="1"/>
          <p:nvPr/>
        </p:nvSpPr>
        <p:spPr>
          <a:xfrm>
            <a:off x="6181725" y="4529490"/>
            <a:ext cx="6010275" cy="1569660"/>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en-US" sz="1400" dirty="0"/>
              <a:t>If a course have a “clear or sufficient syllabus” students tends to give score of 4. </a:t>
            </a:r>
          </a:p>
          <a:p>
            <a:pPr marL="171450" indent="-171450">
              <a:lnSpc>
                <a:spcPct val="150000"/>
              </a:lnSpc>
              <a:buFont typeface="Wingdings" panose="05000000000000000000" pitchFamily="2" charset="2"/>
              <a:buChar char="ü"/>
            </a:pPr>
            <a:r>
              <a:rPr lang="en-US" sz="1400" dirty="0"/>
              <a:t>If the course is all about “using real world examples or exercises real world problems” students give this course low score and </a:t>
            </a:r>
          </a:p>
          <a:p>
            <a:pPr marL="171450" indent="-171450">
              <a:lnSpc>
                <a:spcPct val="150000"/>
              </a:lnSpc>
              <a:buFont typeface="Wingdings" panose="05000000000000000000" pitchFamily="2" charset="2"/>
              <a:buChar char="ü"/>
            </a:pPr>
            <a:r>
              <a:rPr lang="en-US" sz="1400" dirty="0"/>
              <a:t>Courses which have “useful topics or updated topics” are given 4 score.</a:t>
            </a:r>
          </a:p>
          <a:p>
            <a:endParaRPr lang="en-US" sz="1200" dirty="0"/>
          </a:p>
        </p:txBody>
      </p:sp>
      <p:pic>
        <p:nvPicPr>
          <p:cNvPr id="7" name="Picture 6">
            <a:extLst>
              <a:ext uri="{FF2B5EF4-FFF2-40B4-BE49-F238E27FC236}">
                <a16:creationId xmlns:a16="http://schemas.microsoft.com/office/drawing/2014/main" id="{59FF53D3-CA36-CA74-FE08-A180C61EAD56}"/>
              </a:ext>
            </a:extLst>
          </p:cNvPr>
          <p:cNvPicPr>
            <a:picLocks noChangeAspect="1"/>
          </p:cNvPicPr>
          <p:nvPr/>
        </p:nvPicPr>
        <p:blipFill rotWithShape="1">
          <a:blip r:embed="rId12"/>
          <a:srcRect l="55781" t="42778" r="1720" b="31111"/>
          <a:stretch/>
        </p:blipFill>
        <p:spPr>
          <a:xfrm>
            <a:off x="3486152" y="1783262"/>
            <a:ext cx="5524499" cy="1950538"/>
          </a:xfrm>
          <a:prstGeom prst="rect">
            <a:avLst/>
          </a:prstGeom>
        </p:spPr>
      </p:pic>
      <p:sp>
        <p:nvSpPr>
          <p:cNvPr id="9" name="Google Shape;181;p32">
            <a:extLst>
              <a:ext uri="{FF2B5EF4-FFF2-40B4-BE49-F238E27FC236}">
                <a16:creationId xmlns:a16="http://schemas.microsoft.com/office/drawing/2014/main" id="{7C9C6697-5D43-CB59-D6BC-6B034EBE893B}"/>
              </a:ext>
            </a:extLst>
          </p:cNvPr>
          <p:cNvSpPr/>
          <p:nvPr/>
        </p:nvSpPr>
        <p:spPr>
          <a:xfrm>
            <a:off x="1143001" y="179194"/>
            <a:ext cx="9258300" cy="914400"/>
          </a:xfrm>
          <a:custGeom>
            <a:avLst/>
            <a:gdLst/>
            <a:ahLst/>
            <a:cxnLst/>
            <a:rect l="l" t="t" r="r" b="b"/>
            <a:pathLst>
              <a:path w="56308" h="29995" extrusionOk="0">
                <a:moveTo>
                  <a:pt x="25997" y="0"/>
                </a:moveTo>
                <a:cubicBezTo>
                  <a:pt x="25091" y="0"/>
                  <a:pt x="24186" y="26"/>
                  <a:pt x="23284" y="84"/>
                </a:cubicBezTo>
                <a:cubicBezTo>
                  <a:pt x="20982" y="251"/>
                  <a:pt x="18647" y="251"/>
                  <a:pt x="16312" y="351"/>
                </a:cubicBezTo>
                <a:cubicBezTo>
                  <a:pt x="14845" y="418"/>
                  <a:pt x="13377" y="618"/>
                  <a:pt x="11909" y="785"/>
                </a:cubicBezTo>
                <a:cubicBezTo>
                  <a:pt x="10869" y="904"/>
                  <a:pt x="9855" y="1234"/>
                  <a:pt x="8798" y="1234"/>
                </a:cubicBezTo>
                <a:cubicBezTo>
                  <a:pt x="8668" y="1234"/>
                  <a:pt x="8538" y="1229"/>
                  <a:pt x="8407" y="1218"/>
                </a:cubicBezTo>
                <a:cubicBezTo>
                  <a:pt x="8240" y="1198"/>
                  <a:pt x="8075" y="1188"/>
                  <a:pt x="7911" y="1188"/>
                </a:cubicBezTo>
                <a:cubicBezTo>
                  <a:pt x="6763" y="1188"/>
                  <a:pt x="5680" y="1648"/>
                  <a:pt x="4571" y="1852"/>
                </a:cubicBezTo>
                <a:cubicBezTo>
                  <a:pt x="3436" y="2019"/>
                  <a:pt x="2536" y="2519"/>
                  <a:pt x="1735" y="3420"/>
                </a:cubicBezTo>
                <a:cubicBezTo>
                  <a:pt x="1101" y="4120"/>
                  <a:pt x="701" y="4854"/>
                  <a:pt x="668" y="5688"/>
                </a:cubicBezTo>
                <a:cubicBezTo>
                  <a:pt x="601" y="7856"/>
                  <a:pt x="268" y="9991"/>
                  <a:pt x="268" y="12160"/>
                </a:cubicBezTo>
                <a:cubicBezTo>
                  <a:pt x="268" y="12360"/>
                  <a:pt x="268" y="12560"/>
                  <a:pt x="234" y="12760"/>
                </a:cubicBezTo>
                <a:cubicBezTo>
                  <a:pt x="1" y="14795"/>
                  <a:pt x="101" y="16830"/>
                  <a:pt x="167" y="18864"/>
                </a:cubicBezTo>
                <a:cubicBezTo>
                  <a:pt x="234" y="20599"/>
                  <a:pt x="501" y="22267"/>
                  <a:pt x="634" y="24001"/>
                </a:cubicBezTo>
                <a:cubicBezTo>
                  <a:pt x="801" y="25703"/>
                  <a:pt x="1368" y="27270"/>
                  <a:pt x="2336" y="28671"/>
                </a:cubicBezTo>
                <a:cubicBezTo>
                  <a:pt x="2803" y="29405"/>
                  <a:pt x="3436" y="29906"/>
                  <a:pt x="4337" y="29972"/>
                </a:cubicBezTo>
                <a:cubicBezTo>
                  <a:pt x="4600" y="29986"/>
                  <a:pt x="4856" y="29994"/>
                  <a:pt x="5112" y="29994"/>
                </a:cubicBezTo>
                <a:cubicBezTo>
                  <a:pt x="5474" y="29994"/>
                  <a:pt x="5834" y="29978"/>
                  <a:pt x="6205" y="29939"/>
                </a:cubicBezTo>
                <a:cubicBezTo>
                  <a:pt x="7006" y="29839"/>
                  <a:pt x="7840" y="29672"/>
                  <a:pt x="8640" y="29672"/>
                </a:cubicBezTo>
                <a:cubicBezTo>
                  <a:pt x="10542" y="29672"/>
                  <a:pt x="12410" y="29439"/>
                  <a:pt x="14311" y="29372"/>
                </a:cubicBezTo>
                <a:cubicBezTo>
                  <a:pt x="16246" y="29305"/>
                  <a:pt x="18180" y="29105"/>
                  <a:pt x="20148" y="29105"/>
                </a:cubicBezTo>
                <a:cubicBezTo>
                  <a:pt x="21383" y="29105"/>
                  <a:pt x="22617" y="28938"/>
                  <a:pt x="23851" y="28872"/>
                </a:cubicBezTo>
                <a:cubicBezTo>
                  <a:pt x="25953" y="28771"/>
                  <a:pt x="28021" y="28638"/>
                  <a:pt x="30122" y="28571"/>
                </a:cubicBezTo>
                <a:cubicBezTo>
                  <a:pt x="30483" y="28565"/>
                  <a:pt x="30843" y="28563"/>
                  <a:pt x="31203" y="28563"/>
                </a:cubicBezTo>
                <a:cubicBezTo>
                  <a:pt x="32878" y="28563"/>
                  <a:pt x="34552" y="28622"/>
                  <a:pt x="36227" y="28705"/>
                </a:cubicBezTo>
                <a:cubicBezTo>
                  <a:pt x="36740" y="28740"/>
                  <a:pt x="37250" y="28754"/>
                  <a:pt x="37760" y="28754"/>
                </a:cubicBezTo>
                <a:cubicBezTo>
                  <a:pt x="39172" y="28754"/>
                  <a:pt x="40576" y="28645"/>
                  <a:pt x="41997" y="28571"/>
                </a:cubicBezTo>
                <a:cubicBezTo>
                  <a:pt x="42303" y="28560"/>
                  <a:pt x="42608" y="28555"/>
                  <a:pt x="42913" y="28555"/>
                </a:cubicBezTo>
                <a:cubicBezTo>
                  <a:pt x="44071" y="28555"/>
                  <a:pt x="45228" y="28621"/>
                  <a:pt x="46385" y="28621"/>
                </a:cubicBezTo>
                <a:cubicBezTo>
                  <a:pt x="46691" y="28621"/>
                  <a:pt x="46996" y="28616"/>
                  <a:pt x="47301" y="28605"/>
                </a:cubicBezTo>
                <a:cubicBezTo>
                  <a:pt x="49102" y="28538"/>
                  <a:pt x="50837" y="28138"/>
                  <a:pt x="52572" y="27571"/>
                </a:cubicBezTo>
                <a:cubicBezTo>
                  <a:pt x="53439" y="27304"/>
                  <a:pt x="54006" y="26703"/>
                  <a:pt x="54440" y="25936"/>
                </a:cubicBezTo>
                <a:cubicBezTo>
                  <a:pt x="55540" y="24068"/>
                  <a:pt x="55507" y="22033"/>
                  <a:pt x="55474" y="19999"/>
                </a:cubicBezTo>
                <a:cubicBezTo>
                  <a:pt x="55474" y="19832"/>
                  <a:pt x="55374" y="19665"/>
                  <a:pt x="55374" y="19465"/>
                </a:cubicBezTo>
                <a:cubicBezTo>
                  <a:pt x="55540" y="17964"/>
                  <a:pt x="55607" y="16429"/>
                  <a:pt x="55740" y="14895"/>
                </a:cubicBezTo>
                <a:cubicBezTo>
                  <a:pt x="55974" y="12860"/>
                  <a:pt x="56207" y="10859"/>
                  <a:pt x="56074" y="8824"/>
                </a:cubicBezTo>
                <a:cubicBezTo>
                  <a:pt x="56074" y="8590"/>
                  <a:pt x="56074" y="8323"/>
                  <a:pt x="56107" y="8090"/>
                </a:cubicBezTo>
                <a:cubicBezTo>
                  <a:pt x="56308" y="6789"/>
                  <a:pt x="56207" y="5455"/>
                  <a:pt x="55907" y="4154"/>
                </a:cubicBezTo>
                <a:cubicBezTo>
                  <a:pt x="55774" y="3453"/>
                  <a:pt x="55407" y="2920"/>
                  <a:pt x="54873" y="2453"/>
                </a:cubicBezTo>
                <a:cubicBezTo>
                  <a:pt x="54573" y="2186"/>
                  <a:pt x="54239" y="1886"/>
                  <a:pt x="53872" y="1719"/>
                </a:cubicBezTo>
                <a:cubicBezTo>
                  <a:pt x="53205" y="1419"/>
                  <a:pt x="52605" y="918"/>
                  <a:pt x="51804" y="885"/>
                </a:cubicBezTo>
                <a:cubicBezTo>
                  <a:pt x="49269" y="751"/>
                  <a:pt x="46767" y="585"/>
                  <a:pt x="44266" y="518"/>
                </a:cubicBezTo>
                <a:cubicBezTo>
                  <a:pt x="39829" y="418"/>
                  <a:pt x="35426" y="551"/>
                  <a:pt x="30989" y="218"/>
                </a:cubicBezTo>
                <a:cubicBezTo>
                  <a:pt x="29344" y="88"/>
                  <a:pt x="27671" y="0"/>
                  <a:pt x="25997" y="0"/>
                </a:cubicBezTo>
                <a:close/>
              </a:path>
            </a:pathLst>
          </a:custGeom>
          <a:solidFill>
            <a:srgbClr val="FAE0AA"/>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endParaRPr lang="en-US" sz="2000" b="1" dirty="0"/>
          </a:p>
          <a:p>
            <a:pPr lvl="0" algn="ctr"/>
            <a:endParaRPr lang="en-US" sz="2000" b="1" dirty="0"/>
          </a:p>
          <a:p>
            <a:pPr lvl="0" algn="ctr"/>
            <a:r>
              <a:rPr lang="en-US" sz="2000" b="1" dirty="0"/>
              <a:t>Comments on the result both regarding Professor and course labels using Narsil/deberta-large-</a:t>
            </a:r>
            <a:r>
              <a:rPr lang="en-US" sz="2000" b="1" dirty="0" err="1"/>
              <a:t>mnli</a:t>
            </a:r>
            <a:r>
              <a:rPr lang="en-US" sz="2000" b="1" dirty="0"/>
              <a:t>-zero-</a:t>
            </a:r>
            <a:r>
              <a:rPr lang="en-US" sz="2000" b="1" dirty="0" err="1"/>
              <a:t>cls</a:t>
            </a:r>
            <a:r>
              <a:rPr lang="en-US" sz="2000" b="1" dirty="0"/>
              <a:t> model</a:t>
            </a:r>
          </a:p>
          <a:p>
            <a:pPr lvl="0" algn="ctr"/>
            <a:endParaRPr lang="en-US" sz="2000" b="1" dirty="0"/>
          </a:p>
          <a:p>
            <a:pPr lvl="0" algn="ctr"/>
            <a:r>
              <a:rPr lang="en-US" sz="2000" b="1" dirty="0"/>
              <a:t> </a:t>
            </a:r>
            <a:endParaRPr lang="en-US" sz="2000" dirty="0"/>
          </a:p>
        </p:txBody>
      </p:sp>
      <p:sp>
        <p:nvSpPr>
          <p:cNvPr id="10" name="TextBox 9">
            <a:extLst>
              <a:ext uri="{FF2B5EF4-FFF2-40B4-BE49-F238E27FC236}">
                <a16:creationId xmlns:a16="http://schemas.microsoft.com/office/drawing/2014/main" id="{7AF7EE86-536D-2DC4-B4BF-10FEF4F0D554}"/>
              </a:ext>
            </a:extLst>
          </p:cNvPr>
          <p:cNvSpPr txBox="1"/>
          <p:nvPr/>
        </p:nvSpPr>
        <p:spPr>
          <a:xfrm>
            <a:off x="447676" y="1253762"/>
            <a:ext cx="5324475" cy="369332"/>
          </a:xfrm>
          <a:prstGeom prst="rect">
            <a:avLst/>
          </a:prstGeom>
          <a:noFill/>
        </p:spPr>
        <p:txBody>
          <a:bodyPr wrap="square" rtlCol="0">
            <a:spAutoFit/>
          </a:bodyPr>
          <a:lstStyle/>
          <a:p>
            <a:pPr marL="285750" indent="-285750">
              <a:buFont typeface="Wingdings" panose="05000000000000000000" pitchFamily="2" charset="2"/>
              <a:buChar char="ü"/>
            </a:pPr>
            <a:r>
              <a:rPr lang="en-US" dirty="0"/>
              <a:t>After training the dataset we got the cross-tabulation</a:t>
            </a:r>
          </a:p>
        </p:txBody>
      </p:sp>
    </p:spTree>
    <p:extLst>
      <p:ext uri="{BB962C8B-B14F-4D97-AF65-F5344CB8AC3E}">
        <p14:creationId xmlns:p14="http://schemas.microsoft.com/office/powerpoint/2010/main" val="1780964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Google Shape;181;p32">
            <a:extLst>
              <a:ext uri="{FF2B5EF4-FFF2-40B4-BE49-F238E27FC236}">
                <a16:creationId xmlns:a16="http://schemas.microsoft.com/office/drawing/2014/main" id="{20D19D70-2F67-E206-A31F-4F4C9826B33D}"/>
              </a:ext>
            </a:extLst>
          </p:cNvPr>
          <p:cNvSpPr/>
          <p:nvPr/>
        </p:nvSpPr>
        <p:spPr>
          <a:xfrm>
            <a:off x="8722655" y="631704"/>
            <a:ext cx="3354701" cy="486075"/>
          </a:xfrm>
          <a:custGeom>
            <a:avLst/>
            <a:gdLst/>
            <a:ahLst/>
            <a:cxnLst/>
            <a:rect l="l" t="t" r="r" b="b"/>
            <a:pathLst>
              <a:path w="56308" h="29995" extrusionOk="0">
                <a:moveTo>
                  <a:pt x="25997" y="0"/>
                </a:moveTo>
                <a:cubicBezTo>
                  <a:pt x="25091" y="0"/>
                  <a:pt x="24186" y="26"/>
                  <a:pt x="23284" y="84"/>
                </a:cubicBezTo>
                <a:cubicBezTo>
                  <a:pt x="20982" y="251"/>
                  <a:pt x="18647" y="251"/>
                  <a:pt x="16312" y="351"/>
                </a:cubicBezTo>
                <a:cubicBezTo>
                  <a:pt x="14845" y="418"/>
                  <a:pt x="13377" y="618"/>
                  <a:pt x="11909" y="785"/>
                </a:cubicBezTo>
                <a:cubicBezTo>
                  <a:pt x="10869" y="904"/>
                  <a:pt x="9855" y="1234"/>
                  <a:pt x="8798" y="1234"/>
                </a:cubicBezTo>
                <a:cubicBezTo>
                  <a:pt x="8668" y="1234"/>
                  <a:pt x="8538" y="1229"/>
                  <a:pt x="8407" y="1218"/>
                </a:cubicBezTo>
                <a:cubicBezTo>
                  <a:pt x="8240" y="1198"/>
                  <a:pt x="8075" y="1188"/>
                  <a:pt x="7911" y="1188"/>
                </a:cubicBezTo>
                <a:cubicBezTo>
                  <a:pt x="6763" y="1188"/>
                  <a:pt x="5680" y="1648"/>
                  <a:pt x="4571" y="1852"/>
                </a:cubicBezTo>
                <a:cubicBezTo>
                  <a:pt x="3436" y="2019"/>
                  <a:pt x="2536" y="2519"/>
                  <a:pt x="1735" y="3420"/>
                </a:cubicBezTo>
                <a:cubicBezTo>
                  <a:pt x="1101" y="4120"/>
                  <a:pt x="701" y="4854"/>
                  <a:pt x="668" y="5688"/>
                </a:cubicBezTo>
                <a:cubicBezTo>
                  <a:pt x="601" y="7856"/>
                  <a:pt x="268" y="9991"/>
                  <a:pt x="268" y="12160"/>
                </a:cubicBezTo>
                <a:cubicBezTo>
                  <a:pt x="268" y="12360"/>
                  <a:pt x="268" y="12560"/>
                  <a:pt x="234" y="12760"/>
                </a:cubicBezTo>
                <a:cubicBezTo>
                  <a:pt x="1" y="14795"/>
                  <a:pt x="101" y="16830"/>
                  <a:pt x="167" y="18864"/>
                </a:cubicBezTo>
                <a:cubicBezTo>
                  <a:pt x="234" y="20599"/>
                  <a:pt x="501" y="22267"/>
                  <a:pt x="634" y="24001"/>
                </a:cubicBezTo>
                <a:cubicBezTo>
                  <a:pt x="801" y="25703"/>
                  <a:pt x="1368" y="27270"/>
                  <a:pt x="2336" y="28671"/>
                </a:cubicBezTo>
                <a:cubicBezTo>
                  <a:pt x="2803" y="29405"/>
                  <a:pt x="3436" y="29906"/>
                  <a:pt x="4337" y="29972"/>
                </a:cubicBezTo>
                <a:cubicBezTo>
                  <a:pt x="4600" y="29986"/>
                  <a:pt x="4856" y="29994"/>
                  <a:pt x="5112" y="29994"/>
                </a:cubicBezTo>
                <a:cubicBezTo>
                  <a:pt x="5474" y="29994"/>
                  <a:pt x="5834" y="29978"/>
                  <a:pt x="6205" y="29939"/>
                </a:cubicBezTo>
                <a:cubicBezTo>
                  <a:pt x="7006" y="29839"/>
                  <a:pt x="7840" y="29672"/>
                  <a:pt x="8640" y="29672"/>
                </a:cubicBezTo>
                <a:cubicBezTo>
                  <a:pt x="10542" y="29672"/>
                  <a:pt x="12410" y="29439"/>
                  <a:pt x="14311" y="29372"/>
                </a:cubicBezTo>
                <a:cubicBezTo>
                  <a:pt x="16246" y="29305"/>
                  <a:pt x="18180" y="29105"/>
                  <a:pt x="20148" y="29105"/>
                </a:cubicBezTo>
                <a:cubicBezTo>
                  <a:pt x="21383" y="29105"/>
                  <a:pt x="22617" y="28938"/>
                  <a:pt x="23851" y="28872"/>
                </a:cubicBezTo>
                <a:cubicBezTo>
                  <a:pt x="25953" y="28771"/>
                  <a:pt x="28021" y="28638"/>
                  <a:pt x="30122" y="28571"/>
                </a:cubicBezTo>
                <a:cubicBezTo>
                  <a:pt x="30483" y="28565"/>
                  <a:pt x="30843" y="28563"/>
                  <a:pt x="31203" y="28563"/>
                </a:cubicBezTo>
                <a:cubicBezTo>
                  <a:pt x="32878" y="28563"/>
                  <a:pt x="34552" y="28622"/>
                  <a:pt x="36227" y="28705"/>
                </a:cubicBezTo>
                <a:cubicBezTo>
                  <a:pt x="36740" y="28740"/>
                  <a:pt x="37250" y="28754"/>
                  <a:pt x="37760" y="28754"/>
                </a:cubicBezTo>
                <a:cubicBezTo>
                  <a:pt x="39172" y="28754"/>
                  <a:pt x="40576" y="28645"/>
                  <a:pt x="41997" y="28571"/>
                </a:cubicBezTo>
                <a:cubicBezTo>
                  <a:pt x="42303" y="28560"/>
                  <a:pt x="42608" y="28555"/>
                  <a:pt x="42913" y="28555"/>
                </a:cubicBezTo>
                <a:cubicBezTo>
                  <a:pt x="44071" y="28555"/>
                  <a:pt x="45228" y="28621"/>
                  <a:pt x="46385" y="28621"/>
                </a:cubicBezTo>
                <a:cubicBezTo>
                  <a:pt x="46691" y="28621"/>
                  <a:pt x="46996" y="28616"/>
                  <a:pt x="47301" y="28605"/>
                </a:cubicBezTo>
                <a:cubicBezTo>
                  <a:pt x="49102" y="28538"/>
                  <a:pt x="50837" y="28138"/>
                  <a:pt x="52572" y="27571"/>
                </a:cubicBezTo>
                <a:cubicBezTo>
                  <a:pt x="53439" y="27304"/>
                  <a:pt x="54006" y="26703"/>
                  <a:pt x="54440" y="25936"/>
                </a:cubicBezTo>
                <a:cubicBezTo>
                  <a:pt x="55540" y="24068"/>
                  <a:pt x="55507" y="22033"/>
                  <a:pt x="55474" y="19999"/>
                </a:cubicBezTo>
                <a:cubicBezTo>
                  <a:pt x="55474" y="19832"/>
                  <a:pt x="55374" y="19665"/>
                  <a:pt x="55374" y="19465"/>
                </a:cubicBezTo>
                <a:cubicBezTo>
                  <a:pt x="55540" y="17964"/>
                  <a:pt x="55607" y="16429"/>
                  <a:pt x="55740" y="14895"/>
                </a:cubicBezTo>
                <a:cubicBezTo>
                  <a:pt x="55974" y="12860"/>
                  <a:pt x="56207" y="10859"/>
                  <a:pt x="56074" y="8824"/>
                </a:cubicBezTo>
                <a:cubicBezTo>
                  <a:pt x="56074" y="8590"/>
                  <a:pt x="56074" y="8323"/>
                  <a:pt x="56107" y="8090"/>
                </a:cubicBezTo>
                <a:cubicBezTo>
                  <a:pt x="56308" y="6789"/>
                  <a:pt x="56207" y="5455"/>
                  <a:pt x="55907" y="4154"/>
                </a:cubicBezTo>
                <a:cubicBezTo>
                  <a:pt x="55774" y="3453"/>
                  <a:pt x="55407" y="2920"/>
                  <a:pt x="54873" y="2453"/>
                </a:cubicBezTo>
                <a:cubicBezTo>
                  <a:pt x="54573" y="2186"/>
                  <a:pt x="54239" y="1886"/>
                  <a:pt x="53872" y="1719"/>
                </a:cubicBezTo>
                <a:cubicBezTo>
                  <a:pt x="53205" y="1419"/>
                  <a:pt x="52605" y="918"/>
                  <a:pt x="51804" y="885"/>
                </a:cubicBezTo>
                <a:cubicBezTo>
                  <a:pt x="49269" y="751"/>
                  <a:pt x="46767" y="585"/>
                  <a:pt x="44266" y="518"/>
                </a:cubicBezTo>
                <a:cubicBezTo>
                  <a:pt x="39829" y="418"/>
                  <a:pt x="35426" y="551"/>
                  <a:pt x="30989" y="218"/>
                </a:cubicBezTo>
                <a:cubicBezTo>
                  <a:pt x="29344" y="88"/>
                  <a:pt x="27671" y="0"/>
                  <a:pt x="25997" y="0"/>
                </a:cubicBezTo>
                <a:close/>
              </a:path>
            </a:pathLst>
          </a:custGeom>
          <a:solidFill>
            <a:srgbClr val="FAE0AA"/>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2000" b="1" dirty="0"/>
              <a:t>Labels regarding professor</a:t>
            </a:r>
            <a:r>
              <a:rPr lang="en-US" sz="2000" dirty="0"/>
              <a:t> </a:t>
            </a:r>
          </a:p>
        </p:txBody>
      </p:sp>
      <p:grpSp>
        <p:nvGrpSpPr>
          <p:cNvPr id="32" name="Group 31">
            <a:extLst>
              <a:ext uri="{FF2B5EF4-FFF2-40B4-BE49-F238E27FC236}">
                <a16:creationId xmlns:a16="http://schemas.microsoft.com/office/drawing/2014/main" id="{9175FB33-F0C2-C5B6-3651-7404A0283A15}"/>
              </a:ext>
            </a:extLst>
          </p:cNvPr>
          <p:cNvGrpSpPr>
            <a:grpSpLocks/>
          </p:cNvGrpSpPr>
          <p:nvPr/>
        </p:nvGrpSpPr>
        <p:grpSpPr>
          <a:xfrm>
            <a:off x="4413433" y="157947"/>
            <a:ext cx="4535240" cy="1487537"/>
            <a:chOff x="7372997" y="3571093"/>
            <a:chExt cx="4514203" cy="1480637"/>
          </a:xfrm>
        </p:grpSpPr>
        <p:grpSp>
          <p:nvGrpSpPr>
            <p:cNvPr id="18" name="Google Shape;699;p40">
              <a:extLst>
                <a:ext uri="{FF2B5EF4-FFF2-40B4-BE49-F238E27FC236}">
                  <a16:creationId xmlns:a16="http://schemas.microsoft.com/office/drawing/2014/main" id="{4B5FF4B5-CCA7-DAA8-5856-D1B9D3D694E4}"/>
                </a:ext>
              </a:extLst>
            </p:cNvPr>
            <p:cNvGrpSpPr/>
            <p:nvPr/>
          </p:nvGrpSpPr>
          <p:grpSpPr>
            <a:xfrm flipH="1">
              <a:off x="7429000" y="3574629"/>
              <a:ext cx="4458200" cy="462025"/>
              <a:chOff x="2959200" y="1840375"/>
              <a:chExt cx="4458200" cy="462025"/>
            </a:xfrm>
          </p:grpSpPr>
          <p:sp>
            <p:nvSpPr>
              <p:cNvPr id="19" name="Google Shape;700;p40">
                <a:extLst>
                  <a:ext uri="{FF2B5EF4-FFF2-40B4-BE49-F238E27FC236}">
                    <a16:creationId xmlns:a16="http://schemas.microsoft.com/office/drawing/2014/main" id="{91DBD88C-B894-64EC-91B5-E9F012C11EE6}"/>
                  </a:ext>
                </a:extLst>
              </p:cNvPr>
              <p:cNvSpPr/>
              <p:nvPr/>
            </p:nvSpPr>
            <p:spPr>
              <a:xfrm>
                <a:off x="2995050" y="1866649"/>
                <a:ext cx="4388175" cy="409475"/>
              </a:xfrm>
              <a:custGeom>
                <a:avLst/>
                <a:gdLst/>
                <a:ahLst/>
                <a:cxnLst/>
                <a:rect l="l" t="t" r="r" b="b"/>
                <a:pathLst>
                  <a:path w="175527" h="16379" extrusionOk="0">
                    <a:moveTo>
                      <a:pt x="175326" y="7472"/>
                    </a:moveTo>
                    <a:cubicBezTo>
                      <a:pt x="175226" y="7306"/>
                      <a:pt x="175093" y="7139"/>
                      <a:pt x="174959" y="7005"/>
                    </a:cubicBezTo>
                    <a:cubicBezTo>
                      <a:pt x="173758" y="5838"/>
                      <a:pt x="172357" y="5037"/>
                      <a:pt x="170956" y="4203"/>
                    </a:cubicBezTo>
                    <a:cubicBezTo>
                      <a:pt x="170122" y="3703"/>
                      <a:pt x="169222" y="3269"/>
                      <a:pt x="168321" y="2836"/>
                    </a:cubicBezTo>
                    <a:cubicBezTo>
                      <a:pt x="167587" y="2435"/>
                      <a:pt x="166820" y="2102"/>
                      <a:pt x="166053" y="1735"/>
                    </a:cubicBezTo>
                    <a:cubicBezTo>
                      <a:pt x="165352" y="1401"/>
                      <a:pt x="164585" y="1368"/>
                      <a:pt x="163851" y="1268"/>
                    </a:cubicBezTo>
                    <a:cubicBezTo>
                      <a:pt x="162650" y="1034"/>
                      <a:pt x="161450" y="634"/>
                      <a:pt x="160182" y="701"/>
                    </a:cubicBezTo>
                    <a:cubicBezTo>
                      <a:pt x="159948" y="701"/>
                      <a:pt x="159715" y="667"/>
                      <a:pt x="159515" y="601"/>
                    </a:cubicBezTo>
                    <a:cubicBezTo>
                      <a:pt x="158481" y="401"/>
                      <a:pt x="157447" y="200"/>
                      <a:pt x="156413" y="267"/>
                    </a:cubicBezTo>
                    <a:cubicBezTo>
                      <a:pt x="155946" y="267"/>
                      <a:pt x="155479" y="267"/>
                      <a:pt x="155012" y="267"/>
                    </a:cubicBezTo>
                    <a:cubicBezTo>
                      <a:pt x="154778" y="267"/>
                      <a:pt x="154578" y="200"/>
                      <a:pt x="154344" y="167"/>
                    </a:cubicBezTo>
                    <a:cubicBezTo>
                      <a:pt x="153978" y="134"/>
                      <a:pt x="153644" y="67"/>
                      <a:pt x="153310" y="67"/>
                    </a:cubicBezTo>
                    <a:cubicBezTo>
                      <a:pt x="150642" y="34"/>
                      <a:pt x="147973" y="34"/>
                      <a:pt x="145305" y="34"/>
                    </a:cubicBezTo>
                    <a:cubicBezTo>
                      <a:pt x="145071" y="34"/>
                      <a:pt x="144804" y="0"/>
                      <a:pt x="144604" y="67"/>
                    </a:cubicBezTo>
                    <a:cubicBezTo>
                      <a:pt x="144004" y="301"/>
                      <a:pt x="143403" y="267"/>
                      <a:pt x="142803" y="267"/>
                    </a:cubicBezTo>
                    <a:cubicBezTo>
                      <a:pt x="141802" y="267"/>
                      <a:pt x="140768" y="234"/>
                      <a:pt x="139767" y="267"/>
                    </a:cubicBezTo>
                    <a:cubicBezTo>
                      <a:pt x="139467" y="267"/>
                      <a:pt x="139200" y="301"/>
                      <a:pt x="138900" y="334"/>
                    </a:cubicBezTo>
                    <a:cubicBezTo>
                      <a:pt x="138600" y="367"/>
                      <a:pt x="138266" y="467"/>
                      <a:pt x="137966" y="434"/>
                    </a:cubicBezTo>
                    <a:cubicBezTo>
                      <a:pt x="136632" y="401"/>
                      <a:pt x="135298" y="334"/>
                      <a:pt x="133963" y="301"/>
                    </a:cubicBezTo>
                    <a:cubicBezTo>
                      <a:pt x="130661" y="234"/>
                      <a:pt x="127359" y="434"/>
                      <a:pt x="124056" y="67"/>
                    </a:cubicBezTo>
                    <a:cubicBezTo>
                      <a:pt x="119053" y="67"/>
                      <a:pt x="114082" y="67"/>
                      <a:pt x="109079" y="67"/>
                    </a:cubicBezTo>
                    <a:cubicBezTo>
                      <a:pt x="108812" y="67"/>
                      <a:pt x="108578" y="134"/>
                      <a:pt x="108312" y="200"/>
                    </a:cubicBezTo>
                    <a:cubicBezTo>
                      <a:pt x="108211" y="200"/>
                      <a:pt x="108078" y="234"/>
                      <a:pt x="107978" y="267"/>
                    </a:cubicBezTo>
                    <a:lnTo>
                      <a:pt x="107144" y="267"/>
                    </a:lnTo>
                    <a:cubicBezTo>
                      <a:pt x="106310" y="267"/>
                      <a:pt x="105476" y="301"/>
                      <a:pt x="104642" y="334"/>
                    </a:cubicBezTo>
                    <a:cubicBezTo>
                      <a:pt x="104442" y="334"/>
                      <a:pt x="104242" y="367"/>
                      <a:pt x="104008" y="367"/>
                    </a:cubicBezTo>
                    <a:cubicBezTo>
                      <a:pt x="103842" y="367"/>
                      <a:pt x="103642" y="367"/>
                      <a:pt x="103475" y="367"/>
                    </a:cubicBezTo>
                    <a:cubicBezTo>
                      <a:pt x="103308" y="367"/>
                      <a:pt x="103141" y="401"/>
                      <a:pt x="102941" y="434"/>
                    </a:cubicBezTo>
                    <a:cubicBezTo>
                      <a:pt x="102607" y="434"/>
                      <a:pt x="102274" y="434"/>
                      <a:pt x="101907" y="434"/>
                    </a:cubicBezTo>
                    <a:cubicBezTo>
                      <a:pt x="98071" y="401"/>
                      <a:pt x="94201" y="334"/>
                      <a:pt x="90365" y="301"/>
                    </a:cubicBezTo>
                    <a:cubicBezTo>
                      <a:pt x="80792" y="234"/>
                      <a:pt x="71218" y="434"/>
                      <a:pt x="61678" y="67"/>
                    </a:cubicBezTo>
                    <a:cubicBezTo>
                      <a:pt x="47268" y="67"/>
                      <a:pt x="32824" y="67"/>
                      <a:pt x="18381" y="67"/>
                    </a:cubicBezTo>
                    <a:cubicBezTo>
                      <a:pt x="17647" y="67"/>
                      <a:pt x="16913" y="134"/>
                      <a:pt x="16179" y="200"/>
                    </a:cubicBezTo>
                    <a:cubicBezTo>
                      <a:pt x="15045" y="267"/>
                      <a:pt x="13877" y="367"/>
                      <a:pt x="12743" y="401"/>
                    </a:cubicBezTo>
                    <a:cubicBezTo>
                      <a:pt x="9207" y="401"/>
                      <a:pt x="5705" y="367"/>
                      <a:pt x="2169" y="367"/>
                    </a:cubicBezTo>
                    <a:cubicBezTo>
                      <a:pt x="1602" y="367"/>
                      <a:pt x="1035" y="401"/>
                      <a:pt x="234" y="434"/>
                    </a:cubicBezTo>
                    <a:cubicBezTo>
                      <a:pt x="234" y="1835"/>
                      <a:pt x="234" y="3136"/>
                      <a:pt x="234" y="4437"/>
                    </a:cubicBezTo>
                    <a:cubicBezTo>
                      <a:pt x="234" y="4570"/>
                      <a:pt x="368" y="4670"/>
                      <a:pt x="401" y="4804"/>
                    </a:cubicBezTo>
                    <a:cubicBezTo>
                      <a:pt x="568" y="5438"/>
                      <a:pt x="801" y="6105"/>
                      <a:pt x="868" y="6738"/>
                    </a:cubicBezTo>
                    <a:cubicBezTo>
                      <a:pt x="968" y="7739"/>
                      <a:pt x="935" y="8773"/>
                      <a:pt x="935" y="9774"/>
                    </a:cubicBezTo>
                    <a:cubicBezTo>
                      <a:pt x="935" y="10308"/>
                      <a:pt x="902" y="10841"/>
                      <a:pt x="1469" y="11342"/>
                    </a:cubicBezTo>
                    <a:cubicBezTo>
                      <a:pt x="1702" y="11542"/>
                      <a:pt x="902" y="12109"/>
                      <a:pt x="768" y="12276"/>
                    </a:cubicBezTo>
                    <a:cubicBezTo>
                      <a:pt x="1" y="13410"/>
                      <a:pt x="701" y="14477"/>
                      <a:pt x="2970" y="15245"/>
                    </a:cubicBezTo>
                    <a:cubicBezTo>
                      <a:pt x="3370" y="15378"/>
                      <a:pt x="5305" y="15044"/>
                      <a:pt x="5838" y="15078"/>
                    </a:cubicBezTo>
                    <a:cubicBezTo>
                      <a:pt x="7773" y="15211"/>
                      <a:pt x="9775" y="15278"/>
                      <a:pt x="11743" y="15411"/>
                    </a:cubicBezTo>
                    <a:cubicBezTo>
                      <a:pt x="13310" y="15478"/>
                      <a:pt x="14845" y="15612"/>
                      <a:pt x="16413" y="15712"/>
                    </a:cubicBezTo>
                    <a:cubicBezTo>
                      <a:pt x="17580" y="15778"/>
                      <a:pt x="18714" y="15878"/>
                      <a:pt x="19882" y="15878"/>
                    </a:cubicBezTo>
                    <a:cubicBezTo>
                      <a:pt x="27921" y="15945"/>
                      <a:pt x="35960" y="15978"/>
                      <a:pt x="44032" y="16012"/>
                    </a:cubicBezTo>
                    <a:cubicBezTo>
                      <a:pt x="45967" y="16012"/>
                      <a:pt x="47868" y="16012"/>
                      <a:pt x="49803" y="16012"/>
                    </a:cubicBezTo>
                    <a:cubicBezTo>
                      <a:pt x="51071" y="16045"/>
                      <a:pt x="52272" y="16145"/>
                      <a:pt x="53539" y="16179"/>
                    </a:cubicBezTo>
                    <a:cubicBezTo>
                      <a:pt x="55440" y="16212"/>
                      <a:pt x="57542" y="16379"/>
                      <a:pt x="59243" y="16179"/>
                    </a:cubicBezTo>
                    <a:cubicBezTo>
                      <a:pt x="61211" y="15978"/>
                      <a:pt x="63046" y="15978"/>
                      <a:pt x="64881" y="16079"/>
                    </a:cubicBezTo>
                    <a:cubicBezTo>
                      <a:pt x="68316" y="16279"/>
                      <a:pt x="71752" y="16012"/>
                      <a:pt x="75155" y="16079"/>
                    </a:cubicBezTo>
                    <a:cubicBezTo>
                      <a:pt x="75421" y="16079"/>
                      <a:pt x="75655" y="16079"/>
                      <a:pt x="75922" y="16045"/>
                    </a:cubicBezTo>
                    <a:cubicBezTo>
                      <a:pt x="78991" y="15778"/>
                      <a:pt x="82093" y="15578"/>
                      <a:pt x="85295" y="15545"/>
                    </a:cubicBezTo>
                    <a:cubicBezTo>
                      <a:pt x="85962" y="15545"/>
                      <a:pt x="86596" y="15445"/>
                      <a:pt x="87263" y="15445"/>
                    </a:cubicBezTo>
                    <a:cubicBezTo>
                      <a:pt x="88331" y="15411"/>
                      <a:pt x="89431" y="15411"/>
                      <a:pt x="90499" y="15411"/>
                    </a:cubicBezTo>
                    <a:cubicBezTo>
                      <a:pt x="91733" y="15445"/>
                      <a:pt x="93001" y="15545"/>
                      <a:pt x="94235" y="15545"/>
                    </a:cubicBezTo>
                    <a:lnTo>
                      <a:pt x="107578" y="15545"/>
                    </a:lnTo>
                    <a:cubicBezTo>
                      <a:pt x="107845" y="15612"/>
                      <a:pt x="108111" y="15645"/>
                      <a:pt x="108378" y="15712"/>
                    </a:cubicBezTo>
                    <a:cubicBezTo>
                      <a:pt x="108779" y="15778"/>
                      <a:pt x="109179" y="15878"/>
                      <a:pt x="109579" y="15878"/>
                    </a:cubicBezTo>
                    <a:cubicBezTo>
                      <a:pt x="112381" y="15945"/>
                      <a:pt x="115150" y="15978"/>
                      <a:pt x="117918" y="16012"/>
                    </a:cubicBezTo>
                    <a:cubicBezTo>
                      <a:pt x="118586" y="16012"/>
                      <a:pt x="119253" y="15978"/>
                      <a:pt x="119920" y="16012"/>
                    </a:cubicBezTo>
                    <a:cubicBezTo>
                      <a:pt x="120354" y="16045"/>
                      <a:pt x="120787" y="16145"/>
                      <a:pt x="121221" y="16179"/>
                    </a:cubicBezTo>
                    <a:cubicBezTo>
                      <a:pt x="121888" y="16212"/>
                      <a:pt x="122588" y="16379"/>
                      <a:pt x="123189" y="16179"/>
                    </a:cubicBezTo>
                    <a:cubicBezTo>
                      <a:pt x="123889" y="15945"/>
                      <a:pt x="124490" y="15978"/>
                      <a:pt x="125157" y="16079"/>
                    </a:cubicBezTo>
                    <a:cubicBezTo>
                      <a:pt x="126324" y="16279"/>
                      <a:pt x="127525" y="16012"/>
                      <a:pt x="128693" y="16079"/>
                    </a:cubicBezTo>
                    <a:cubicBezTo>
                      <a:pt x="128793" y="16079"/>
                      <a:pt x="128860" y="16045"/>
                      <a:pt x="128960" y="16045"/>
                    </a:cubicBezTo>
                    <a:cubicBezTo>
                      <a:pt x="130027" y="15778"/>
                      <a:pt x="131095" y="15578"/>
                      <a:pt x="132195" y="15545"/>
                    </a:cubicBezTo>
                    <a:cubicBezTo>
                      <a:pt x="132429" y="15545"/>
                      <a:pt x="132662" y="15445"/>
                      <a:pt x="132896" y="15445"/>
                    </a:cubicBezTo>
                    <a:cubicBezTo>
                      <a:pt x="133263" y="15411"/>
                      <a:pt x="133630" y="15411"/>
                      <a:pt x="133997" y="15411"/>
                    </a:cubicBezTo>
                    <a:cubicBezTo>
                      <a:pt x="134430" y="15445"/>
                      <a:pt x="134864" y="15545"/>
                      <a:pt x="135298" y="15545"/>
                    </a:cubicBezTo>
                    <a:cubicBezTo>
                      <a:pt x="142970" y="15545"/>
                      <a:pt x="150675" y="15545"/>
                      <a:pt x="158347" y="15545"/>
                    </a:cubicBezTo>
                    <a:cubicBezTo>
                      <a:pt x="160215" y="15545"/>
                      <a:pt x="162050" y="15411"/>
                      <a:pt x="163918" y="15645"/>
                    </a:cubicBezTo>
                    <a:cubicBezTo>
                      <a:pt x="163951" y="15678"/>
                      <a:pt x="164018" y="15678"/>
                      <a:pt x="164085" y="15645"/>
                    </a:cubicBezTo>
                    <a:cubicBezTo>
                      <a:pt x="165552" y="15178"/>
                      <a:pt x="167054" y="14711"/>
                      <a:pt x="168288" y="13643"/>
                    </a:cubicBezTo>
                    <a:cubicBezTo>
                      <a:pt x="168688" y="13310"/>
                      <a:pt x="169122" y="13043"/>
                      <a:pt x="169555" y="12743"/>
                    </a:cubicBezTo>
                    <a:cubicBezTo>
                      <a:pt x="170222" y="12276"/>
                      <a:pt x="170890" y="11875"/>
                      <a:pt x="171523" y="11408"/>
                    </a:cubicBezTo>
                    <a:cubicBezTo>
                      <a:pt x="171924" y="11108"/>
                      <a:pt x="172257" y="10741"/>
                      <a:pt x="172691" y="10508"/>
                    </a:cubicBezTo>
                    <a:cubicBezTo>
                      <a:pt x="173658" y="9941"/>
                      <a:pt x="174392" y="9107"/>
                      <a:pt x="175193" y="8340"/>
                    </a:cubicBezTo>
                    <a:cubicBezTo>
                      <a:pt x="175493" y="8073"/>
                      <a:pt x="175526" y="7806"/>
                      <a:pt x="175326" y="7472"/>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701;p40">
                <a:extLst>
                  <a:ext uri="{FF2B5EF4-FFF2-40B4-BE49-F238E27FC236}">
                    <a16:creationId xmlns:a16="http://schemas.microsoft.com/office/drawing/2014/main" id="{52E96D94-5D60-B68F-CEBB-4657EE7FAF02}"/>
                  </a:ext>
                </a:extLst>
              </p:cNvPr>
              <p:cNvSpPr/>
              <p:nvPr/>
            </p:nvSpPr>
            <p:spPr>
              <a:xfrm>
                <a:off x="2959200" y="1840375"/>
                <a:ext cx="4458200" cy="462025"/>
              </a:xfrm>
              <a:custGeom>
                <a:avLst/>
                <a:gdLst/>
                <a:ahLst/>
                <a:cxnLst/>
                <a:rect l="l" t="t" r="r" b="b"/>
                <a:pathLst>
                  <a:path w="178328" h="18481" extrusionOk="0">
                    <a:moveTo>
                      <a:pt x="178228" y="8740"/>
                    </a:moveTo>
                    <a:cubicBezTo>
                      <a:pt x="177928" y="8240"/>
                      <a:pt x="177627" y="7706"/>
                      <a:pt x="177227" y="7306"/>
                    </a:cubicBezTo>
                    <a:cubicBezTo>
                      <a:pt x="175793" y="6005"/>
                      <a:pt x="174158" y="5004"/>
                      <a:pt x="172457" y="4137"/>
                    </a:cubicBezTo>
                    <a:cubicBezTo>
                      <a:pt x="171623" y="3703"/>
                      <a:pt x="170789" y="3270"/>
                      <a:pt x="169989" y="2836"/>
                    </a:cubicBezTo>
                    <a:cubicBezTo>
                      <a:pt x="168854" y="2269"/>
                      <a:pt x="167754" y="1668"/>
                      <a:pt x="166620" y="1168"/>
                    </a:cubicBezTo>
                    <a:cubicBezTo>
                      <a:pt x="165585" y="734"/>
                      <a:pt x="164551" y="334"/>
                      <a:pt x="163384" y="434"/>
                    </a:cubicBezTo>
                    <a:cubicBezTo>
                      <a:pt x="162383" y="534"/>
                      <a:pt x="161316" y="568"/>
                      <a:pt x="160348" y="434"/>
                    </a:cubicBezTo>
                    <a:cubicBezTo>
                      <a:pt x="159114" y="201"/>
                      <a:pt x="157913" y="301"/>
                      <a:pt x="156712" y="234"/>
                    </a:cubicBezTo>
                    <a:cubicBezTo>
                      <a:pt x="156512" y="234"/>
                      <a:pt x="156312" y="234"/>
                      <a:pt x="156112" y="201"/>
                    </a:cubicBezTo>
                    <a:cubicBezTo>
                      <a:pt x="155612" y="134"/>
                      <a:pt x="155145" y="34"/>
                      <a:pt x="154644" y="34"/>
                    </a:cubicBezTo>
                    <a:cubicBezTo>
                      <a:pt x="151976" y="34"/>
                      <a:pt x="149307" y="34"/>
                      <a:pt x="146639" y="34"/>
                    </a:cubicBezTo>
                    <a:cubicBezTo>
                      <a:pt x="146372" y="34"/>
                      <a:pt x="146105" y="1"/>
                      <a:pt x="145871" y="67"/>
                    </a:cubicBezTo>
                    <a:cubicBezTo>
                      <a:pt x="145171" y="301"/>
                      <a:pt x="144437" y="234"/>
                      <a:pt x="143703" y="234"/>
                    </a:cubicBezTo>
                    <a:cubicBezTo>
                      <a:pt x="142903" y="267"/>
                      <a:pt x="142069" y="234"/>
                      <a:pt x="141268" y="267"/>
                    </a:cubicBezTo>
                    <a:cubicBezTo>
                      <a:pt x="140801" y="267"/>
                      <a:pt x="140367" y="401"/>
                      <a:pt x="139900" y="434"/>
                    </a:cubicBezTo>
                    <a:cubicBezTo>
                      <a:pt x="139167" y="468"/>
                      <a:pt x="138399" y="468"/>
                      <a:pt x="137666" y="434"/>
                    </a:cubicBezTo>
                    <a:cubicBezTo>
                      <a:pt x="137065" y="401"/>
                      <a:pt x="136465" y="234"/>
                      <a:pt x="135831" y="234"/>
                    </a:cubicBezTo>
                    <a:cubicBezTo>
                      <a:pt x="134397" y="201"/>
                      <a:pt x="132929" y="234"/>
                      <a:pt x="131494" y="234"/>
                    </a:cubicBezTo>
                    <a:cubicBezTo>
                      <a:pt x="129626" y="234"/>
                      <a:pt x="127792" y="301"/>
                      <a:pt x="125924" y="34"/>
                    </a:cubicBezTo>
                    <a:cubicBezTo>
                      <a:pt x="125657" y="1"/>
                      <a:pt x="125357" y="1"/>
                      <a:pt x="125057" y="1"/>
                    </a:cubicBezTo>
                    <a:cubicBezTo>
                      <a:pt x="119920" y="34"/>
                      <a:pt x="114749" y="34"/>
                      <a:pt x="109579" y="34"/>
                    </a:cubicBezTo>
                    <a:cubicBezTo>
                      <a:pt x="108078" y="34"/>
                      <a:pt x="106543" y="101"/>
                      <a:pt x="105042" y="67"/>
                    </a:cubicBezTo>
                    <a:cubicBezTo>
                      <a:pt x="104575" y="34"/>
                      <a:pt x="104142" y="201"/>
                      <a:pt x="103808" y="434"/>
                    </a:cubicBezTo>
                    <a:cubicBezTo>
                      <a:pt x="102107" y="468"/>
                      <a:pt x="100406" y="468"/>
                      <a:pt x="98704" y="434"/>
                    </a:cubicBezTo>
                    <a:cubicBezTo>
                      <a:pt x="96970" y="401"/>
                      <a:pt x="95269" y="267"/>
                      <a:pt x="93534" y="234"/>
                    </a:cubicBezTo>
                    <a:cubicBezTo>
                      <a:pt x="89398" y="234"/>
                      <a:pt x="85261" y="234"/>
                      <a:pt x="81125" y="234"/>
                    </a:cubicBezTo>
                    <a:cubicBezTo>
                      <a:pt x="75855" y="234"/>
                      <a:pt x="70551" y="301"/>
                      <a:pt x="65280" y="34"/>
                    </a:cubicBezTo>
                    <a:cubicBezTo>
                      <a:pt x="64447" y="1"/>
                      <a:pt x="63613" y="1"/>
                      <a:pt x="62779" y="1"/>
                    </a:cubicBezTo>
                    <a:cubicBezTo>
                      <a:pt x="48068" y="34"/>
                      <a:pt x="33324" y="34"/>
                      <a:pt x="18614" y="34"/>
                    </a:cubicBezTo>
                    <a:cubicBezTo>
                      <a:pt x="14311" y="34"/>
                      <a:pt x="9974" y="101"/>
                      <a:pt x="5705" y="67"/>
                    </a:cubicBezTo>
                    <a:cubicBezTo>
                      <a:pt x="2602" y="34"/>
                      <a:pt x="1" y="801"/>
                      <a:pt x="334" y="1935"/>
                    </a:cubicBezTo>
                    <a:cubicBezTo>
                      <a:pt x="568" y="2803"/>
                      <a:pt x="367" y="3670"/>
                      <a:pt x="367" y="4537"/>
                    </a:cubicBezTo>
                    <a:cubicBezTo>
                      <a:pt x="367" y="5004"/>
                      <a:pt x="234" y="5504"/>
                      <a:pt x="534" y="5938"/>
                    </a:cubicBezTo>
                    <a:cubicBezTo>
                      <a:pt x="1035" y="6739"/>
                      <a:pt x="968" y="7539"/>
                      <a:pt x="968" y="8340"/>
                    </a:cubicBezTo>
                    <a:cubicBezTo>
                      <a:pt x="968" y="9341"/>
                      <a:pt x="935" y="10375"/>
                      <a:pt x="901" y="11375"/>
                    </a:cubicBezTo>
                    <a:cubicBezTo>
                      <a:pt x="901" y="11609"/>
                      <a:pt x="801" y="11876"/>
                      <a:pt x="1001" y="12076"/>
                    </a:cubicBezTo>
                    <a:cubicBezTo>
                      <a:pt x="1902" y="13210"/>
                      <a:pt x="834" y="14378"/>
                      <a:pt x="1268" y="15512"/>
                    </a:cubicBezTo>
                    <a:cubicBezTo>
                      <a:pt x="1535" y="16179"/>
                      <a:pt x="2502" y="17046"/>
                      <a:pt x="4003" y="17380"/>
                    </a:cubicBezTo>
                    <a:cubicBezTo>
                      <a:pt x="6372" y="17947"/>
                      <a:pt x="9607" y="17680"/>
                      <a:pt x="12276" y="17747"/>
                    </a:cubicBezTo>
                    <a:cubicBezTo>
                      <a:pt x="15011" y="17813"/>
                      <a:pt x="17747" y="17780"/>
                      <a:pt x="20482" y="17813"/>
                    </a:cubicBezTo>
                    <a:cubicBezTo>
                      <a:pt x="22450" y="17847"/>
                      <a:pt x="24418" y="17947"/>
                      <a:pt x="26386" y="17980"/>
                    </a:cubicBezTo>
                    <a:cubicBezTo>
                      <a:pt x="30255" y="18047"/>
                      <a:pt x="34158" y="17813"/>
                      <a:pt x="37994" y="18214"/>
                    </a:cubicBezTo>
                    <a:cubicBezTo>
                      <a:pt x="38595" y="18280"/>
                      <a:pt x="39295" y="18247"/>
                      <a:pt x="39962" y="18247"/>
                    </a:cubicBezTo>
                    <a:cubicBezTo>
                      <a:pt x="44032" y="18247"/>
                      <a:pt x="48068" y="18247"/>
                      <a:pt x="52138" y="18247"/>
                    </a:cubicBezTo>
                    <a:cubicBezTo>
                      <a:pt x="52938" y="18247"/>
                      <a:pt x="53772" y="18280"/>
                      <a:pt x="54606" y="18314"/>
                    </a:cubicBezTo>
                    <a:cubicBezTo>
                      <a:pt x="55640" y="18380"/>
                      <a:pt x="56708" y="18447"/>
                      <a:pt x="57775" y="18447"/>
                    </a:cubicBezTo>
                    <a:cubicBezTo>
                      <a:pt x="60744" y="18480"/>
                      <a:pt x="63713" y="18480"/>
                      <a:pt x="66715" y="18447"/>
                    </a:cubicBezTo>
                    <a:cubicBezTo>
                      <a:pt x="69684" y="18447"/>
                      <a:pt x="72686" y="18447"/>
                      <a:pt x="75621" y="18280"/>
                    </a:cubicBezTo>
                    <a:cubicBezTo>
                      <a:pt x="79791" y="18013"/>
                      <a:pt x="83927" y="17880"/>
                      <a:pt x="88163" y="17880"/>
                    </a:cubicBezTo>
                    <a:cubicBezTo>
                      <a:pt x="95869" y="17913"/>
                      <a:pt x="103574" y="17913"/>
                      <a:pt x="111280" y="17913"/>
                    </a:cubicBezTo>
                    <a:cubicBezTo>
                      <a:pt x="111614" y="17947"/>
                      <a:pt x="111947" y="17980"/>
                      <a:pt x="112314" y="17980"/>
                    </a:cubicBezTo>
                    <a:cubicBezTo>
                      <a:pt x="113648" y="18047"/>
                      <a:pt x="115049" y="17847"/>
                      <a:pt x="116384" y="18214"/>
                    </a:cubicBezTo>
                    <a:cubicBezTo>
                      <a:pt x="116584" y="18280"/>
                      <a:pt x="116851" y="18247"/>
                      <a:pt x="117051" y="18247"/>
                    </a:cubicBezTo>
                    <a:cubicBezTo>
                      <a:pt x="118485" y="18247"/>
                      <a:pt x="119920" y="18247"/>
                      <a:pt x="121321" y="18247"/>
                    </a:cubicBezTo>
                    <a:cubicBezTo>
                      <a:pt x="121621" y="18247"/>
                      <a:pt x="121888" y="18280"/>
                      <a:pt x="122188" y="18314"/>
                    </a:cubicBezTo>
                    <a:cubicBezTo>
                      <a:pt x="122555" y="18380"/>
                      <a:pt x="122922" y="18447"/>
                      <a:pt x="123289" y="18480"/>
                    </a:cubicBezTo>
                    <a:cubicBezTo>
                      <a:pt x="124356" y="18480"/>
                      <a:pt x="125390" y="18480"/>
                      <a:pt x="126424" y="18480"/>
                    </a:cubicBezTo>
                    <a:cubicBezTo>
                      <a:pt x="127492" y="18447"/>
                      <a:pt x="128526" y="18480"/>
                      <a:pt x="129560" y="18280"/>
                    </a:cubicBezTo>
                    <a:cubicBezTo>
                      <a:pt x="131027" y="18013"/>
                      <a:pt x="132462" y="17880"/>
                      <a:pt x="133963" y="17913"/>
                    </a:cubicBezTo>
                    <a:cubicBezTo>
                      <a:pt x="138700" y="17913"/>
                      <a:pt x="143470" y="17913"/>
                      <a:pt x="148240" y="17913"/>
                    </a:cubicBezTo>
                    <a:lnTo>
                      <a:pt x="148240" y="17913"/>
                    </a:lnTo>
                    <a:cubicBezTo>
                      <a:pt x="153343" y="17913"/>
                      <a:pt x="158480" y="17913"/>
                      <a:pt x="163617" y="17913"/>
                    </a:cubicBezTo>
                    <a:cubicBezTo>
                      <a:pt x="164651" y="17947"/>
                      <a:pt x="165652" y="17913"/>
                      <a:pt x="166620" y="17546"/>
                    </a:cubicBezTo>
                    <a:cubicBezTo>
                      <a:pt x="167854" y="17079"/>
                      <a:pt x="169121" y="16679"/>
                      <a:pt x="170222" y="15845"/>
                    </a:cubicBezTo>
                    <a:cubicBezTo>
                      <a:pt x="170789" y="15412"/>
                      <a:pt x="171423" y="15045"/>
                      <a:pt x="172023" y="14644"/>
                    </a:cubicBezTo>
                    <a:cubicBezTo>
                      <a:pt x="172290" y="14444"/>
                      <a:pt x="172557" y="14277"/>
                      <a:pt x="172824" y="14111"/>
                    </a:cubicBezTo>
                    <a:cubicBezTo>
                      <a:pt x="173491" y="13610"/>
                      <a:pt x="174092" y="13043"/>
                      <a:pt x="174792" y="12676"/>
                    </a:cubicBezTo>
                    <a:cubicBezTo>
                      <a:pt x="175459" y="12309"/>
                      <a:pt x="175960" y="11809"/>
                      <a:pt x="176493" y="11309"/>
                    </a:cubicBezTo>
                    <a:cubicBezTo>
                      <a:pt x="176760" y="11042"/>
                      <a:pt x="177094" y="10808"/>
                      <a:pt x="177361" y="10541"/>
                    </a:cubicBezTo>
                    <a:cubicBezTo>
                      <a:pt x="177661" y="10174"/>
                      <a:pt x="177994" y="9774"/>
                      <a:pt x="178228" y="9341"/>
                    </a:cubicBezTo>
                    <a:cubicBezTo>
                      <a:pt x="178328" y="9207"/>
                      <a:pt x="178328" y="8907"/>
                      <a:pt x="178228" y="8740"/>
                    </a:cubicBezTo>
                    <a:close/>
                    <a:moveTo>
                      <a:pt x="176627" y="9441"/>
                    </a:moveTo>
                    <a:cubicBezTo>
                      <a:pt x="175826" y="10208"/>
                      <a:pt x="175126" y="11042"/>
                      <a:pt x="174125" y="11609"/>
                    </a:cubicBezTo>
                    <a:cubicBezTo>
                      <a:pt x="173691" y="11842"/>
                      <a:pt x="173358" y="12209"/>
                      <a:pt x="172957" y="12509"/>
                    </a:cubicBezTo>
                    <a:cubicBezTo>
                      <a:pt x="172324" y="12976"/>
                      <a:pt x="171656" y="13377"/>
                      <a:pt x="170989" y="13844"/>
                    </a:cubicBezTo>
                    <a:cubicBezTo>
                      <a:pt x="170556" y="14144"/>
                      <a:pt x="170122" y="14411"/>
                      <a:pt x="169722" y="14744"/>
                    </a:cubicBezTo>
                    <a:cubicBezTo>
                      <a:pt x="168488" y="15812"/>
                      <a:pt x="166986" y="16279"/>
                      <a:pt x="165519" y="16746"/>
                    </a:cubicBezTo>
                    <a:cubicBezTo>
                      <a:pt x="165452" y="16779"/>
                      <a:pt x="165385" y="16779"/>
                      <a:pt x="165352" y="16746"/>
                    </a:cubicBezTo>
                    <a:cubicBezTo>
                      <a:pt x="163484" y="16512"/>
                      <a:pt x="161649" y="16679"/>
                      <a:pt x="159781" y="16646"/>
                    </a:cubicBezTo>
                    <a:cubicBezTo>
                      <a:pt x="152109" y="16646"/>
                      <a:pt x="144404" y="16646"/>
                      <a:pt x="136732" y="16646"/>
                    </a:cubicBezTo>
                    <a:cubicBezTo>
                      <a:pt x="136298" y="16646"/>
                      <a:pt x="135864" y="16546"/>
                      <a:pt x="135431" y="16512"/>
                    </a:cubicBezTo>
                    <a:cubicBezTo>
                      <a:pt x="135064" y="16512"/>
                      <a:pt x="134697" y="16512"/>
                      <a:pt x="134330" y="16546"/>
                    </a:cubicBezTo>
                    <a:cubicBezTo>
                      <a:pt x="134096" y="16546"/>
                      <a:pt x="133863" y="16646"/>
                      <a:pt x="133629" y="16646"/>
                    </a:cubicBezTo>
                    <a:cubicBezTo>
                      <a:pt x="132529" y="16679"/>
                      <a:pt x="131461" y="16879"/>
                      <a:pt x="130394" y="17146"/>
                    </a:cubicBezTo>
                    <a:cubicBezTo>
                      <a:pt x="130327" y="17146"/>
                      <a:pt x="130227" y="17180"/>
                      <a:pt x="130127" y="17180"/>
                    </a:cubicBezTo>
                    <a:cubicBezTo>
                      <a:pt x="129393" y="17146"/>
                      <a:pt x="128659" y="17213"/>
                      <a:pt x="127892" y="17246"/>
                    </a:cubicBezTo>
                    <a:cubicBezTo>
                      <a:pt x="127191" y="17046"/>
                      <a:pt x="126524" y="16846"/>
                      <a:pt x="125824" y="16646"/>
                    </a:cubicBezTo>
                    <a:lnTo>
                      <a:pt x="109012" y="16646"/>
                    </a:lnTo>
                    <a:cubicBezTo>
                      <a:pt x="108745" y="16579"/>
                      <a:pt x="108478" y="16546"/>
                      <a:pt x="108211" y="16479"/>
                    </a:cubicBezTo>
                    <a:cubicBezTo>
                      <a:pt x="108178" y="16479"/>
                      <a:pt x="108111" y="16479"/>
                      <a:pt x="108078" y="16479"/>
                    </a:cubicBezTo>
                    <a:lnTo>
                      <a:pt x="104909" y="16479"/>
                    </a:lnTo>
                    <a:cubicBezTo>
                      <a:pt x="104642" y="16512"/>
                      <a:pt x="104375" y="16512"/>
                      <a:pt x="104108" y="16546"/>
                    </a:cubicBezTo>
                    <a:lnTo>
                      <a:pt x="104108" y="16546"/>
                    </a:lnTo>
                    <a:cubicBezTo>
                      <a:pt x="104142" y="16579"/>
                      <a:pt x="104175" y="16612"/>
                      <a:pt x="104175" y="16646"/>
                    </a:cubicBezTo>
                    <a:lnTo>
                      <a:pt x="96069" y="16646"/>
                    </a:lnTo>
                    <a:cubicBezTo>
                      <a:pt x="94868" y="16646"/>
                      <a:pt x="93634" y="16546"/>
                      <a:pt x="92400" y="16512"/>
                    </a:cubicBezTo>
                    <a:cubicBezTo>
                      <a:pt x="91332" y="16512"/>
                      <a:pt x="90265" y="16512"/>
                      <a:pt x="89198" y="16546"/>
                    </a:cubicBezTo>
                    <a:cubicBezTo>
                      <a:pt x="88564" y="16546"/>
                      <a:pt x="87930" y="16646"/>
                      <a:pt x="87263" y="16646"/>
                    </a:cubicBezTo>
                    <a:cubicBezTo>
                      <a:pt x="84127" y="16679"/>
                      <a:pt x="81058" y="16879"/>
                      <a:pt x="78023" y="17146"/>
                    </a:cubicBezTo>
                    <a:cubicBezTo>
                      <a:pt x="77789" y="17180"/>
                      <a:pt x="77523" y="17180"/>
                      <a:pt x="77289" y="17180"/>
                    </a:cubicBezTo>
                    <a:cubicBezTo>
                      <a:pt x="73920" y="17113"/>
                      <a:pt x="70551" y="17380"/>
                      <a:pt x="67148" y="17180"/>
                    </a:cubicBezTo>
                    <a:cubicBezTo>
                      <a:pt x="65314" y="17079"/>
                      <a:pt x="63513" y="17079"/>
                      <a:pt x="61578" y="17280"/>
                    </a:cubicBezTo>
                    <a:cubicBezTo>
                      <a:pt x="59910" y="17480"/>
                      <a:pt x="57842" y="17313"/>
                      <a:pt x="55940" y="17280"/>
                    </a:cubicBezTo>
                    <a:cubicBezTo>
                      <a:pt x="54706" y="17246"/>
                      <a:pt x="53505" y="17146"/>
                      <a:pt x="52271" y="17113"/>
                    </a:cubicBezTo>
                    <a:cubicBezTo>
                      <a:pt x="50370" y="17113"/>
                      <a:pt x="48468" y="17113"/>
                      <a:pt x="46567" y="17113"/>
                    </a:cubicBezTo>
                    <a:cubicBezTo>
                      <a:pt x="38628" y="17079"/>
                      <a:pt x="30689" y="17046"/>
                      <a:pt x="22750" y="16979"/>
                    </a:cubicBezTo>
                    <a:cubicBezTo>
                      <a:pt x="21616" y="16979"/>
                      <a:pt x="20482" y="16879"/>
                      <a:pt x="19348" y="16813"/>
                    </a:cubicBezTo>
                    <a:cubicBezTo>
                      <a:pt x="17813" y="16713"/>
                      <a:pt x="16279" y="16579"/>
                      <a:pt x="14744" y="16512"/>
                    </a:cubicBezTo>
                    <a:cubicBezTo>
                      <a:pt x="12776" y="16379"/>
                      <a:pt x="9140" y="16312"/>
                      <a:pt x="7206" y="16179"/>
                    </a:cubicBezTo>
                    <a:cubicBezTo>
                      <a:pt x="6705" y="16112"/>
                      <a:pt x="4704" y="16279"/>
                      <a:pt x="4304" y="16145"/>
                    </a:cubicBezTo>
                    <a:cubicBezTo>
                      <a:pt x="2069" y="15378"/>
                      <a:pt x="1869" y="14244"/>
                      <a:pt x="2636" y="13077"/>
                    </a:cubicBezTo>
                    <a:cubicBezTo>
                      <a:pt x="2736" y="12910"/>
                      <a:pt x="3270" y="12409"/>
                      <a:pt x="3069" y="12243"/>
                    </a:cubicBezTo>
                    <a:cubicBezTo>
                      <a:pt x="2502" y="11709"/>
                      <a:pt x="2402" y="11409"/>
                      <a:pt x="2402" y="10875"/>
                    </a:cubicBezTo>
                    <a:cubicBezTo>
                      <a:pt x="2369" y="9874"/>
                      <a:pt x="2402" y="8840"/>
                      <a:pt x="2302" y="7839"/>
                    </a:cubicBezTo>
                    <a:cubicBezTo>
                      <a:pt x="2269" y="7206"/>
                      <a:pt x="2002" y="6539"/>
                      <a:pt x="1835" y="5905"/>
                    </a:cubicBezTo>
                    <a:cubicBezTo>
                      <a:pt x="1802" y="5771"/>
                      <a:pt x="1702" y="5671"/>
                      <a:pt x="1702" y="5538"/>
                    </a:cubicBezTo>
                    <a:cubicBezTo>
                      <a:pt x="1668" y="4237"/>
                      <a:pt x="1668" y="2936"/>
                      <a:pt x="1668" y="1535"/>
                    </a:cubicBezTo>
                    <a:cubicBezTo>
                      <a:pt x="2469" y="1502"/>
                      <a:pt x="4737" y="1435"/>
                      <a:pt x="5304" y="1468"/>
                    </a:cubicBezTo>
                    <a:cubicBezTo>
                      <a:pt x="8773" y="1468"/>
                      <a:pt x="12243" y="1502"/>
                      <a:pt x="15712" y="1468"/>
                    </a:cubicBezTo>
                    <a:cubicBezTo>
                      <a:pt x="16846" y="1468"/>
                      <a:pt x="17980" y="1335"/>
                      <a:pt x="19114" y="1268"/>
                    </a:cubicBezTo>
                    <a:cubicBezTo>
                      <a:pt x="19815" y="1235"/>
                      <a:pt x="20549" y="1168"/>
                      <a:pt x="21282" y="1168"/>
                    </a:cubicBezTo>
                    <a:cubicBezTo>
                      <a:pt x="35526" y="1168"/>
                      <a:pt x="49736" y="1168"/>
                      <a:pt x="63980" y="1168"/>
                    </a:cubicBezTo>
                    <a:cubicBezTo>
                      <a:pt x="73386" y="1535"/>
                      <a:pt x="82826" y="1301"/>
                      <a:pt x="92266" y="1402"/>
                    </a:cubicBezTo>
                    <a:cubicBezTo>
                      <a:pt x="95902" y="1402"/>
                      <a:pt x="99538" y="1502"/>
                      <a:pt x="103174" y="1535"/>
                    </a:cubicBezTo>
                    <a:cubicBezTo>
                      <a:pt x="103174" y="1535"/>
                      <a:pt x="103174" y="1568"/>
                      <a:pt x="103174" y="1568"/>
                    </a:cubicBezTo>
                    <a:cubicBezTo>
                      <a:pt x="103508" y="1568"/>
                      <a:pt x="103875" y="1568"/>
                      <a:pt x="104242" y="1602"/>
                    </a:cubicBezTo>
                    <a:lnTo>
                      <a:pt x="104242" y="1535"/>
                    </a:lnTo>
                    <a:cubicBezTo>
                      <a:pt x="104242" y="1535"/>
                      <a:pt x="104275" y="1535"/>
                      <a:pt x="104275" y="1535"/>
                    </a:cubicBezTo>
                    <a:cubicBezTo>
                      <a:pt x="104742" y="1502"/>
                      <a:pt x="105209" y="1502"/>
                      <a:pt x="105676" y="1468"/>
                    </a:cubicBezTo>
                    <a:cubicBezTo>
                      <a:pt x="106643" y="1468"/>
                      <a:pt x="107611" y="1502"/>
                      <a:pt x="108545" y="1468"/>
                    </a:cubicBezTo>
                    <a:cubicBezTo>
                      <a:pt x="108845" y="1468"/>
                      <a:pt x="109112" y="1402"/>
                      <a:pt x="109412" y="1335"/>
                    </a:cubicBezTo>
                    <a:cubicBezTo>
                      <a:pt x="112081" y="1335"/>
                      <a:pt x="114783" y="1368"/>
                      <a:pt x="117484" y="1335"/>
                    </a:cubicBezTo>
                    <a:lnTo>
                      <a:pt x="118285" y="1335"/>
                    </a:lnTo>
                    <a:cubicBezTo>
                      <a:pt x="118352" y="1301"/>
                      <a:pt x="118485" y="1235"/>
                      <a:pt x="118552" y="1168"/>
                    </a:cubicBezTo>
                    <a:cubicBezTo>
                      <a:pt x="120854" y="1168"/>
                      <a:pt x="123189" y="1168"/>
                      <a:pt x="125490" y="1168"/>
                    </a:cubicBezTo>
                    <a:cubicBezTo>
                      <a:pt x="128759" y="1535"/>
                      <a:pt x="132095" y="1301"/>
                      <a:pt x="135397" y="1368"/>
                    </a:cubicBezTo>
                    <a:cubicBezTo>
                      <a:pt x="136732" y="1402"/>
                      <a:pt x="138066" y="1502"/>
                      <a:pt x="139367" y="1535"/>
                    </a:cubicBezTo>
                    <a:cubicBezTo>
                      <a:pt x="139700" y="1535"/>
                      <a:pt x="140001" y="1468"/>
                      <a:pt x="140334" y="1435"/>
                    </a:cubicBezTo>
                    <a:cubicBezTo>
                      <a:pt x="140601" y="1402"/>
                      <a:pt x="140901" y="1335"/>
                      <a:pt x="141201" y="1335"/>
                    </a:cubicBezTo>
                    <a:cubicBezTo>
                      <a:pt x="142202" y="1335"/>
                      <a:pt x="143203" y="1335"/>
                      <a:pt x="144237" y="1335"/>
                    </a:cubicBezTo>
                    <a:cubicBezTo>
                      <a:pt x="144837" y="1335"/>
                      <a:pt x="145438" y="1402"/>
                      <a:pt x="146038" y="1168"/>
                    </a:cubicBezTo>
                    <a:cubicBezTo>
                      <a:pt x="146238" y="1101"/>
                      <a:pt x="146505" y="1135"/>
                      <a:pt x="146739" y="1135"/>
                    </a:cubicBezTo>
                    <a:cubicBezTo>
                      <a:pt x="149407" y="1135"/>
                      <a:pt x="152076" y="1135"/>
                      <a:pt x="154744" y="1135"/>
                    </a:cubicBezTo>
                    <a:cubicBezTo>
                      <a:pt x="155078" y="1135"/>
                      <a:pt x="155412" y="1235"/>
                      <a:pt x="155745" y="1268"/>
                    </a:cubicBezTo>
                    <a:cubicBezTo>
                      <a:pt x="155979" y="1301"/>
                      <a:pt x="156212" y="1335"/>
                      <a:pt x="156446" y="1335"/>
                    </a:cubicBezTo>
                    <a:cubicBezTo>
                      <a:pt x="156913" y="1368"/>
                      <a:pt x="157380" y="1368"/>
                      <a:pt x="157847" y="1335"/>
                    </a:cubicBezTo>
                    <a:cubicBezTo>
                      <a:pt x="158881" y="1301"/>
                      <a:pt x="159915" y="1502"/>
                      <a:pt x="160915" y="1702"/>
                    </a:cubicBezTo>
                    <a:cubicBezTo>
                      <a:pt x="161149" y="1768"/>
                      <a:pt x="161382" y="1802"/>
                      <a:pt x="161616" y="1802"/>
                    </a:cubicBezTo>
                    <a:cubicBezTo>
                      <a:pt x="162884" y="1735"/>
                      <a:pt x="164051" y="2135"/>
                      <a:pt x="165285" y="2336"/>
                    </a:cubicBezTo>
                    <a:cubicBezTo>
                      <a:pt x="166019" y="2469"/>
                      <a:pt x="166786" y="2502"/>
                      <a:pt x="167453" y="2836"/>
                    </a:cubicBezTo>
                    <a:cubicBezTo>
                      <a:pt x="168221" y="3169"/>
                      <a:pt x="168988" y="3536"/>
                      <a:pt x="169755" y="3903"/>
                    </a:cubicBezTo>
                    <a:cubicBezTo>
                      <a:pt x="170656" y="4370"/>
                      <a:pt x="171523" y="4771"/>
                      <a:pt x="172390" y="5304"/>
                    </a:cubicBezTo>
                    <a:cubicBezTo>
                      <a:pt x="173791" y="6138"/>
                      <a:pt x="175192" y="6939"/>
                      <a:pt x="176360" y="8073"/>
                    </a:cubicBezTo>
                    <a:cubicBezTo>
                      <a:pt x="176527" y="8240"/>
                      <a:pt x="176660" y="8373"/>
                      <a:pt x="176760" y="8573"/>
                    </a:cubicBezTo>
                    <a:cubicBezTo>
                      <a:pt x="176960" y="8907"/>
                      <a:pt x="176927" y="9174"/>
                      <a:pt x="176627" y="944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1" name="Google Shape;720;p40">
              <a:extLst>
                <a:ext uri="{FF2B5EF4-FFF2-40B4-BE49-F238E27FC236}">
                  <a16:creationId xmlns:a16="http://schemas.microsoft.com/office/drawing/2014/main" id="{0EB6AB29-3E13-F489-758A-5A0CABD64DB1}"/>
                </a:ext>
              </a:extLst>
            </p:cNvPr>
            <p:cNvGrpSpPr/>
            <p:nvPr/>
          </p:nvGrpSpPr>
          <p:grpSpPr>
            <a:xfrm flipH="1">
              <a:off x="7429000" y="4576846"/>
              <a:ext cx="4458200" cy="462025"/>
              <a:chOff x="2959200" y="1840375"/>
              <a:chExt cx="4458200" cy="462025"/>
            </a:xfrm>
          </p:grpSpPr>
          <p:sp>
            <p:nvSpPr>
              <p:cNvPr id="22" name="Google Shape;721;p40">
                <a:extLst>
                  <a:ext uri="{FF2B5EF4-FFF2-40B4-BE49-F238E27FC236}">
                    <a16:creationId xmlns:a16="http://schemas.microsoft.com/office/drawing/2014/main" id="{5CCF3BDB-4590-B8DD-F8F6-0FCB305E6B54}"/>
                  </a:ext>
                </a:extLst>
              </p:cNvPr>
              <p:cNvSpPr/>
              <p:nvPr/>
            </p:nvSpPr>
            <p:spPr>
              <a:xfrm>
                <a:off x="2995050" y="1867900"/>
                <a:ext cx="4388175" cy="409475"/>
              </a:xfrm>
              <a:custGeom>
                <a:avLst/>
                <a:gdLst/>
                <a:ahLst/>
                <a:cxnLst/>
                <a:rect l="l" t="t" r="r" b="b"/>
                <a:pathLst>
                  <a:path w="175527" h="16379" extrusionOk="0">
                    <a:moveTo>
                      <a:pt x="175326" y="7472"/>
                    </a:moveTo>
                    <a:cubicBezTo>
                      <a:pt x="175226" y="7306"/>
                      <a:pt x="175093" y="7139"/>
                      <a:pt x="174959" y="7005"/>
                    </a:cubicBezTo>
                    <a:cubicBezTo>
                      <a:pt x="173758" y="5838"/>
                      <a:pt x="172357" y="5037"/>
                      <a:pt x="170956" y="4203"/>
                    </a:cubicBezTo>
                    <a:cubicBezTo>
                      <a:pt x="170122" y="3703"/>
                      <a:pt x="169222" y="3269"/>
                      <a:pt x="168321" y="2836"/>
                    </a:cubicBezTo>
                    <a:cubicBezTo>
                      <a:pt x="167587" y="2435"/>
                      <a:pt x="166820" y="2102"/>
                      <a:pt x="166053" y="1735"/>
                    </a:cubicBezTo>
                    <a:cubicBezTo>
                      <a:pt x="165352" y="1401"/>
                      <a:pt x="164585" y="1368"/>
                      <a:pt x="163851" y="1268"/>
                    </a:cubicBezTo>
                    <a:cubicBezTo>
                      <a:pt x="162650" y="1034"/>
                      <a:pt x="161450" y="634"/>
                      <a:pt x="160182" y="701"/>
                    </a:cubicBezTo>
                    <a:cubicBezTo>
                      <a:pt x="159948" y="701"/>
                      <a:pt x="159715" y="667"/>
                      <a:pt x="159515" y="601"/>
                    </a:cubicBezTo>
                    <a:cubicBezTo>
                      <a:pt x="158481" y="401"/>
                      <a:pt x="157447" y="200"/>
                      <a:pt x="156413" y="267"/>
                    </a:cubicBezTo>
                    <a:cubicBezTo>
                      <a:pt x="155946" y="267"/>
                      <a:pt x="155479" y="267"/>
                      <a:pt x="155012" y="267"/>
                    </a:cubicBezTo>
                    <a:cubicBezTo>
                      <a:pt x="154778" y="267"/>
                      <a:pt x="154578" y="200"/>
                      <a:pt x="154344" y="167"/>
                    </a:cubicBezTo>
                    <a:cubicBezTo>
                      <a:pt x="153978" y="134"/>
                      <a:pt x="153644" y="67"/>
                      <a:pt x="153310" y="67"/>
                    </a:cubicBezTo>
                    <a:cubicBezTo>
                      <a:pt x="150642" y="34"/>
                      <a:pt x="147973" y="34"/>
                      <a:pt x="145305" y="34"/>
                    </a:cubicBezTo>
                    <a:cubicBezTo>
                      <a:pt x="145071" y="34"/>
                      <a:pt x="144804" y="0"/>
                      <a:pt x="144604" y="67"/>
                    </a:cubicBezTo>
                    <a:cubicBezTo>
                      <a:pt x="144004" y="301"/>
                      <a:pt x="143403" y="267"/>
                      <a:pt x="142803" y="267"/>
                    </a:cubicBezTo>
                    <a:cubicBezTo>
                      <a:pt x="141802" y="267"/>
                      <a:pt x="140768" y="234"/>
                      <a:pt x="139767" y="267"/>
                    </a:cubicBezTo>
                    <a:cubicBezTo>
                      <a:pt x="139467" y="267"/>
                      <a:pt x="139200" y="301"/>
                      <a:pt x="138900" y="334"/>
                    </a:cubicBezTo>
                    <a:cubicBezTo>
                      <a:pt x="138600" y="367"/>
                      <a:pt x="138266" y="467"/>
                      <a:pt x="137966" y="434"/>
                    </a:cubicBezTo>
                    <a:cubicBezTo>
                      <a:pt x="136632" y="401"/>
                      <a:pt x="135298" y="334"/>
                      <a:pt x="133963" y="301"/>
                    </a:cubicBezTo>
                    <a:cubicBezTo>
                      <a:pt x="130661" y="234"/>
                      <a:pt x="127359" y="434"/>
                      <a:pt x="124056" y="67"/>
                    </a:cubicBezTo>
                    <a:cubicBezTo>
                      <a:pt x="119053" y="67"/>
                      <a:pt x="114082" y="67"/>
                      <a:pt x="109079" y="67"/>
                    </a:cubicBezTo>
                    <a:cubicBezTo>
                      <a:pt x="108812" y="67"/>
                      <a:pt x="108578" y="134"/>
                      <a:pt x="108312" y="200"/>
                    </a:cubicBezTo>
                    <a:cubicBezTo>
                      <a:pt x="108211" y="200"/>
                      <a:pt x="108078" y="234"/>
                      <a:pt x="107978" y="267"/>
                    </a:cubicBezTo>
                    <a:lnTo>
                      <a:pt x="107144" y="267"/>
                    </a:lnTo>
                    <a:cubicBezTo>
                      <a:pt x="106310" y="267"/>
                      <a:pt x="105476" y="301"/>
                      <a:pt x="104642" y="334"/>
                    </a:cubicBezTo>
                    <a:cubicBezTo>
                      <a:pt x="104442" y="334"/>
                      <a:pt x="104242" y="367"/>
                      <a:pt x="104008" y="367"/>
                    </a:cubicBezTo>
                    <a:cubicBezTo>
                      <a:pt x="103842" y="367"/>
                      <a:pt x="103642" y="367"/>
                      <a:pt x="103475" y="367"/>
                    </a:cubicBezTo>
                    <a:cubicBezTo>
                      <a:pt x="103308" y="367"/>
                      <a:pt x="103141" y="401"/>
                      <a:pt x="102941" y="434"/>
                    </a:cubicBezTo>
                    <a:cubicBezTo>
                      <a:pt x="102607" y="434"/>
                      <a:pt x="102274" y="434"/>
                      <a:pt x="101907" y="434"/>
                    </a:cubicBezTo>
                    <a:cubicBezTo>
                      <a:pt x="98071" y="401"/>
                      <a:pt x="94201" y="334"/>
                      <a:pt x="90365" y="301"/>
                    </a:cubicBezTo>
                    <a:cubicBezTo>
                      <a:pt x="80792" y="234"/>
                      <a:pt x="71218" y="434"/>
                      <a:pt x="61678" y="67"/>
                    </a:cubicBezTo>
                    <a:cubicBezTo>
                      <a:pt x="47268" y="67"/>
                      <a:pt x="32824" y="67"/>
                      <a:pt x="18381" y="67"/>
                    </a:cubicBezTo>
                    <a:cubicBezTo>
                      <a:pt x="17647" y="67"/>
                      <a:pt x="16913" y="134"/>
                      <a:pt x="16179" y="200"/>
                    </a:cubicBezTo>
                    <a:cubicBezTo>
                      <a:pt x="15045" y="267"/>
                      <a:pt x="13877" y="367"/>
                      <a:pt x="12743" y="401"/>
                    </a:cubicBezTo>
                    <a:cubicBezTo>
                      <a:pt x="9207" y="401"/>
                      <a:pt x="5705" y="367"/>
                      <a:pt x="2169" y="367"/>
                    </a:cubicBezTo>
                    <a:cubicBezTo>
                      <a:pt x="1602" y="367"/>
                      <a:pt x="1035" y="401"/>
                      <a:pt x="234" y="434"/>
                    </a:cubicBezTo>
                    <a:cubicBezTo>
                      <a:pt x="234" y="1835"/>
                      <a:pt x="234" y="3136"/>
                      <a:pt x="234" y="4437"/>
                    </a:cubicBezTo>
                    <a:cubicBezTo>
                      <a:pt x="234" y="4570"/>
                      <a:pt x="368" y="4670"/>
                      <a:pt x="401" y="4804"/>
                    </a:cubicBezTo>
                    <a:cubicBezTo>
                      <a:pt x="568" y="5438"/>
                      <a:pt x="801" y="6105"/>
                      <a:pt x="868" y="6738"/>
                    </a:cubicBezTo>
                    <a:cubicBezTo>
                      <a:pt x="968" y="7739"/>
                      <a:pt x="935" y="8773"/>
                      <a:pt x="935" y="9774"/>
                    </a:cubicBezTo>
                    <a:cubicBezTo>
                      <a:pt x="935" y="10308"/>
                      <a:pt x="902" y="10841"/>
                      <a:pt x="1469" y="11342"/>
                    </a:cubicBezTo>
                    <a:cubicBezTo>
                      <a:pt x="1702" y="11542"/>
                      <a:pt x="902" y="12109"/>
                      <a:pt x="768" y="12276"/>
                    </a:cubicBezTo>
                    <a:cubicBezTo>
                      <a:pt x="1" y="13410"/>
                      <a:pt x="701" y="14477"/>
                      <a:pt x="2970" y="15245"/>
                    </a:cubicBezTo>
                    <a:cubicBezTo>
                      <a:pt x="3370" y="15378"/>
                      <a:pt x="5305" y="15044"/>
                      <a:pt x="5838" y="15078"/>
                    </a:cubicBezTo>
                    <a:cubicBezTo>
                      <a:pt x="7773" y="15211"/>
                      <a:pt x="9775" y="15278"/>
                      <a:pt x="11743" y="15411"/>
                    </a:cubicBezTo>
                    <a:cubicBezTo>
                      <a:pt x="13310" y="15478"/>
                      <a:pt x="14845" y="15612"/>
                      <a:pt x="16413" y="15712"/>
                    </a:cubicBezTo>
                    <a:cubicBezTo>
                      <a:pt x="17580" y="15778"/>
                      <a:pt x="18714" y="15878"/>
                      <a:pt x="19882" y="15878"/>
                    </a:cubicBezTo>
                    <a:cubicBezTo>
                      <a:pt x="27921" y="15945"/>
                      <a:pt x="35960" y="15978"/>
                      <a:pt x="44032" y="16012"/>
                    </a:cubicBezTo>
                    <a:cubicBezTo>
                      <a:pt x="45967" y="16012"/>
                      <a:pt x="47868" y="16012"/>
                      <a:pt x="49803" y="16012"/>
                    </a:cubicBezTo>
                    <a:cubicBezTo>
                      <a:pt x="51071" y="16045"/>
                      <a:pt x="52272" y="16145"/>
                      <a:pt x="53539" y="16179"/>
                    </a:cubicBezTo>
                    <a:cubicBezTo>
                      <a:pt x="55440" y="16212"/>
                      <a:pt x="57542" y="16379"/>
                      <a:pt x="59243" y="16179"/>
                    </a:cubicBezTo>
                    <a:cubicBezTo>
                      <a:pt x="61211" y="15978"/>
                      <a:pt x="63046" y="15978"/>
                      <a:pt x="64881" y="16079"/>
                    </a:cubicBezTo>
                    <a:cubicBezTo>
                      <a:pt x="68316" y="16279"/>
                      <a:pt x="71752" y="16012"/>
                      <a:pt x="75155" y="16079"/>
                    </a:cubicBezTo>
                    <a:cubicBezTo>
                      <a:pt x="75421" y="16079"/>
                      <a:pt x="75655" y="16079"/>
                      <a:pt x="75922" y="16045"/>
                    </a:cubicBezTo>
                    <a:cubicBezTo>
                      <a:pt x="78991" y="15778"/>
                      <a:pt x="82093" y="15578"/>
                      <a:pt x="85295" y="15545"/>
                    </a:cubicBezTo>
                    <a:cubicBezTo>
                      <a:pt x="85962" y="15545"/>
                      <a:pt x="86596" y="15445"/>
                      <a:pt x="87263" y="15445"/>
                    </a:cubicBezTo>
                    <a:cubicBezTo>
                      <a:pt x="88331" y="15411"/>
                      <a:pt x="89431" y="15411"/>
                      <a:pt x="90499" y="15411"/>
                    </a:cubicBezTo>
                    <a:cubicBezTo>
                      <a:pt x="91733" y="15445"/>
                      <a:pt x="93001" y="15545"/>
                      <a:pt x="94235" y="15545"/>
                    </a:cubicBezTo>
                    <a:lnTo>
                      <a:pt x="107578" y="15545"/>
                    </a:lnTo>
                    <a:cubicBezTo>
                      <a:pt x="107845" y="15612"/>
                      <a:pt x="108111" y="15645"/>
                      <a:pt x="108378" y="15712"/>
                    </a:cubicBezTo>
                    <a:cubicBezTo>
                      <a:pt x="108779" y="15778"/>
                      <a:pt x="109179" y="15878"/>
                      <a:pt x="109579" y="15878"/>
                    </a:cubicBezTo>
                    <a:cubicBezTo>
                      <a:pt x="112381" y="15945"/>
                      <a:pt x="115150" y="15978"/>
                      <a:pt x="117918" y="16012"/>
                    </a:cubicBezTo>
                    <a:cubicBezTo>
                      <a:pt x="118586" y="16012"/>
                      <a:pt x="119253" y="15978"/>
                      <a:pt x="119920" y="16012"/>
                    </a:cubicBezTo>
                    <a:cubicBezTo>
                      <a:pt x="120354" y="16045"/>
                      <a:pt x="120787" y="16145"/>
                      <a:pt x="121221" y="16179"/>
                    </a:cubicBezTo>
                    <a:cubicBezTo>
                      <a:pt x="121888" y="16212"/>
                      <a:pt x="122588" y="16379"/>
                      <a:pt x="123189" y="16179"/>
                    </a:cubicBezTo>
                    <a:cubicBezTo>
                      <a:pt x="123889" y="15945"/>
                      <a:pt x="124490" y="15978"/>
                      <a:pt x="125157" y="16079"/>
                    </a:cubicBezTo>
                    <a:cubicBezTo>
                      <a:pt x="126324" y="16279"/>
                      <a:pt x="127525" y="16012"/>
                      <a:pt x="128693" y="16079"/>
                    </a:cubicBezTo>
                    <a:cubicBezTo>
                      <a:pt x="128793" y="16079"/>
                      <a:pt x="128860" y="16045"/>
                      <a:pt x="128960" y="16045"/>
                    </a:cubicBezTo>
                    <a:cubicBezTo>
                      <a:pt x="130027" y="15778"/>
                      <a:pt x="131095" y="15578"/>
                      <a:pt x="132195" y="15545"/>
                    </a:cubicBezTo>
                    <a:cubicBezTo>
                      <a:pt x="132429" y="15545"/>
                      <a:pt x="132662" y="15445"/>
                      <a:pt x="132896" y="15445"/>
                    </a:cubicBezTo>
                    <a:cubicBezTo>
                      <a:pt x="133263" y="15411"/>
                      <a:pt x="133630" y="15411"/>
                      <a:pt x="133997" y="15411"/>
                    </a:cubicBezTo>
                    <a:cubicBezTo>
                      <a:pt x="134430" y="15445"/>
                      <a:pt x="134864" y="15545"/>
                      <a:pt x="135298" y="15545"/>
                    </a:cubicBezTo>
                    <a:cubicBezTo>
                      <a:pt x="142970" y="15545"/>
                      <a:pt x="150675" y="15545"/>
                      <a:pt x="158347" y="15545"/>
                    </a:cubicBezTo>
                    <a:cubicBezTo>
                      <a:pt x="160215" y="15545"/>
                      <a:pt x="162050" y="15411"/>
                      <a:pt x="163918" y="15645"/>
                    </a:cubicBezTo>
                    <a:cubicBezTo>
                      <a:pt x="163951" y="15678"/>
                      <a:pt x="164018" y="15678"/>
                      <a:pt x="164085" y="15645"/>
                    </a:cubicBezTo>
                    <a:cubicBezTo>
                      <a:pt x="165552" y="15178"/>
                      <a:pt x="167054" y="14711"/>
                      <a:pt x="168288" y="13643"/>
                    </a:cubicBezTo>
                    <a:cubicBezTo>
                      <a:pt x="168688" y="13310"/>
                      <a:pt x="169122" y="13043"/>
                      <a:pt x="169555" y="12743"/>
                    </a:cubicBezTo>
                    <a:cubicBezTo>
                      <a:pt x="170222" y="12276"/>
                      <a:pt x="170890" y="11875"/>
                      <a:pt x="171523" y="11408"/>
                    </a:cubicBezTo>
                    <a:cubicBezTo>
                      <a:pt x="171924" y="11108"/>
                      <a:pt x="172257" y="10741"/>
                      <a:pt x="172691" y="10508"/>
                    </a:cubicBezTo>
                    <a:cubicBezTo>
                      <a:pt x="173658" y="9941"/>
                      <a:pt x="174392" y="9107"/>
                      <a:pt x="175193" y="8340"/>
                    </a:cubicBezTo>
                    <a:cubicBezTo>
                      <a:pt x="175493" y="8073"/>
                      <a:pt x="175526" y="7806"/>
                      <a:pt x="175326" y="7472"/>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722;p40">
                <a:extLst>
                  <a:ext uri="{FF2B5EF4-FFF2-40B4-BE49-F238E27FC236}">
                    <a16:creationId xmlns:a16="http://schemas.microsoft.com/office/drawing/2014/main" id="{5A0FFD8C-D7A1-0E39-0683-6C7303460696}"/>
                  </a:ext>
                </a:extLst>
              </p:cNvPr>
              <p:cNvSpPr/>
              <p:nvPr/>
            </p:nvSpPr>
            <p:spPr>
              <a:xfrm>
                <a:off x="2959200" y="1840375"/>
                <a:ext cx="4458200" cy="462025"/>
              </a:xfrm>
              <a:custGeom>
                <a:avLst/>
                <a:gdLst/>
                <a:ahLst/>
                <a:cxnLst/>
                <a:rect l="l" t="t" r="r" b="b"/>
                <a:pathLst>
                  <a:path w="178328" h="18481" extrusionOk="0">
                    <a:moveTo>
                      <a:pt x="178228" y="8740"/>
                    </a:moveTo>
                    <a:cubicBezTo>
                      <a:pt x="177928" y="8240"/>
                      <a:pt x="177627" y="7706"/>
                      <a:pt x="177227" y="7306"/>
                    </a:cubicBezTo>
                    <a:cubicBezTo>
                      <a:pt x="175793" y="6005"/>
                      <a:pt x="174158" y="5004"/>
                      <a:pt x="172457" y="4137"/>
                    </a:cubicBezTo>
                    <a:cubicBezTo>
                      <a:pt x="171623" y="3703"/>
                      <a:pt x="170789" y="3270"/>
                      <a:pt x="169989" y="2836"/>
                    </a:cubicBezTo>
                    <a:cubicBezTo>
                      <a:pt x="168854" y="2269"/>
                      <a:pt x="167754" y="1668"/>
                      <a:pt x="166620" y="1168"/>
                    </a:cubicBezTo>
                    <a:cubicBezTo>
                      <a:pt x="165585" y="734"/>
                      <a:pt x="164551" y="334"/>
                      <a:pt x="163384" y="434"/>
                    </a:cubicBezTo>
                    <a:cubicBezTo>
                      <a:pt x="162383" y="534"/>
                      <a:pt x="161316" y="568"/>
                      <a:pt x="160348" y="434"/>
                    </a:cubicBezTo>
                    <a:cubicBezTo>
                      <a:pt x="159114" y="201"/>
                      <a:pt x="157913" y="301"/>
                      <a:pt x="156712" y="234"/>
                    </a:cubicBezTo>
                    <a:cubicBezTo>
                      <a:pt x="156512" y="234"/>
                      <a:pt x="156312" y="234"/>
                      <a:pt x="156112" y="201"/>
                    </a:cubicBezTo>
                    <a:cubicBezTo>
                      <a:pt x="155612" y="134"/>
                      <a:pt x="155145" y="34"/>
                      <a:pt x="154644" y="34"/>
                    </a:cubicBezTo>
                    <a:cubicBezTo>
                      <a:pt x="151976" y="34"/>
                      <a:pt x="149307" y="34"/>
                      <a:pt x="146639" y="34"/>
                    </a:cubicBezTo>
                    <a:cubicBezTo>
                      <a:pt x="146372" y="34"/>
                      <a:pt x="146105" y="1"/>
                      <a:pt x="145871" y="67"/>
                    </a:cubicBezTo>
                    <a:cubicBezTo>
                      <a:pt x="145171" y="301"/>
                      <a:pt x="144437" y="234"/>
                      <a:pt x="143703" y="234"/>
                    </a:cubicBezTo>
                    <a:cubicBezTo>
                      <a:pt x="142903" y="267"/>
                      <a:pt x="142069" y="234"/>
                      <a:pt x="141268" y="267"/>
                    </a:cubicBezTo>
                    <a:cubicBezTo>
                      <a:pt x="140801" y="267"/>
                      <a:pt x="140367" y="401"/>
                      <a:pt x="139900" y="434"/>
                    </a:cubicBezTo>
                    <a:cubicBezTo>
                      <a:pt x="139167" y="468"/>
                      <a:pt x="138399" y="468"/>
                      <a:pt x="137666" y="434"/>
                    </a:cubicBezTo>
                    <a:cubicBezTo>
                      <a:pt x="137065" y="401"/>
                      <a:pt x="136465" y="234"/>
                      <a:pt x="135831" y="234"/>
                    </a:cubicBezTo>
                    <a:cubicBezTo>
                      <a:pt x="134397" y="201"/>
                      <a:pt x="132929" y="234"/>
                      <a:pt x="131494" y="234"/>
                    </a:cubicBezTo>
                    <a:cubicBezTo>
                      <a:pt x="129626" y="234"/>
                      <a:pt x="127792" y="301"/>
                      <a:pt x="125924" y="34"/>
                    </a:cubicBezTo>
                    <a:cubicBezTo>
                      <a:pt x="125657" y="1"/>
                      <a:pt x="125357" y="1"/>
                      <a:pt x="125057" y="1"/>
                    </a:cubicBezTo>
                    <a:cubicBezTo>
                      <a:pt x="119920" y="34"/>
                      <a:pt x="114749" y="34"/>
                      <a:pt x="109579" y="34"/>
                    </a:cubicBezTo>
                    <a:cubicBezTo>
                      <a:pt x="108078" y="34"/>
                      <a:pt x="106543" y="101"/>
                      <a:pt x="105042" y="67"/>
                    </a:cubicBezTo>
                    <a:cubicBezTo>
                      <a:pt x="104575" y="34"/>
                      <a:pt x="104142" y="201"/>
                      <a:pt x="103808" y="434"/>
                    </a:cubicBezTo>
                    <a:cubicBezTo>
                      <a:pt x="102107" y="468"/>
                      <a:pt x="100406" y="468"/>
                      <a:pt x="98704" y="434"/>
                    </a:cubicBezTo>
                    <a:cubicBezTo>
                      <a:pt x="96970" y="401"/>
                      <a:pt x="95269" y="267"/>
                      <a:pt x="93534" y="234"/>
                    </a:cubicBezTo>
                    <a:cubicBezTo>
                      <a:pt x="89398" y="234"/>
                      <a:pt x="85261" y="234"/>
                      <a:pt x="81125" y="234"/>
                    </a:cubicBezTo>
                    <a:cubicBezTo>
                      <a:pt x="75855" y="234"/>
                      <a:pt x="70551" y="301"/>
                      <a:pt x="65280" y="34"/>
                    </a:cubicBezTo>
                    <a:cubicBezTo>
                      <a:pt x="64447" y="1"/>
                      <a:pt x="63613" y="1"/>
                      <a:pt x="62779" y="1"/>
                    </a:cubicBezTo>
                    <a:cubicBezTo>
                      <a:pt x="48068" y="34"/>
                      <a:pt x="33324" y="34"/>
                      <a:pt x="18614" y="34"/>
                    </a:cubicBezTo>
                    <a:cubicBezTo>
                      <a:pt x="14311" y="34"/>
                      <a:pt x="9974" y="101"/>
                      <a:pt x="5705" y="67"/>
                    </a:cubicBezTo>
                    <a:cubicBezTo>
                      <a:pt x="2602" y="34"/>
                      <a:pt x="1" y="801"/>
                      <a:pt x="334" y="1935"/>
                    </a:cubicBezTo>
                    <a:cubicBezTo>
                      <a:pt x="568" y="2803"/>
                      <a:pt x="367" y="3670"/>
                      <a:pt x="367" y="4537"/>
                    </a:cubicBezTo>
                    <a:cubicBezTo>
                      <a:pt x="367" y="5004"/>
                      <a:pt x="234" y="5504"/>
                      <a:pt x="534" y="5938"/>
                    </a:cubicBezTo>
                    <a:cubicBezTo>
                      <a:pt x="1035" y="6739"/>
                      <a:pt x="968" y="7539"/>
                      <a:pt x="968" y="8340"/>
                    </a:cubicBezTo>
                    <a:cubicBezTo>
                      <a:pt x="968" y="9341"/>
                      <a:pt x="935" y="10375"/>
                      <a:pt x="901" y="11375"/>
                    </a:cubicBezTo>
                    <a:cubicBezTo>
                      <a:pt x="901" y="11609"/>
                      <a:pt x="801" y="11876"/>
                      <a:pt x="1001" y="12076"/>
                    </a:cubicBezTo>
                    <a:cubicBezTo>
                      <a:pt x="1902" y="13210"/>
                      <a:pt x="834" y="14378"/>
                      <a:pt x="1268" y="15512"/>
                    </a:cubicBezTo>
                    <a:cubicBezTo>
                      <a:pt x="1535" y="16179"/>
                      <a:pt x="2502" y="17046"/>
                      <a:pt x="4003" y="17380"/>
                    </a:cubicBezTo>
                    <a:cubicBezTo>
                      <a:pt x="6372" y="17947"/>
                      <a:pt x="9607" y="17680"/>
                      <a:pt x="12276" y="17747"/>
                    </a:cubicBezTo>
                    <a:cubicBezTo>
                      <a:pt x="15011" y="17813"/>
                      <a:pt x="17747" y="17780"/>
                      <a:pt x="20482" y="17813"/>
                    </a:cubicBezTo>
                    <a:cubicBezTo>
                      <a:pt x="22450" y="17847"/>
                      <a:pt x="24418" y="17947"/>
                      <a:pt x="26386" y="17980"/>
                    </a:cubicBezTo>
                    <a:cubicBezTo>
                      <a:pt x="30255" y="18047"/>
                      <a:pt x="34158" y="17813"/>
                      <a:pt x="37994" y="18214"/>
                    </a:cubicBezTo>
                    <a:cubicBezTo>
                      <a:pt x="38595" y="18280"/>
                      <a:pt x="39295" y="18247"/>
                      <a:pt x="39962" y="18247"/>
                    </a:cubicBezTo>
                    <a:cubicBezTo>
                      <a:pt x="44032" y="18247"/>
                      <a:pt x="48068" y="18247"/>
                      <a:pt x="52138" y="18247"/>
                    </a:cubicBezTo>
                    <a:cubicBezTo>
                      <a:pt x="52938" y="18247"/>
                      <a:pt x="53772" y="18280"/>
                      <a:pt x="54606" y="18314"/>
                    </a:cubicBezTo>
                    <a:cubicBezTo>
                      <a:pt x="55640" y="18380"/>
                      <a:pt x="56708" y="18447"/>
                      <a:pt x="57775" y="18447"/>
                    </a:cubicBezTo>
                    <a:cubicBezTo>
                      <a:pt x="60744" y="18480"/>
                      <a:pt x="63713" y="18480"/>
                      <a:pt x="66715" y="18447"/>
                    </a:cubicBezTo>
                    <a:cubicBezTo>
                      <a:pt x="69684" y="18447"/>
                      <a:pt x="72686" y="18447"/>
                      <a:pt x="75621" y="18280"/>
                    </a:cubicBezTo>
                    <a:cubicBezTo>
                      <a:pt x="79791" y="18013"/>
                      <a:pt x="83927" y="17880"/>
                      <a:pt x="88163" y="17880"/>
                    </a:cubicBezTo>
                    <a:cubicBezTo>
                      <a:pt x="95869" y="17913"/>
                      <a:pt x="103574" y="17913"/>
                      <a:pt x="111280" y="17913"/>
                    </a:cubicBezTo>
                    <a:cubicBezTo>
                      <a:pt x="111614" y="17947"/>
                      <a:pt x="111947" y="17980"/>
                      <a:pt x="112314" y="17980"/>
                    </a:cubicBezTo>
                    <a:cubicBezTo>
                      <a:pt x="113648" y="18047"/>
                      <a:pt x="115049" y="17847"/>
                      <a:pt x="116384" y="18214"/>
                    </a:cubicBezTo>
                    <a:cubicBezTo>
                      <a:pt x="116584" y="18280"/>
                      <a:pt x="116851" y="18247"/>
                      <a:pt x="117051" y="18247"/>
                    </a:cubicBezTo>
                    <a:cubicBezTo>
                      <a:pt x="118485" y="18247"/>
                      <a:pt x="119920" y="18247"/>
                      <a:pt x="121321" y="18247"/>
                    </a:cubicBezTo>
                    <a:cubicBezTo>
                      <a:pt x="121621" y="18247"/>
                      <a:pt x="121888" y="18280"/>
                      <a:pt x="122188" y="18314"/>
                    </a:cubicBezTo>
                    <a:cubicBezTo>
                      <a:pt x="122555" y="18380"/>
                      <a:pt x="122922" y="18447"/>
                      <a:pt x="123289" y="18480"/>
                    </a:cubicBezTo>
                    <a:cubicBezTo>
                      <a:pt x="124356" y="18480"/>
                      <a:pt x="125390" y="18480"/>
                      <a:pt x="126424" y="18480"/>
                    </a:cubicBezTo>
                    <a:cubicBezTo>
                      <a:pt x="127492" y="18447"/>
                      <a:pt x="128526" y="18480"/>
                      <a:pt x="129560" y="18280"/>
                    </a:cubicBezTo>
                    <a:cubicBezTo>
                      <a:pt x="131027" y="18013"/>
                      <a:pt x="132462" y="17880"/>
                      <a:pt x="133963" y="17913"/>
                    </a:cubicBezTo>
                    <a:cubicBezTo>
                      <a:pt x="138700" y="17913"/>
                      <a:pt x="143470" y="17913"/>
                      <a:pt x="148240" y="17913"/>
                    </a:cubicBezTo>
                    <a:lnTo>
                      <a:pt x="148240" y="17913"/>
                    </a:lnTo>
                    <a:cubicBezTo>
                      <a:pt x="153343" y="17913"/>
                      <a:pt x="158480" y="17913"/>
                      <a:pt x="163617" y="17913"/>
                    </a:cubicBezTo>
                    <a:cubicBezTo>
                      <a:pt x="164651" y="17947"/>
                      <a:pt x="165652" y="17913"/>
                      <a:pt x="166620" y="17546"/>
                    </a:cubicBezTo>
                    <a:cubicBezTo>
                      <a:pt x="167854" y="17079"/>
                      <a:pt x="169121" y="16679"/>
                      <a:pt x="170222" y="15845"/>
                    </a:cubicBezTo>
                    <a:cubicBezTo>
                      <a:pt x="170789" y="15412"/>
                      <a:pt x="171423" y="15045"/>
                      <a:pt x="172023" y="14644"/>
                    </a:cubicBezTo>
                    <a:cubicBezTo>
                      <a:pt x="172290" y="14444"/>
                      <a:pt x="172557" y="14277"/>
                      <a:pt x="172824" y="14111"/>
                    </a:cubicBezTo>
                    <a:cubicBezTo>
                      <a:pt x="173491" y="13610"/>
                      <a:pt x="174092" y="13043"/>
                      <a:pt x="174792" y="12676"/>
                    </a:cubicBezTo>
                    <a:cubicBezTo>
                      <a:pt x="175459" y="12309"/>
                      <a:pt x="175960" y="11809"/>
                      <a:pt x="176493" y="11309"/>
                    </a:cubicBezTo>
                    <a:cubicBezTo>
                      <a:pt x="176760" y="11042"/>
                      <a:pt x="177094" y="10808"/>
                      <a:pt x="177361" y="10541"/>
                    </a:cubicBezTo>
                    <a:cubicBezTo>
                      <a:pt x="177661" y="10174"/>
                      <a:pt x="177994" y="9774"/>
                      <a:pt x="178228" y="9341"/>
                    </a:cubicBezTo>
                    <a:cubicBezTo>
                      <a:pt x="178328" y="9207"/>
                      <a:pt x="178328" y="8907"/>
                      <a:pt x="178228" y="8740"/>
                    </a:cubicBezTo>
                    <a:close/>
                    <a:moveTo>
                      <a:pt x="176627" y="9441"/>
                    </a:moveTo>
                    <a:cubicBezTo>
                      <a:pt x="175826" y="10208"/>
                      <a:pt x="175126" y="11042"/>
                      <a:pt x="174125" y="11609"/>
                    </a:cubicBezTo>
                    <a:cubicBezTo>
                      <a:pt x="173691" y="11842"/>
                      <a:pt x="173358" y="12209"/>
                      <a:pt x="172957" y="12509"/>
                    </a:cubicBezTo>
                    <a:cubicBezTo>
                      <a:pt x="172324" y="12976"/>
                      <a:pt x="171656" y="13377"/>
                      <a:pt x="170989" y="13844"/>
                    </a:cubicBezTo>
                    <a:cubicBezTo>
                      <a:pt x="170556" y="14144"/>
                      <a:pt x="170122" y="14411"/>
                      <a:pt x="169722" y="14744"/>
                    </a:cubicBezTo>
                    <a:cubicBezTo>
                      <a:pt x="168488" y="15812"/>
                      <a:pt x="166986" y="16279"/>
                      <a:pt x="165519" y="16746"/>
                    </a:cubicBezTo>
                    <a:cubicBezTo>
                      <a:pt x="165452" y="16779"/>
                      <a:pt x="165385" y="16779"/>
                      <a:pt x="165352" y="16746"/>
                    </a:cubicBezTo>
                    <a:cubicBezTo>
                      <a:pt x="163484" y="16512"/>
                      <a:pt x="161649" y="16679"/>
                      <a:pt x="159781" y="16646"/>
                    </a:cubicBezTo>
                    <a:cubicBezTo>
                      <a:pt x="152109" y="16646"/>
                      <a:pt x="144404" y="16646"/>
                      <a:pt x="136732" y="16646"/>
                    </a:cubicBezTo>
                    <a:cubicBezTo>
                      <a:pt x="136298" y="16646"/>
                      <a:pt x="135864" y="16546"/>
                      <a:pt x="135431" y="16512"/>
                    </a:cubicBezTo>
                    <a:cubicBezTo>
                      <a:pt x="135064" y="16512"/>
                      <a:pt x="134697" y="16512"/>
                      <a:pt x="134330" y="16546"/>
                    </a:cubicBezTo>
                    <a:cubicBezTo>
                      <a:pt x="134096" y="16546"/>
                      <a:pt x="133863" y="16646"/>
                      <a:pt x="133629" y="16646"/>
                    </a:cubicBezTo>
                    <a:cubicBezTo>
                      <a:pt x="132529" y="16679"/>
                      <a:pt x="131461" y="16879"/>
                      <a:pt x="130394" y="17146"/>
                    </a:cubicBezTo>
                    <a:cubicBezTo>
                      <a:pt x="130327" y="17146"/>
                      <a:pt x="130227" y="17180"/>
                      <a:pt x="130127" y="17180"/>
                    </a:cubicBezTo>
                    <a:cubicBezTo>
                      <a:pt x="129393" y="17146"/>
                      <a:pt x="128659" y="17213"/>
                      <a:pt x="127892" y="17246"/>
                    </a:cubicBezTo>
                    <a:cubicBezTo>
                      <a:pt x="127191" y="17046"/>
                      <a:pt x="126524" y="16846"/>
                      <a:pt x="125824" y="16646"/>
                    </a:cubicBezTo>
                    <a:lnTo>
                      <a:pt x="109012" y="16646"/>
                    </a:lnTo>
                    <a:cubicBezTo>
                      <a:pt x="108745" y="16579"/>
                      <a:pt x="108478" y="16546"/>
                      <a:pt x="108211" y="16479"/>
                    </a:cubicBezTo>
                    <a:cubicBezTo>
                      <a:pt x="108178" y="16479"/>
                      <a:pt x="108111" y="16479"/>
                      <a:pt x="108078" y="16479"/>
                    </a:cubicBezTo>
                    <a:lnTo>
                      <a:pt x="104909" y="16479"/>
                    </a:lnTo>
                    <a:cubicBezTo>
                      <a:pt x="104642" y="16512"/>
                      <a:pt x="104375" y="16512"/>
                      <a:pt x="104108" y="16546"/>
                    </a:cubicBezTo>
                    <a:lnTo>
                      <a:pt x="104108" y="16546"/>
                    </a:lnTo>
                    <a:cubicBezTo>
                      <a:pt x="104142" y="16579"/>
                      <a:pt x="104175" y="16612"/>
                      <a:pt x="104175" y="16646"/>
                    </a:cubicBezTo>
                    <a:lnTo>
                      <a:pt x="96069" y="16646"/>
                    </a:lnTo>
                    <a:cubicBezTo>
                      <a:pt x="94868" y="16646"/>
                      <a:pt x="93634" y="16546"/>
                      <a:pt x="92400" y="16512"/>
                    </a:cubicBezTo>
                    <a:cubicBezTo>
                      <a:pt x="91332" y="16512"/>
                      <a:pt x="90265" y="16512"/>
                      <a:pt x="89198" y="16546"/>
                    </a:cubicBezTo>
                    <a:cubicBezTo>
                      <a:pt x="88564" y="16546"/>
                      <a:pt x="87930" y="16646"/>
                      <a:pt x="87263" y="16646"/>
                    </a:cubicBezTo>
                    <a:cubicBezTo>
                      <a:pt x="84127" y="16679"/>
                      <a:pt x="81058" y="16879"/>
                      <a:pt x="78023" y="17146"/>
                    </a:cubicBezTo>
                    <a:cubicBezTo>
                      <a:pt x="77789" y="17180"/>
                      <a:pt x="77523" y="17180"/>
                      <a:pt x="77289" y="17180"/>
                    </a:cubicBezTo>
                    <a:cubicBezTo>
                      <a:pt x="73920" y="17113"/>
                      <a:pt x="70551" y="17380"/>
                      <a:pt x="67148" y="17180"/>
                    </a:cubicBezTo>
                    <a:cubicBezTo>
                      <a:pt x="65314" y="17079"/>
                      <a:pt x="63513" y="17079"/>
                      <a:pt x="61578" y="17280"/>
                    </a:cubicBezTo>
                    <a:cubicBezTo>
                      <a:pt x="59910" y="17480"/>
                      <a:pt x="57842" y="17313"/>
                      <a:pt x="55940" y="17280"/>
                    </a:cubicBezTo>
                    <a:cubicBezTo>
                      <a:pt x="54706" y="17246"/>
                      <a:pt x="53505" y="17146"/>
                      <a:pt x="52271" y="17113"/>
                    </a:cubicBezTo>
                    <a:cubicBezTo>
                      <a:pt x="50370" y="17113"/>
                      <a:pt x="48468" y="17113"/>
                      <a:pt x="46567" y="17113"/>
                    </a:cubicBezTo>
                    <a:cubicBezTo>
                      <a:pt x="38628" y="17079"/>
                      <a:pt x="30689" y="17046"/>
                      <a:pt x="22750" y="16979"/>
                    </a:cubicBezTo>
                    <a:cubicBezTo>
                      <a:pt x="21616" y="16979"/>
                      <a:pt x="20482" y="16879"/>
                      <a:pt x="19348" y="16813"/>
                    </a:cubicBezTo>
                    <a:cubicBezTo>
                      <a:pt x="17813" y="16713"/>
                      <a:pt x="16279" y="16579"/>
                      <a:pt x="14744" y="16512"/>
                    </a:cubicBezTo>
                    <a:cubicBezTo>
                      <a:pt x="12776" y="16379"/>
                      <a:pt x="9140" y="16312"/>
                      <a:pt x="7206" y="16179"/>
                    </a:cubicBezTo>
                    <a:cubicBezTo>
                      <a:pt x="6705" y="16112"/>
                      <a:pt x="4704" y="16279"/>
                      <a:pt x="4304" y="16145"/>
                    </a:cubicBezTo>
                    <a:cubicBezTo>
                      <a:pt x="2069" y="15378"/>
                      <a:pt x="1869" y="14244"/>
                      <a:pt x="2636" y="13077"/>
                    </a:cubicBezTo>
                    <a:cubicBezTo>
                      <a:pt x="2736" y="12910"/>
                      <a:pt x="3270" y="12409"/>
                      <a:pt x="3069" y="12243"/>
                    </a:cubicBezTo>
                    <a:cubicBezTo>
                      <a:pt x="2502" y="11709"/>
                      <a:pt x="2402" y="11409"/>
                      <a:pt x="2402" y="10875"/>
                    </a:cubicBezTo>
                    <a:cubicBezTo>
                      <a:pt x="2369" y="9874"/>
                      <a:pt x="2402" y="8840"/>
                      <a:pt x="2302" y="7839"/>
                    </a:cubicBezTo>
                    <a:cubicBezTo>
                      <a:pt x="2269" y="7206"/>
                      <a:pt x="2002" y="6539"/>
                      <a:pt x="1835" y="5905"/>
                    </a:cubicBezTo>
                    <a:cubicBezTo>
                      <a:pt x="1802" y="5771"/>
                      <a:pt x="1702" y="5671"/>
                      <a:pt x="1702" y="5538"/>
                    </a:cubicBezTo>
                    <a:cubicBezTo>
                      <a:pt x="1668" y="4237"/>
                      <a:pt x="1668" y="2936"/>
                      <a:pt x="1668" y="1535"/>
                    </a:cubicBezTo>
                    <a:cubicBezTo>
                      <a:pt x="2469" y="1502"/>
                      <a:pt x="4737" y="1435"/>
                      <a:pt x="5304" y="1468"/>
                    </a:cubicBezTo>
                    <a:cubicBezTo>
                      <a:pt x="8773" y="1468"/>
                      <a:pt x="12243" y="1502"/>
                      <a:pt x="15712" y="1468"/>
                    </a:cubicBezTo>
                    <a:cubicBezTo>
                      <a:pt x="16846" y="1468"/>
                      <a:pt x="17980" y="1335"/>
                      <a:pt x="19114" y="1268"/>
                    </a:cubicBezTo>
                    <a:cubicBezTo>
                      <a:pt x="19815" y="1235"/>
                      <a:pt x="20549" y="1168"/>
                      <a:pt x="21282" y="1168"/>
                    </a:cubicBezTo>
                    <a:cubicBezTo>
                      <a:pt x="35526" y="1168"/>
                      <a:pt x="49736" y="1168"/>
                      <a:pt x="63980" y="1168"/>
                    </a:cubicBezTo>
                    <a:cubicBezTo>
                      <a:pt x="73386" y="1535"/>
                      <a:pt x="82826" y="1301"/>
                      <a:pt x="92266" y="1402"/>
                    </a:cubicBezTo>
                    <a:cubicBezTo>
                      <a:pt x="95902" y="1402"/>
                      <a:pt x="99538" y="1502"/>
                      <a:pt x="103174" y="1535"/>
                    </a:cubicBezTo>
                    <a:cubicBezTo>
                      <a:pt x="103174" y="1535"/>
                      <a:pt x="103174" y="1568"/>
                      <a:pt x="103174" y="1568"/>
                    </a:cubicBezTo>
                    <a:cubicBezTo>
                      <a:pt x="103508" y="1568"/>
                      <a:pt x="103875" y="1568"/>
                      <a:pt x="104242" y="1602"/>
                    </a:cubicBezTo>
                    <a:lnTo>
                      <a:pt x="104242" y="1535"/>
                    </a:lnTo>
                    <a:cubicBezTo>
                      <a:pt x="104242" y="1535"/>
                      <a:pt x="104275" y="1535"/>
                      <a:pt x="104275" y="1535"/>
                    </a:cubicBezTo>
                    <a:cubicBezTo>
                      <a:pt x="104742" y="1502"/>
                      <a:pt x="105209" y="1502"/>
                      <a:pt x="105676" y="1468"/>
                    </a:cubicBezTo>
                    <a:cubicBezTo>
                      <a:pt x="106643" y="1468"/>
                      <a:pt x="107611" y="1502"/>
                      <a:pt x="108545" y="1468"/>
                    </a:cubicBezTo>
                    <a:cubicBezTo>
                      <a:pt x="108845" y="1468"/>
                      <a:pt x="109112" y="1402"/>
                      <a:pt x="109412" y="1335"/>
                    </a:cubicBezTo>
                    <a:cubicBezTo>
                      <a:pt x="112081" y="1335"/>
                      <a:pt x="114783" y="1368"/>
                      <a:pt x="117484" y="1335"/>
                    </a:cubicBezTo>
                    <a:lnTo>
                      <a:pt x="118285" y="1335"/>
                    </a:lnTo>
                    <a:cubicBezTo>
                      <a:pt x="118352" y="1301"/>
                      <a:pt x="118485" y="1235"/>
                      <a:pt x="118552" y="1168"/>
                    </a:cubicBezTo>
                    <a:cubicBezTo>
                      <a:pt x="120854" y="1168"/>
                      <a:pt x="123189" y="1168"/>
                      <a:pt x="125490" y="1168"/>
                    </a:cubicBezTo>
                    <a:cubicBezTo>
                      <a:pt x="128759" y="1535"/>
                      <a:pt x="132095" y="1301"/>
                      <a:pt x="135397" y="1368"/>
                    </a:cubicBezTo>
                    <a:cubicBezTo>
                      <a:pt x="136732" y="1402"/>
                      <a:pt x="138066" y="1502"/>
                      <a:pt x="139367" y="1535"/>
                    </a:cubicBezTo>
                    <a:cubicBezTo>
                      <a:pt x="139700" y="1535"/>
                      <a:pt x="140001" y="1468"/>
                      <a:pt x="140334" y="1435"/>
                    </a:cubicBezTo>
                    <a:cubicBezTo>
                      <a:pt x="140601" y="1402"/>
                      <a:pt x="140901" y="1335"/>
                      <a:pt x="141201" y="1335"/>
                    </a:cubicBezTo>
                    <a:cubicBezTo>
                      <a:pt x="142202" y="1335"/>
                      <a:pt x="143203" y="1335"/>
                      <a:pt x="144237" y="1335"/>
                    </a:cubicBezTo>
                    <a:cubicBezTo>
                      <a:pt x="144837" y="1335"/>
                      <a:pt x="145438" y="1402"/>
                      <a:pt x="146038" y="1168"/>
                    </a:cubicBezTo>
                    <a:cubicBezTo>
                      <a:pt x="146238" y="1101"/>
                      <a:pt x="146505" y="1135"/>
                      <a:pt x="146739" y="1135"/>
                    </a:cubicBezTo>
                    <a:cubicBezTo>
                      <a:pt x="149407" y="1135"/>
                      <a:pt x="152076" y="1135"/>
                      <a:pt x="154744" y="1135"/>
                    </a:cubicBezTo>
                    <a:cubicBezTo>
                      <a:pt x="155078" y="1135"/>
                      <a:pt x="155412" y="1235"/>
                      <a:pt x="155745" y="1268"/>
                    </a:cubicBezTo>
                    <a:cubicBezTo>
                      <a:pt x="155979" y="1301"/>
                      <a:pt x="156212" y="1335"/>
                      <a:pt x="156446" y="1335"/>
                    </a:cubicBezTo>
                    <a:cubicBezTo>
                      <a:pt x="156913" y="1368"/>
                      <a:pt x="157380" y="1368"/>
                      <a:pt x="157847" y="1335"/>
                    </a:cubicBezTo>
                    <a:cubicBezTo>
                      <a:pt x="158881" y="1301"/>
                      <a:pt x="159915" y="1502"/>
                      <a:pt x="160915" y="1702"/>
                    </a:cubicBezTo>
                    <a:cubicBezTo>
                      <a:pt x="161149" y="1768"/>
                      <a:pt x="161382" y="1802"/>
                      <a:pt x="161616" y="1802"/>
                    </a:cubicBezTo>
                    <a:cubicBezTo>
                      <a:pt x="162884" y="1735"/>
                      <a:pt x="164051" y="2135"/>
                      <a:pt x="165285" y="2336"/>
                    </a:cubicBezTo>
                    <a:cubicBezTo>
                      <a:pt x="166019" y="2469"/>
                      <a:pt x="166786" y="2502"/>
                      <a:pt x="167453" y="2836"/>
                    </a:cubicBezTo>
                    <a:cubicBezTo>
                      <a:pt x="168221" y="3169"/>
                      <a:pt x="168988" y="3536"/>
                      <a:pt x="169755" y="3903"/>
                    </a:cubicBezTo>
                    <a:cubicBezTo>
                      <a:pt x="170656" y="4370"/>
                      <a:pt x="171523" y="4771"/>
                      <a:pt x="172390" y="5304"/>
                    </a:cubicBezTo>
                    <a:cubicBezTo>
                      <a:pt x="173791" y="6138"/>
                      <a:pt x="175192" y="6939"/>
                      <a:pt x="176360" y="8073"/>
                    </a:cubicBezTo>
                    <a:cubicBezTo>
                      <a:pt x="176527" y="8240"/>
                      <a:pt x="176660" y="8373"/>
                      <a:pt x="176760" y="8573"/>
                    </a:cubicBezTo>
                    <a:cubicBezTo>
                      <a:pt x="176960" y="8907"/>
                      <a:pt x="176927" y="9174"/>
                      <a:pt x="176627" y="944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Google Shape;732;p40">
              <a:extLst>
                <a:ext uri="{FF2B5EF4-FFF2-40B4-BE49-F238E27FC236}">
                  <a16:creationId xmlns:a16="http://schemas.microsoft.com/office/drawing/2014/main" id="{B0086978-9384-D849-27E9-9FF4C166D761}"/>
                </a:ext>
              </a:extLst>
            </p:cNvPr>
            <p:cNvSpPr txBox="1"/>
            <p:nvPr/>
          </p:nvSpPr>
          <p:spPr>
            <a:xfrm>
              <a:off x="7532136" y="3571093"/>
              <a:ext cx="4250100" cy="4857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None/>
              </a:pPr>
              <a:r>
                <a:rPr lang="en-US" sz="1200" dirty="0">
                  <a:solidFill>
                    <a:schemeClr val="bg1"/>
                  </a:solidFill>
                  <a:latin typeface="Roboto"/>
                  <a:ea typeface="Roboto"/>
                  <a:cs typeface="Roboto"/>
                  <a:sym typeface="Roboto"/>
                </a:rPr>
                <a:t>"show up to class room on time or never misses class"</a:t>
              </a:r>
            </a:p>
          </p:txBody>
        </p:sp>
        <p:sp>
          <p:nvSpPr>
            <p:cNvPr id="25" name="Google Shape;733;p40">
              <a:extLst>
                <a:ext uri="{FF2B5EF4-FFF2-40B4-BE49-F238E27FC236}">
                  <a16:creationId xmlns:a16="http://schemas.microsoft.com/office/drawing/2014/main" id="{F4813B31-245E-CDE7-2497-C941DCE273FA}"/>
                </a:ext>
              </a:extLst>
            </p:cNvPr>
            <p:cNvSpPr txBox="1"/>
            <p:nvPr/>
          </p:nvSpPr>
          <p:spPr>
            <a:xfrm>
              <a:off x="8503920" y="4566030"/>
              <a:ext cx="3278316" cy="4857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None/>
              </a:pPr>
              <a:r>
                <a:rPr lang="en-US" sz="1200" dirty="0">
                  <a:solidFill>
                    <a:schemeClr val="bg1"/>
                  </a:solidFill>
                  <a:latin typeface="Roboto"/>
                  <a:ea typeface="Roboto"/>
                  <a:cs typeface="Roboto"/>
                  <a:sym typeface="Roboto"/>
                </a:rPr>
                <a:t>"encourages the students to question"</a:t>
              </a:r>
            </a:p>
          </p:txBody>
        </p:sp>
        <p:sp>
          <p:nvSpPr>
            <p:cNvPr id="26" name="Google Shape;735;p40">
              <a:extLst>
                <a:ext uri="{FF2B5EF4-FFF2-40B4-BE49-F238E27FC236}">
                  <a16:creationId xmlns:a16="http://schemas.microsoft.com/office/drawing/2014/main" id="{F331093E-D2A6-8AED-EB74-41AE4F779E61}"/>
                </a:ext>
              </a:extLst>
            </p:cNvPr>
            <p:cNvSpPr txBox="1"/>
            <p:nvPr/>
          </p:nvSpPr>
          <p:spPr>
            <a:xfrm>
              <a:off x="7372997" y="4059251"/>
              <a:ext cx="4514203" cy="4857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None/>
              </a:pPr>
              <a:r>
                <a:rPr lang="en-US" sz="1200" dirty="0">
                  <a:solidFill>
                    <a:schemeClr val="bg1"/>
                  </a:solidFill>
                  <a:latin typeface="Roboto"/>
                  <a:ea typeface="Roboto"/>
                  <a:cs typeface="Roboto"/>
                  <a:sym typeface="Roboto"/>
                </a:rPr>
                <a:t>"strong knowledge and solid education or patient and caring"</a:t>
              </a:r>
            </a:p>
          </p:txBody>
        </p:sp>
        <p:grpSp>
          <p:nvGrpSpPr>
            <p:cNvPr id="28" name="Google Shape;720;p40">
              <a:extLst>
                <a:ext uri="{FF2B5EF4-FFF2-40B4-BE49-F238E27FC236}">
                  <a16:creationId xmlns:a16="http://schemas.microsoft.com/office/drawing/2014/main" id="{3782BDC7-8A10-5691-0E66-8113261D0F40}"/>
                </a:ext>
              </a:extLst>
            </p:cNvPr>
            <p:cNvGrpSpPr/>
            <p:nvPr/>
          </p:nvGrpSpPr>
          <p:grpSpPr>
            <a:xfrm flipH="1">
              <a:off x="7428086" y="4071088"/>
              <a:ext cx="4458200" cy="462025"/>
              <a:chOff x="2959200" y="1840375"/>
              <a:chExt cx="4458200" cy="462025"/>
            </a:xfrm>
          </p:grpSpPr>
          <p:sp>
            <p:nvSpPr>
              <p:cNvPr id="29" name="Google Shape;721;p40">
                <a:extLst>
                  <a:ext uri="{FF2B5EF4-FFF2-40B4-BE49-F238E27FC236}">
                    <a16:creationId xmlns:a16="http://schemas.microsoft.com/office/drawing/2014/main" id="{59DB34A6-6E8B-2EFA-21A9-95FB8EE2AE62}"/>
                  </a:ext>
                </a:extLst>
              </p:cNvPr>
              <p:cNvSpPr/>
              <p:nvPr/>
            </p:nvSpPr>
            <p:spPr>
              <a:xfrm>
                <a:off x="2995050" y="1867900"/>
                <a:ext cx="4388175" cy="409475"/>
              </a:xfrm>
              <a:custGeom>
                <a:avLst/>
                <a:gdLst/>
                <a:ahLst/>
                <a:cxnLst/>
                <a:rect l="l" t="t" r="r" b="b"/>
                <a:pathLst>
                  <a:path w="175527" h="16379" extrusionOk="0">
                    <a:moveTo>
                      <a:pt x="175326" y="7472"/>
                    </a:moveTo>
                    <a:cubicBezTo>
                      <a:pt x="175226" y="7306"/>
                      <a:pt x="175093" y="7139"/>
                      <a:pt x="174959" y="7005"/>
                    </a:cubicBezTo>
                    <a:cubicBezTo>
                      <a:pt x="173758" y="5838"/>
                      <a:pt x="172357" y="5037"/>
                      <a:pt x="170956" y="4203"/>
                    </a:cubicBezTo>
                    <a:cubicBezTo>
                      <a:pt x="170122" y="3703"/>
                      <a:pt x="169222" y="3269"/>
                      <a:pt x="168321" y="2836"/>
                    </a:cubicBezTo>
                    <a:cubicBezTo>
                      <a:pt x="167587" y="2435"/>
                      <a:pt x="166820" y="2102"/>
                      <a:pt x="166053" y="1735"/>
                    </a:cubicBezTo>
                    <a:cubicBezTo>
                      <a:pt x="165352" y="1401"/>
                      <a:pt x="164585" y="1368"/>
                      <a:pt x="163851" y="1268"/>
                    </a:cubicBezTo>
                    <a:cubicBezTo>
                      <a:pt x="162650" y="1034"/>
                      <a:pt x="161450" y="634"/>
                      <a:pt x="160182" y="701"/>
                    </a:cubicBezTo>
                    <a:cubicBezTo>
                      <a:pt x="159948" y="701"/>
                      <a:pt x="159715" y="667"/>
                      <a:pt x="159515" y="601"/>
                    </a:cubicBezTo>
                    <a:cubicBezTo>
                      <a:pt x="158481" y="401"/>
                      <a:pt x="157447" y="200"/>
                      <a:pt x="156413" y="267"/>
                    </a:cubicBezTo>
                    <a:cubicBezTo>
                      <a:pt x="155946" y="267"/>
                      <a:pt x="155479" y="267"/>
                      <a:pt x="155012" y="267"/>
                    </a:cubicBezTo>
                    <a:cubicBezTo>
                      <a:pt x="154778" y="267"/>
                      <a:pt x="154578" y="200"/>
                      <a:pt x="154344" y="167"/>
                    </a:cubicBezTo>
                    <a:cubicBezTo>
                      <a:pt x="153978" y="134"/>
                      <a:pt x="153644" y="67"/>
                      <a:pt x="153310" y="67"/>
                    </a:cubicBezTo>
                    <a:cubicBezTo>
                      <a:pt x="150642" y="34"/>
                      <a:pt x="147973" y="34"/>
                      <a:pt x="145305" y="34"/>
                    </a:cubicBezTo>
                    <a:cubicBezTo>
                      <a:pt x="145071" y="34"/>
                      <a:pt x="144804" y="0"/>
                      <a:pt x="144604" y="67"/>
                    </a:cubicBezTo>
                    <a:cubicBezTo>
                      <a:pt x="144004" y="301"/>
                      <a:pt x="143403" y="267"/>
                      <a:pt x="142803" y="267"/>
                    </a:cubicBezTo>
                    <a:cubicBezTo>
                      <a:pt x="141802" y="267"/>
                      <a:pt x="140768" y="234"/>
                      <a:pt x="139767" y="267"/>
                    </a:cubicBezTo>
                    <a:cubicBezTo>
                      <a:pt x="139467" y="267"/>
                      <a:pt x="139200" y="301"/>
                      <a:pt x="138900" y="334"/>
                    </a:cubicBezTo>
                    <a:cubicBezTo>
                      <a:pt x="138600" y="367"/>
                      <a:pt x="138266" y="467"/>
                      <a:pt x="137966" y="434"/>
                    </a:cubicBezTo>
                    <a:cubicBezTo>
                      <a:pt x="136632" y="401"/>
                      <a:pt x="135298" y="334"/>
                      <a:pt x="133963" y="301"/>
                    </a:cubicBezTo>
                    <a:cubicBezTo>
                      <a:pt x="130661" y="234"/>
                      <a:pt x="127359" y="434"/>
                      <a:pt x="124056" y="67"/>
                    </a:cubicBezTo>
                    <a:cubicBezTo>
                      <a:pt x="119053" y="67"/>
                      <a:pt x="114082" y="67"/>
                      <a:pt x="109079" y="67"/>
                    </a:cubicBezTo>
                    <a:cubicBezTo>
                      <a:pt x="108812" y="67"/>
                      <a:pt x="108578" y="134"/>
                      <a:pt x="108312" y="200"/>
                    </a:cubicBezTo>
                    <a:cubicBezTo>
                      <a:pt x="108211" y="200"/>
                      <a:pt x="108078" y="234"/>
                      <a:pt x="107978" y="267"/>
                    </a:cubicBezTo>
                    <a:lnTo>
                      <a:pt x="107144" y="267"/>
                    </a:lnTo>
                    <a:cubicBezTo>
                      <a:pt x="106310" y="267"/>
                      <a:pt x="105476" y="301"/>
                      <a:pt x="104642" y="334"/>
                    </a:cubicBezTo>
                    <a:cubicBezTo>
                      <a:pt x="104442" y="334"/>
                      <a:pt x="104242" y="367"/>
                      <a:pt x="104008" y="367"/>
                    </a:cubicBezTo>
                    <a:cubicBezTo>
                      <a:pt x="103842" y="367"/>
                      <a:pt x="103642" y="367"/>
                      <a:pt x="103475" y="367"/>
                    </a:cubicBezTo>
                    <a:cubicBezTo>
                      <a:pt x="103308" y="367"/>
                      <a:pt x="103141" y="401"/>
                      <a:pt x="102941" y="434"/>
                    </a:cubicBezTo>
                    <a:cubicBezTo>
                      <a:pt x="102607" y="434"/>
                      <a:pt x="102274" y="434"/>
                      <a:pt x="101907" y="434"/>
                    </a:cubicBezTo>
                    <a:cubicBezTo>
                      <a:pt x="98071" y="401"/>
                      <a:pt x="94201" y="334"/>
                      <a:pt x="90365" y="301"/>
                    </a:cubicBezTo>
                    <a:cubicBezTo>
                      <a:pt x="80792" y="234"/>
                      <a:pt x="71218" y="434"/>
                      <a:pt x="61678" y="67"/>
                    </a:cubicBezTo>
                    <a:cubicBezTo>
                      <a:pt x="47268" y="67"/>
                      <a:pt x="32824" y="67"/>
                      <a:pt x="18381" y="67"/>
                    </a:cubicBezTo>
                    <a:cubicBezTo>
                      <a:pt x="17647" y="67"/>
                      <a:pt x="16913" y="134"/>
                      <a:pt x="16179" y="200"/>
                    </a:cubicBezTo>
                    <a:cubicBezTo>
                      <a:pt x="15045" y="267"/>
                      <a:pt x="13877" y="367"/>
                      <a:pt x="12743" y="401"/>
                    </a:cubicBezTo>
                    <a:cubicBezTo>
                      <a:pt x="9207" y="401"/>
                      <a:pt x="5705" y="367"/>
                      <a:pt x="2169" y="367"/>
                    </a:cubicBezTo>
                    <a:cubicBezTo>
                      <a:pt x="1602" y="367"/>
                      <a:pt x="1035" y="401"/>
                      <a:pt x="234" y="434"/>
                    </a:cubicBezTo>
                    <a:cubicBezTo>
                      <a:pt x="234" y="1835"/>
                      <a:pt x="234" y="3136"/>
                      <a:pt x="234" y="4437"/>
                    </a:cubicBezTo>
                    <a:cubicBezTo>
                      <a:pt x="234" y="4570"/>
                      <a:pt x="368" y="4670"/>
                      <a:pt x="401" y="4804"/>
                    </a:cubicBezTo>
                    <a:cubicBezTo>
                      <a:pt x="568" y="5438"/>
                      <a:pt x="801" y="6105"/>
                      <a:pt x="868" y="6738"/>
                    </a:cubicBezTo>
                    <a:cubicBezTo>
                      <a:pt x="968" y="7739"/>
                      <a:pt x="935" y="8773"/>
                      <a:pt x="935" y="9774"/>
                    </a:cubicBezTo>
                    <a:cubicBezTo>
                      <a:pt x="935" y="10308"/>
                      <a:pt x="902" y="10841"/>
                      <a:pt x="1469" y="11342"/>
                    </a:cubicBezTo>
                    <a:cubicBezTo>
                      <a:pt x="1702" y="11542"/>
                      <a:pt x="902" y="12109"/>
                      <a:pt x="768" y="12276"/>
                    </a:cubicBezTo>
                    <a:cubicBezTo>
                      <a:pt x="1" y="13410"/>
                      <a:pt x="701" y="14477"/>
                      <a:pt x="2970" y="15245"/>
                    </a:cubicBezTo>
                    <a:cubicBezTo>
                      <a:pt x="3370" y="15378"/>
                      <a:pt x="5305" y="15044"/>
                      <a:pt x="5838" y="15078"/>
                    </a:cubicBezTo>
                    <a:cubicBezTo>
                      <a:pt x="7773" y="15211"/>
                      <a:pt x="9775" y="15278"/>
                      <a:pt x="11743" y="15411"/>
                    </a:cubicBezTo>
                    <a:cubicBezTo>
                      <a:pt x="13310" y="15478"/>
                      <a:pt x="14845" y="15612"/>
                      <a:pt x="16413" y="15712"/>
                    </a:cubicBezTo>
                    <a:cubicBezTo>
                      <a:pt x="17580" y="15778"/>
                      <a:pt x="18714" y="15878"/>
                      <a:pt x="19882" y="15878"/>
                    </a:cubicBezTo>
                    <a:cubicBezTo>
                      <a:pt x="27921" y="15945"/>
                      <a:pt x="35960" y="15978"/>
                      <a:pt x="44032" y="16012"/>
                    </a:cubicBezTo>
                    <a:cubicBezTo>
                      <a:pt x="45967" y="16012"/>
                      <a:pt x="47868" y="16012"/>
                      <a:pt x="49803" y="16012"/>
                    </a:cubicBezTo>
                    <a:cubicBezTo>
                      <a:pt x="51071" y="16045"/>
                      <a:pt x="52272" y="16145"/>
                      <a:pt x="53539" y="16179"/>
                    </a:cubicBezTo>
                    <a:cubicBezTo>
                      <a:pt x="55440" y="16212"/>
                      <a:pt x="57542" y="16379"/>
                      <a:pt x="59243" y="16179"/>
                    </a:cubicBezTo>
                    <a:cubicBezTo>
                      <a:pt x="61211" y="15978"/>
                      <a:pt x="63046" y="15978"/>
                      <a:pt x="64881" y="16079"/>
                    </a:cubicBezTo>
                    <a:cubicBezTo>
                      <a:pt x="68316" y="16279"/>
                      <a:pt x="71752" y="16012"/>
                      <a:pt x="75155" y="16079"/>
                    </a:cubicBezTo>
                    <a:cubicBezTo>
                      <a:pt x="75421" y="16079"/>
                      <a:pt x="75655" y="16079"/>
                      <a:pt x="75922" y="16045"/>
                    </a:cubicBezTo>
                    <a:cubicBezTo>
                      <a:pt x="78991" y="15778"/>
                      <a:pt x="82093" y="15578"/>
                      <a:pt x="85295" y="15545"/>
                    </a:cubicBezTo>
                    <a:cubicBezTo>
                      <a:pt x="85962" y="15545"/>
                      <a:pt x="86596" y="15445"/>
                      <a:pt x="87263" y="15445"/>
                    </a:cubicBezTo>
                    <a:cubicBezTo>
                      <a:pt x="88331" y="15411"/>
                      <a:pt x="89431" y="15411"/>
                      <a:pt x="90499" y="15411"/>
                    </a:cubicBezTo>
                    <a:cubicBezTo>
                      <a:pt x="91733" y="15445"/>
                      <a:pt x="93001" y="15545"/>
                      <a:pt x="94235" y="15545"/>
                    </a:cubicBezTo>
                    <a:lnTo>
                      <a:pt x="107578" y="15545"/>
                    </a:lnTo>
                    <a:cubicBezTo>
                      <a:pt x="107845" y="15612"/>
                      <a:pt x="108111" y="15645"/>
                      <a:pt x="108378" y="15712"/>
                    </a:cubicBezTo>
                    <a:cubicBezTo>
                      <a:pt x="108779" y="15778"/>
                      <a:pt x="109179" y="15878"/>
                      <a:pt x="109579" y="15878"/>
                    </a:cubicBezTo>
                    <a:cubicBezTo>
                      <a:pt x="112381" y="15945"/>
                      <a:pt x="115150" y="15978"/>
                      <a:pt x="117918" y="16012"/>
                    </a:cubicBezTo>
                    <a:cubicBezTo>
                      <a:pt x="118586" y="16012"/>
                      <a:pt x="119253" y="15978"/>
                      <a:pt x="119920" y="16012"/>
                    </a:cubicBezTo>
                    <a:cubicBezTo>
                      <a:pt x="120354" y="16045"/>
                      <a:pt x="120787" y="16145"/>
                      <a:pt x="121221" y="16179"/>
                    </a:cubicBezTo>
                    <a:cubicBezTo>
                      <a:pt x="121888" y="16212"/>
                      <a:pt x="122588" y="16379"/>
                      <a:pt x="123189" y="16179"/>
                    </a:cubicBezTo>
                    <a:cubicBezTo>
                      <a:pt x="123889" y="15945"/>
                      <a:pt x="124490" y="15978"/>
                      <a:pt x="125157" y="16079"/>
                    </a:cubicBezTo>
                    <a:cubicBezTo>
                      <a:pt x="126324" y="16279"/>
                      <a:pt x="127525" y="16012"/>
                      <a:pt x="128693" y="16079"/>
                    </a:cubicBezTo>
                    <a:cubicBezTo>
                      <a:pt x="128793" y="16079"/>
                      <a:pt x="128860" y="16045"/>
                      <a:pt x="128960" y="16045"/>
                    </a:cubicBezTo>
                    <a:cubicBezTo>
                      <a:pt x="130027" y="15778"/>
                      <a:pt x="131095" y="15578"/>
                      <a:pt x="132195" y="15545"/>
                    </a:cubicBezTo>
                    <a:cubicBezTo>
                      <a:pt x="132429" y="15545"/>
                      <a:pt x="132662" y="15445"/>
                      <a:pt x="132896" y="15445"/>
                    </a:cubicBezTo>
                    <a:cubicBezTo>
                      <a:pt x="133263" y="15411"/>
                      <a:pt x="133630" y="15411"/>
                      <a:pt x="133997" y="15411"/>
                    </a:cubicBezTo>
                    <a:cubicBezTo>
                      <a:pt x="134430" y="15445"/>
                      <a:pt x="134864" y="15545"/>
                      <a:pt x="135298" y="15545"/>
                    </a:cubicBezTo>
                    <a:cubicBezTo>
                      <a:pt x="142970" y="15545"/>
                      <a:pt x="150675" y="15545"/>
                      <a:pt x="158347" y="15545"/>
                    </a:cubicBezTo>
                    <a:cubicBezTo>
                      <a:pt x="160215" y="15545"/>
                      <a:pt x="162050" y="15411"/>
                      <a:pt x="163918" y="15645"/>
                    </a:cubicBezTo>
                    <a:cubicBezTo>
                      <a:pt x="163951" y="15678"/>
                      <a:pt x="164018" y="15678"/>
                      <a:pt x="164085" y="15645"/>
                    </a:cubicBezTo>
                    <a:cubicBezTo>
                      <a:pt x="165552" y="15178"/>
                      <a:pt x="167054" y="14711"/>
                      <a:pt x="168288" y="13643"/>
                    </a:cubicBezTo>
                    <a:cubicBezTo>
                      <a:pt x="168688" y="13310"/>
                      <a:pt x="169122" y="13043"/>
                      <a:pt x="169555" y="12743"/>
                    </a:cubicBezTo>
                    <a:cubicBezTo>
                      <a:pt x="170222" y="12276"/>
                      <a:pt x="170890" y="11875"/>
                      <a:pt x="171523" y="11408"/>
                    </a:cubicBezTo>
                    <a:cubicBezTo>
                      <a:pt x="171924" y="11108"/>
                      <a:pt x="172257" y="10741"/>
                      <a:pt x="172691" y="10508"/>
                    </a:cubicBezTo>
                    <a:cubicBezTo>
                      <a:pt x="173658" y="9941"/>
                      <a:pt x="174392" y="9107"/>
                      <a:pt x="175193" y="8340"/>
                    </a:cubicBezTo>
                    <a:cubicBezTo>
                      <a:pt x="175493" y="8073"/>
                      <a:pt x="175526" y="7806"/>
                      <a:pt x="175326" y="7472"/>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722;p40">
                <a:extLst>
                  <a:ext uri="{FF2B5EF4-FFF2-40B4-BE49-F238E27FC236}">
                    <a16:creationId xmlns:a16="http://schemas.microsoft.com/office/drawing/2014/main" id="{162331B5-F61B-2A67-8DED-C1A3D1D2DDDD}"/>
                  </a:ext>
                </a:extLst>
              </p:cNvPr>
              <p:cNvSpPr/>
              <p:nvPr/>
            </p:nvSpPr>
            <p:spPr>
              <a:xfrm>
                <a:off x="2959200" y="1840375"/>
                <a:ext cx="4458200" cy="462025"/>
              </a:xfrm>
              <a:custGeom>
                <a:avLst/>
                <a:gdLst/>
                <a:ahLst/>
                <a:cxnLst/>
                <a:rect l="l" t="t" r="r" b="b"/>
                <a:pathLst>
                  <a:path w="178328" h="18481" extrusionOk="0">
                    <a:moveTo>
                      <a:pt x="178228" y="8740"/>
                    </a:moveTo>
                    <a:cubicBezTo>
                      <a:pt x="177928" y="8240"/>
                      <a:pt x="177627" y="7706"/>
                      <a:pt x="177227" y="7306"/>
                    </a:cubicBezTo>
                    <a:cubicBezTo>
                      <a:pt x="175793" y="6005"/>
                      <a:pt x="174158" y="5004"/>
                      <a:pt x="172457" y="4137"/>
                    </a:cubicBezTo>
                    <a:cubicBezTo>
                      <a:pt x="171623" y="3703"/>
                      <a:pt x="170789" y="3270"/>
                      <a:pt x="169989" y="2836"/>
                    </a:cubicBezTo>
                    <a:cubicBezTo>
                      <a:pt x="168854" y="2269"/>
                      <a:pt x="167754" y="1668"/>
                      <a:pt x="166620" y="1168"/>
                    </a:cubicBezTo>
                    <a:cubicBezTo>
                      <a:pt x="165585" y="734"/>
                      <a:pt x="164551" y="334"/>
                      <a:pt x="163384" y="434"/>
                    </a:cubicBezTo>
                    <a:cubicBezTo>
                      <a:pt x="162383" y="534"/>
                      <a:pt x="161316" y="568"/>
                      <a:pt x="160348" y="434"/>
                    </a:cubicBezTo>
                    <a:cubicBezTo>
                      <a:pt x="159114" y="201"/>
                      <a:pt x="157913" y="301"/>
                      <a:pt x="156712" y="234"/>
                    </a:cubicBezTo>
                    <a:cubicBezTo>
                      <a:pt x="156512" y="234"/>
                      <a:pt x="156312" y="234"/>
                      <a:pt x="156112" y="201"/>
                    </a:cubicBezTo>
                    <a:cubicBezTo>
                      <a:pt x="155612" y="134"/>
                      <a:pt x="155145" y="34"/>
                      <a:pt x="154644" y="34"/>
                    </a:cubicBezTo>
                    <a:cubicBezTo>
                      <a:pt x="151976" y="34"/>
                      <a:pt x="149307" y="34"/>
                      <a:pt x="146639" y="34"/>
                    </a:cubicBezTo>
                    <a:cubicBezTo>
                      <a:pt x="146372" y="34"/>
                      <a:pt x="146105" y="1"/>
                      <a:pt x="145871" y="67"/>
                    </a:cubicBezTo>
                    <a:cubicBezTo>
                      <a:pt x="145171" y="301"/>
                      <a:pt x="144437" y="234"/>
                      <a:pt x="143703" y="234"/>
                    </a:cubicBezTo>
                    <a:cubicBezTo>
                      <a:pt x="142903" y="267"/>
                      <a:pt x="142069" y="234"/>
                      <a:pt x="141268" y="267"/>
                    </a:cubicBezTo>
                    <a:cubicBezTo>
                      <a:pt x="140801" y="267"/>
                      <a:pt x="140367" y="401"/>
                      <a:pt x="139900" y="434"/>
                    </a:cubicBezTo>
                    <a:cubicBezTo>
                      <a:pt x="139167" y="468"/>
                      <a:pt x="138399" y="468"/>
                      <a:pt x="137666" y="434"/>
                    </a:cubicBezTo>
                    <a:cubicBezTo>
                      <a:pt x="137065" y="401"/>
                      <a:pt x="136465" y="234"/>
                      <a:pt x="135831" y="234"/>
                    </a:cubicBezTo>
                    <a:cubicBezTo>
                      <a:pt x="134397" y="201"/>
                      <a:pt x="132929" y="234"/>
                      <a:pt x="131494" y="234"/>
                    </a:cubicBezTo>
                    <a:cubicBezTo>
                      <a:pt x="129626" y="234"/>
                      <a:pt x="127792" y="301"/>
                      <a:pt x="125924" y="34"/>
                    </a:cubicBezTo>
                    <a:cubicBezTo>
                      <a:pt x="125657" y="1"/>
                      <a:pt x="125357" y="1"/>
                      <a:pt x="125057" y="1"/>
                    </a:cubicBezTo>
                    <a:cubicBezTo>
                      <a:pt x="119920" y="34"/>
                      <a:pt x="114749" y="34"/>
                      <a:pt x="109579" y="34"/>
                    </a:cubicBezTo>
                    <a:cubicBezTo>
                      <a:pt x="108078" y="34"/>
                      <a:pt x="106543" y="101"/>
                      <a:pt x="105042" y="67"/>
                    </a:cubicBezTo>
                    <a:cubicBezTo>
                      <a:pt x="104575" y="34"/>
                      <a:pt x="104142" y="201"/>
                      <a:pt x="103808" y="434"/>
                    </a:cubicBezTo>
                    <a:cubicBezTo>
                      <a:pt x="102107" y="468"/>
                      <a:pt x="100406" y="468"/>
                      <a:pt x="98704" y="434"/>
                    </a:cubicBezTo>
                    <a:cubicBezTo>
                      <a:pt x="96970" y="401"/>
                      <a:pt x="95269" y="267"/>
                      <a:pt x="93534" y="234"/>
                    </a:cubicBezTo>
                    <a:cubicBezTo>
                      <a:pt x="89398" y="234"/>
                      <a:pt x="85261" y="234"/>
                      <a:pt x="81125" y="234"/>
                    </a:cubicBezTo>
                    <a:cubicBezTo>
                      <a:pt x="75855" y="234"/>
                      <a:pt x="70551" y="301"/>
                      <a:pt x="65280" y="34"/>
                    </a:cubicBezTo>
                    <a:cubicBezTo>
                      <a:pt x="64447" y="1"/>
                      <a:pt x="63613" y="1"/>
                      <a:pt x="62779" y="1"/>
                    </a:cubicBezTo>
                    <a:cubicBezTo>
                      <a:pt x="48068" y="34"/>
                      <a:pt x="33324" y="34"/>
                      <a:pt x="18614" y="34"/>
                    </a:cubicBezTo>
                    <a:cubicBezTo>
                      <a:pt x="14311" y="34"/>
                      <a:pt x="9974" y="101"/>
                      <a:pt x="5705" y="67"/>
                    </a:cubicBezTo>
                    <a:cubicBezTo>
                      <a:pt x="2602" y="34"/>
                      <a:pt x="1" y="801"/>
                      <a:pt x="334" y="1935"/>
                    </a:cubicBezTo>
                    <a:cubicBezTo>
                      <a:pt x="568" y="2803"/>
                      <a:pt x="367" y="3670"/>
                      <a:pt x="367" y="4537"/>
                    </a:cubicBezTo>
                    <a:cubicBezTo>
                      <a:pt x="367" y="5004"/>
                      <a:pt x="234" y="5504"/>
                      <a:pt x="534" y="5938"/>
                    </a:cubicBezTo>
                    <a:cubicBezTo>
                      <a:pt x="1035" y="6739"/>
                      <a:pt x="968" y="7539"/>
                      <a:pt x="968" y="8340"/>
                    </a:cubicBezTo>
                    <a:cubicBezTo>
                      <a:pt x="968" y="9341"/>
                      <a:pt x="935" y="10375"/>
                      <a:pt x="901" y="11375"/>
                    </a:cubicBezTo>
                    <a:cubicBezTo>
                      <a:pt x="901" y="11609"/>
                      <a:pt x="801" y="11876"/>
                      <a:pt x="1001" y="12076"/>
                    </a:cubicBezTo>
                    <a:cubicBezTo>
                      <a:pt x="1902" y="13210"/>
                      <a:pt x="834" y="14378"/>
                      <a:pt x="1268" y="15512"/>
                    </a:cubicBezTo>
                    <a:cubicBezTo>
                      <a:pt x="1535" y="16179"/>
                      <a:pt x="2502" y="17046"/>
                      <a:pt x="4003" y="17380"/>
                    </a:cubicBezTo>
                    <a:cubicBezTo>
                      <a:pt x="6372" y="17947"/>
                      <a:pt x="9607" y="17680"/>
                      <a:pt x="12276" y="17747"/>
                    </a:cubicBezTo>
                    <a:cubicBezTo>
                      <a:pt x="15011" y="17813"/>
                      <a:pt x="17747" y="17780"/>
                      <a:pt x="20482" y="17813"/>
                    </a:cubicBezTo>
                    <a:cubicBezTo>
                      <a:pt x="22450" y="17847"/>
                      <a:pt x="24418" y="17947"/>
                      <a:pt x="26386" y="17980"/>
                    </a:cubicBezTo>
                    <a:cubicBezTo>
                      <a:pt x="30255" y="18047"/>
                      <a:pt x="34158" y="17813"/>
                      <a:pt x="37994" y="18214"/>
                    </a:cubicBezTo>
                    <a:cubicBezTo>
                      <a:pt x="38595" y="18280"/>
                      <a:pt x="39295" y="18247"/>
                      <a:pt x="39962" y="18247"/>
                    </a:cubicBezTo>
                    <a:cubicBezTo>
                      <a:pt x="44032" y="18247"/>
                      <a:pt x="48068" y="18247"/>
                      <a:pt x="52138" y="18247"/>
                    </a:cubicBezTo>
                    <a:cubicBezTo>
                      <a:pt x="52938" y="18247"/>
                      <a:pt x="53772" y="18280"/>
                      <a:pt x="54606" y="18314"/>
                    </a:cubicBezTo>
                    <a:cubicBezTo>
                      <a:pt x="55640" y="18380"/>
                      <a:pt x="56708" y="18447"/>
                      <a:pt x="57775" y="18447"/>
                    </a:cubicBezTo>
                    <a:cubicBezTo>
                      <a:pt x="60744" y="18480"/>
                      <a:pt x="63713" y="18480"/>
                      <a:pt x="66715" y="18447"/>
                    </a:cubicBezTo>
                    <a:cubicBezTo>
                      <a:pt x="69684" y="18447"/>
                      <a:pt x="72686" y="18447"/>
                      <a:pt x="75621" y="18280"/>
                    </a:cubicBezTo>
                    <a:cubicBezTo>
                      <a:pt x="79791" y="18013"/>
                      <a:pt x="83927" y="17880"/>
                      <a:pt x="88163" y="17880"/>
                    </a:cubicBezTo>
                    <a:cubicBezTo>
                      <a:pt x="95869" y="17913"/>
                      <a:pt x="103574" y="17913"/>
                      <a:pt x="111280" y="17913"/>
                    </a:cubicBezTo>
                    <a:cubicBezTo>
                      <a:pt x="111614" y="17947"/>
                      <a:pt x="111947" y="17980"/>
                      <a:pt x="112314" y="17980"/>
                    </a:cubicBezTo>
                    <a:cubicBezTo>
                      <a:pt x="113648" y="18047"/>
                      <a:pt x="115049" y="17847"/>
                      <a:pt x="116384" y="18214"/>
                    </a:cubicBezTo>
                    <a:cubicBezTo>
                      <a:pt x="116584" y="18280"/>
                      <a:pt x="116851" y="18247"/>
                      <a:pt x="117051" y="18247"/>
                    </a:cubicBezTo>
                    <a:cubicBezTo>
                      <a:pt x="118485" y="18247"/>
                      <a:pt x="119920" y="18247"/>
                      <a:pt x="121321" y="18247"/>
                    </a:cubicBezTo>
                    <a:cubicBezTo>
                      <a:pt x="121621" y="18247"/>
                      <a:pt x="121888" y="18280"/>
                      <a:pt x="122188" y="18314"/>
                    </a:cubicBezTo>
                    <a:cubicBezTo>
                      <a:pt x="122555" y="18380"/>
                      <a:pt x="122922" y="18447"/>
                      <a:pt x="123289" y="18480"/>
                    </a:cubicBezTo>
                    <a:cubicBezTo>
                      <a:pt x="124356" y="18480"/>
                      <a:pt x="125390" y="18480"/>
                      <a:pt x="126424" y="18480"/>
                    </a:cubicBezTo>
                    <a:cubicBezTo>
                      <a:pt x="127492" y="18447"/>
                      <a:pt x="128526" y="18480"/>
                      <a:pt x="129560" y="18280"/>
                    </a:cubicBezTo>
                    <a:cubicBezTo>
                      <a:pt x="131027" y="18013"/>
                      <a:pt x="132462" y="17880"/>
                      <a:pt x="133963" y="17913"/>
                    </a:cubicBezTo>
                    <a:cubicBezTo>
                      <a:pt x="138700" y="17913"/>
                      <a:pt x="143470" y="17913"/>
                      <a:pt x="148240" y="17913"/>
                    </a:cubicBezTo>
                    <a:lnTo>
                      <a:pt x="148240" y="17913"/>
                    </a:lnTo>
                    <a:cubicBezTo>
                      <a:pt x="153343" y="17913"/>
                      <a:pt x="158480" y="17913"/>
                      <a:pt x="163617" y="17913"/>
                    </a:cubicBezTo>
                    <a:cubicBezTo>
                      <a:pt x="164651" y="17947"/>
                      <a:pt x="165652" y="17913"/>
                      <a:pt x="166620" y="17546"/>
                    </a:cubicBezTo>
                    <a:cubicBezTo>
                      <a:pt x="167854" y="17079"/>
                      <a:pt x="169121" y="16679"/>
                      <a:pt x="170222" y="15845"/>
                    </a:cubicBezTo>
                    <a:cubicBezTo>
                      <a:pt x="170789" y="15412"/>
                      <a:pt x="171423" y="15045"/>
                      <a:pt x="172023" y="14644"/>
                    </a:cubicBezTo>
                    <a:cubicBezTo>
                      <a:pt x="172290" y="14444"/>
                      <a:pt x="172557" y="14277"/>
                      <a:pt x="172824" y="14111"/>
                    </a:cubicBezTo>
                    <a:cubicBezTo>
                      <a:pt x="173491" y="13610"/>
                      <a:pt x="174092" y="13043"/>
                      <a:pt x="174792" y="12676"/>
                    </a:cubicBezTo>
                    <a:cubicBezTo>
                      <a:pt x="175459" y="12309"/>
                      <a:pt x="175960" y="11809"/>
                      <a:pt x="176493" y="11309"/>
                    </a:cubicBezTo>
                    <a:cubicBezTo>
                      <a:pt x="176760" y="11042"/>
                      <a:pt x="177094" y="10808"/>
                      <a:pt x="177361" y="10541"/>
                    </a:cubicBezTo>
                    <a:cubicBezTo>
                      <a:pt x="177661" y="10174"/>
                      <a:pt x="177994" y="9774"/>
                      <a:pt x="178228" y="9341"/>
                    </a:cubicBezTo>
                    <a:cubicBezTo>
                      <a:pt x="178328" y="9207"/>
                      <a:pt x="178328" y="8907"/>
                      <a:pt x="178228" y="8740"/>
                    </a:cubicBezTo>
                    <a:close/>
                    <a:moveTo>
                      <a:pt x="176627" y="9441"/>
                    </a:moveTo>
                    <a:cubicBezTo>
                      <a:pt x="175826" y="10208"/>
                      <a:pt x="175126" y="11042"/>
                      <a:pt x="174125" y="11609"/>
                    </a:cubicBezTo>
                    <a:cubicBezTo>
                      <a:pt x="173691" y="11842"/>
                      <a:pt x="173358" y="12209"/>
                      <a:pt x="172957" y="12509"/>
                    </a:cubicBezTo>
                    <a:cubicBezTo>
                      <a:pt x="172324" y="12976"/>
                      <a:pt x="171656" y="13377"/>
                      <a:pt x="170989" y="13844"/>
                    </a:cubicBezTo>
                    <a:cubicBezTo>
                      <a:pt x="170556" y="14144"/>
                      <a:pt x="170122" y="14411"/>
                      <a:pt x="169722" y="14744"/>
                    </a:cubicBezTo>
                    <a:cubicBezTo>
                      <a:pt x="168488" y="15812"/>
                      <a:pt x="166986" y="16279"/>
                      <a:pt x="165519" y="16746"/>
                    </a:cubicBezTo>
                    <a:cubicBezTo>
                      <a:pt x="165452" y="16779"/>
                      <a:pt x="165385" y="16779"/>
                      <a:pt x="165352" y="16746"/>
                    </a:cubicBezTo>
                    <a:cubicBezTo>
                      <a:pt x="163484" y="16512"/>
                      <a:pt x="161649" y="16679"/>
                      <a:pt x="159781" y="16646"/>
                    </a:cubicBezTo>
                    <a:cubicBezTo>
                      <a:pt x="152109" y="16646"/>
                      <a:pt x="144404" y="16646"/>
                      <a:pt x="136732" y="16646"/>
                    </a:cubicBezTo>
                    <a:cubicBezTo>
                      <a:pt x="136298" y="16646"/>
                      <a:pt x="135864" y="16546"/>
                      <a:pt x="135431" y="16512"/>
                    </a:cubicBezTo>
                    <a:cubicBezTo>
                      <a:pt x="135064" y="16512"/>
                      <a:pt x="134697" y="16512"/>
                      <a:pt x="134330" y="16546"/>
                    </a:cubicBezTo>
                    <a:cubicBezTo>
                      <a:pt x="134096" y="16546"/>
                      <a:pt x="133863" y="16646"/>
                      <a:pt x="133629" y="16646"/>
                    </a:cubicBezTo>
                    <a:cubicBezTo>
                      <a:pt x="132529" y="16679"/>
                      <a:pt x="131461" y="16879"/>
                      <a:pt x="130394" y="17146"/>
                    </a:cubicBezTo>
                    <a:cubicBezTo>
                      <a:pt x="130327" y="17146"/>
                      <a:pt x="130227" y="17180"/>
                      <a:pt x="130127" y="17180"/>
                    </a:cubicBezTo>
                    <a:cubicBezTo>
                      <a:pt x="129393" y="17146"/>
                      <a:pt x="128659" y="17213"/>
                      <a:pt x="127892" y="17246"/>
                    </a:cubicBezTo>
                    <a:cubicBezTo>
                      <a:pt x="127191" y="17046"/>
                      <a:pt x="126524" y="16846"/>
                      <a:pt x="125824" y="16646"/>
                    </a:cubicBezTo>
                    <a:lnTo>
                      <a:pt x="109012" y="16646"/>
                    </a:lnTo>
                    <a:cubicBezTo>
                      <a:pt x="108745" y="16579"/>
                      <a:pt x="108478" y="16546"/>
                      <a:pt x="108211" y="16479"/>
                    </a:cubicBezTo>
                    <a:cubicBezTo>
                      <a:pt x="108178" y="16479"/>
                      <a:pt x="108111" y="16479"/>
                      <a:pt x="108078" y="16479"/>
                    </a:cubicBezTo>
                    <a:lnTo>
                      <a:pt x="104909" y="16479"/>
                    </a:lnTo>
                    <a:cubicBezTo>
                      <a:pt x="104642" y="16512"/>
                      <a:pt x="104375" y="16512"/>
                      <a:pt x="104108" y="16546"/>
                    </a:cubicBezTo>
                    <a:lnTo>
                      <a:pt x="104108" y="16546"/>
                    </a:lnTo>
                    <a:cubicBezTo>
                      <a:pt x="104142" y="16579"/>
                      <a:pt x="104175" y="16612"/>
                      <a:pt x="104175" y="16646"/>
                    </a:cubicBezTo>
                    <a:lnTo>
                      <a:pt x="96069" y="16646"/>
                    </a:lnTo>
                    <a:cubicBezTo>
                      <a:pt x="94868" y="16646"/>
                      <a:pt x="93634" y="16546"/>
                      <a:pt x="92400" y="16512"/>
                    </a:cubicBezTo>
                    <a:cubicBezTo>
                      <a:pt x="91332" y="16512"/>
                      <a:pt x="90265" y="16512"/>
                      <a:pt x="89198" y="16546"/>
                    </a:cubicBezTo>
                    <a:cubicBezTo>
                      <a:pt x="88564" y="16546"/>
                      <a:pt x="87930" y="16646"/>
                      <a:pt x="87263" y="16646"/>
                    </a:cubicBezTo>
                    <a:cubicBezTo>
                      <a:pt x="84127" y="16679"/>
                      <a:pt x="81058" y="16879"/>
                      <a:pt x="78023" y="17146"/>
                    </a:cubicBezTo>
                    <a:cubicBezTo>
                      <a:pt x="77789" y="17180"/>
                      <a:pt x="77523" y="17180"/>
                      <a:pt x="77289" y="17180"/>
                    </a:cubicBezTo>
                    <a:cubicBezTo>
                      <a:pt x="73920" y="17113"/>
                      <a:pt x="70551" y="17380"/>
                      <a:pt x="67148" y="17180"/>
                    </a:cubicBezTo>
                    <a:cubicBezTo>
                      <a:pt x="65314" y="17079"/>
                      <a:pt x="63513" y="17079"/>
                      <a:pt x="61578" y="17280"/>
                    </a:cubicBezTo>
                    <a:cubicBezTo>
                      <a:pt x="59910" y="17480"/>
                      <a:pt x="57842" y="17313"/>
                      <a:pt x="55940" y="17280"/>
                    </a:cubicBezTo>
                    <a:cubicBezTo>
                      <a:pt x="54706" y="17246"/>
                      <a:pt x="53505" y="17146"/>
                      <a:pt x="52271" y="17113"/>
                    </a:cubicBezTo>
                    <a:cubicBezTo>
                      <a:pt x="50370" y="17113"/>
                      <a:pt x="48468" y="17113"/>
                      <a:pt x="46567" y="17113"/>
                    </a:cubicBezTo>
                    <a:cubicBezTo>
                      <a:pt x="38628" y="17079"/>
                      <a:pt x="30689" y="17046"/>
                      <a:pt x="22750" y="16979"/>
                    </a:cubicBezTo>
                    <a:cubicBezTo>
                      <a:pt x="21616" y="16979"/>
                      <a:pt x="20482" y="16879"/>
                      <a:pt x="19348" y="16813"/>
                    </a:cubicBezTo>
                    <a:cubicBezTo>
                      <a:pt x="17813" y="16713"/>
                      <a:pt x="16279" y="16579"/>
                      <a:pt x="14744" y="16512"/>
                    </a:cubicBezTo>
                    <a:cubicBezTo>
                      <a:pt x="12776" y="16379"/>
                      <a:pt x="9140" y="16312"/>
                      <a:pt x="7206" y="16179"/>
                    </a:cubicBezTo>
                    <a:cubicBezTo>
                      <a:pt x="6705" y="16112"/>
                      <a:pt x="4704" y="16279"/>
                      <a:pt x="4304" y="16145"/>
                    </a:cubicBezTo>
                    <a:cubicBezTo>
                      <a:pt x="2069" y="15378"/>
                      <a:pt x="1869" y="14244"/>
                      <a:pt x="2636" y="13077"/>
                    </a:cubicBezTo>
                    <a:cubicBezTo>
                      <a:pt x="2736" y="12910"/>
                      <a:pt x="3270" y="12409"/>
                      <a:pt x="3069" y="12243"/>
                    </a:cubicBezTo>
                    <a:cubicBezTo>
                      <a:pt x="2502" y="11709"/>
                      <a:pt x="2402" y="11409"/>
                      <a:pt x="2402" y="10875"/>
                    </a:cubicBezTo>
                    <a:cubicBezTo>
                      <a:pt x="2369" y="9874"/>
                      <a:pt x="2402" y="8840"/>
                      <a:pt x="2302" y="7839"/>
                    </a:cubicBezTo>
                    <a:cubicBezTo>
                      <a:pt x="2269" y="7206"/>
                      <a:pt x="2002" y="6539"/>
                      <a:pt x="1835" y="5905"/>
                    </a:cubicBezTo>
                    <a:cubicBezTo>
                      <a:pt x="1802" y="5771"/>
                      <a:pt x="1702" y="5671"/>
                      <a:pt x="1702" y="5538"/>
                    </a:cubicBezTo>
                    <a:cubicBezTo>
                      <a:pt x="1668" y="4237"/>
                      <a:pt x="1668" y="2936"/>
                      <a:pt x="1668" y="1535"/>
                    </a:cubicBezTo>
                    <a:cubicBezTo>
                      <a:pt x="2469" y="1502"/>
                      <a:pt x="4737" y="1435"/>
                      <a:pt x="5304" y="1468"/>
                    </a:cubicBezTo>
                    <a:cubicBezTo>
                      <a:pt x="8773" y="1468"/>
                      <a:pt x="12243" y="1502"/>
                      <a:pt x="15712" y="1468"/>
                    </a:cubicBezTo>
                    <a:cubicBezTo>
                      <a:pt x="16846" y="1468"/>
                      <a:pt x="17980" y="1335"/>
                      <a:pt x="19114" y="1268"/>
                    </a:cubicBezTo>
                    <a:cubicBezTo>
                      <a:pt x="19815" y="1235"/>
                      <a:pt x="20549" y="1168"/>
                      <a:pt x="21282" y="1168"/>
                    </a:cubicBezTo>
                    <a:cubicBezTo>
                      <a:pt x="35526" y="1168"/>
                      <a:pt x="49736" y="1168"/>
                      <a:pt x="63980" y="1168"/>
                    </a:cubicBezTo>
                    <a:cubicBezTo>
                      <a:pt x="73386" y="1535"/>
                      <a:pt x="82826" y="1301"/>
                      <a:pt x="92266" y="1402"/>
                    </a:cubicBezTo>
                    <a:cubicBezTo>
                      <a:pt x="95902" y="1402"/>
                      <a:pt x="99538" y="1502"/>
                      <a:pt x="103174" y="1535"/>
                    </a:cubicBezTo>
                    <a:cubicBezTo>
                      <a:pt x="103174" y="1535"/>
                      <a:pt x="103174" y="1568"/>
                      <a:pt x="103174" y="1568"/>
                    </a:cubicBezTo>
                    <a:cubicBezTo>
                      <a:pt x="103508" y="1568"/>
                      <a:pt x="103875" y="1568"/>
                      <a:pt x="104242" y="1602"/>
                    </a:cubicBezTo>
                    <a:lnTo>
                      <a:pt x="104242" y="1535"/>
                    </a:lnTo>
                    <a:cubicBezTo>
                      <a:pt x="104242" y="1535"/>
                      <a:pt x="104275" y="1535"/>
                      <a:pt x="104275" y="1535"/>
                    </a:cubicBezTo>
                    <a:cubicBezTo>
                      <a:pt x="104742" y="1502"/>
                      <a:pt x="105209" y="1502"/>
                      <a:pt x="105676" y="1468"/>
                    </a:cubicBezTo>
                    <a:cubicBezTo>
                      <a:pt x="106643" y="1468"/>
                      <a:pt x="107611" y="1502"/>
                      <a:pt x="108545" y="1468"/>
                    </a:cubicBezTo>
                    <a:cubicBezTo>
                      <a:pt x="108845" y="1468"/>
                      <a:pt x="109112" y="1402"/>
                      <a:pt x="109412" y="1335"/>
                    </a:cubicBezTo>
                    <a:cubicBezTo>
                      <a:pt x="112081" y="1335"/>
                      <a:pt x="114783" y="1368"/>
                      <a:pt x="117484" y="1335"/>
                    </a:cubicBezTo>
                    <a:lnTo>
                      <a:pt x="118285" y="1335"/>
                    </a:lnTo>
                    <a:cubicBezTo>
                      <a:pt x="118352" y="1301"/>
                      <a:pt x="118485" y="1235"/>
                      <a:pt x="118552" y="1168"/>
                    </a:cubicBezTo>
                    <a:cubicBezTo>
                      <a:pt x="120854" y="1168"/>
                      <a:pt x="123189" y="1168"/>
                      <a:pt x="125490" y="1168"/>
                    </a:cubicBezTo>
                    <a:cubicBezTo>
                      <a:pt x="128759" y="1535"/>
                      <a:pt x="132095" y="1301"/>
                      <a:pt x="135397" y="1368"/>
                    </a:cubicBezTo>
                    <a:cubicBezTo>
                      <a:pt x="136732" y="1402"/>
                      <a:pt x="138066" y="1502"/>
                      <a:pt x="139367" y="1535"/>
                    </a:cubicBezTo>
                    <a:cubicBezTo>
                      <a:pt x="139700" y="1535"/>
                      <a:pt x="140001" y="1468"/>
                      <a:pt x="140334" y="1435"/>
                    </a:cubicBezTo>
                    <a:cubicBezTo>
                      <a:pt x="140601" y="1402"/>
                      <a:pt x="140901" y="1335"/>
                      <a:pt x="141201" y="1335"/>
                    </a:cubicBezTo>
                    <a:cubicBezTo>
                      <a:pt x="142202" y="1335"/>
                      <a:pt x="143203" y="1335"/>
                      <a:pt x="144237" y="1335"/>
                    </a:cubicBezTo>
                    <a:cubicBezTo>
                      <a:pt x="144837" y="1335"/>
                      <a:pt x="145438" y="1402"/>
                      <a:pt x="146038" y="1168"/>
                    </a:cubicBezTo>
                    <a:cubicBezTo>
                      <a:pt x="146238" y="1101"/>
                      <a:pt x="146505" y="1135"/>
                      <a:pt x="146739" y="1135"/>
                    </a:cubicBezTo>
                    <a:cubicBezTo>
                      <a:pt x="149407" y="1135"/>
                      <a:pt x="152076" y="1135"/>
                      <a:pt x="154744" y="1135"/>
                    </a:cubicBezTo>
                    <a:cubicBezTo>
                      <a:pt x="155078" y="1135"/>
                      <a:pt x="155412" y="1235"/>
                      <a:pt x="155745" y="1268"/>
                    </a:cubicBezTo>
                    <a:cubicBezTo>
                      <a:pt x="155979" y="1301"/>
                      <a:pt x="156212" y="1335"/>
                      <a:pt x="156446" y="1335"/>
                    </a:cubicBezTo>
                    <a:cubicBezTo>
                      <a:pt x="156913" y="1368"/>
                      <a:pt x="157380" y="1368"/>
                      <a:pt x="157847" y="1335"/>
                    </a:cubicBezTo>
                    <a:cubicBezTo>
                      <a:pt x="158881" y="1301"/>
                      <a:pt x="159915" y="1502"/>
                      <a:pt x="160915" y="1702"/>
                    </a:cubicBezTo>
                    <a:cubicBezTo>
                      <a:pt x="161149" y="1768"/>
                      <a:pt x="161382" y="1802"/>
                      <a:pt x="161616" y="1802"/>
                    </a:cubicBezTo>
                    <a:cubicBezTo>
                      <a:pt x="162884" y="1735"/>
                      <a:pt x="164051" y="2135"/>
                      <a:pt x="165285" y="2336"/>
                    </a:cubicBezTo>
                    <a:cubicBezTo>
                      <a:pt x="166019" y="2469"/>
                      <a:pt x="166786" y="2502"/>
                      <a:pt x="167453" y="2836"/>
                    </a:cubicBezTo>
                    <a:cubicBezTo>
                      <a:pt x="168221" y="3169"/>
                      <a:pt x="168988" y="3536"/>
                      <a:pt x="169755" y="3903"/>
                    </a:cubicBezTo>
                    <a:cubicBezTo>
                      <a:pt x="170656" y="4370"/>
                      <a:pt x="171523" y="4771"/>
                      <a:pt x="172390" y="5304"/>
                    </a:cubicBezTo>
                    <a:cubicBezTo>
                      <a:pt x="173791" y="6138"/>
                      <a:pt x="175192" y="6939"/>
                      <a:pt x="176360" y="8073"/>
                    </a:cubicBezTo>
                    <a:cubicBezTo>
                      <a:pt x="176527" y="8240"/>
                      <a:pt x="176660" y="8373"/>
                      <a:pt x="176760" y="8573"/>
                    </a:cubicBezTo>
                    <a:cubicBezTo>
                      <a:pt x="176960" y="8907"/>
                      <a:pt x="176927" y="9174"/>
                      <a:pt x="176627" y="944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 name="Google Shape;735;p40">
              <a:extLst>
                <a:ext uri="{FF2B5EF4-FFF2-40B4-BE49-F238E27FC236}">
                  <a16:creationId xmlns:a16="http://schemas.microsoft.com/office/drawing/2014/main" id="{39EE269B-88BA-A41B-372A-50E025B530B5}"/>
                </a:ext>
              </a:extLst>
            </p:cNvPr>
            <p:cNvSpPr txBox="1"/>
            <p:nvPr/>
          </p:nvSpPr>
          <p:spPr>
            <a:xfrm>
              <a:off x="7372997" y="4056793"/>
              <a:ext cx="4514203" cy="4857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None/>
              </a:pPr>
              <a:r>
                <a:rPr lang="en-US" sz="1200" dirty="0">
                  <a:solidFill>
                    <a:schemeClr val="bg1"/>
                  </a:solidFill>
                  <a:latin typeface="Roboto"/>
                  <a:ea typeface="Roboto"/>
                  <a:cs typeface="Roboto"/>
                  <a:sym typeface="Roboto"/>
                </a:rPr>
                <a:t>"strong knowledge and solid education or patient and caring"</a:t>
              </a:r>
            </a:p>
          </p:txBody>
        </p:sp>
      </p:grpSp>
      <p:graphicFrame>
        <p:nvGraphicFramePr>
          <p:cNvPr id="44" name="Diagram 43">
            <a:extLst>
              <a:ext uri="{FF2B5EF4-FFF2-40B4-BE49-F238E27FC236}">
                <a16:creationId xmlns:a16="http://schemas.microsoft.com/office/drawing/2014/main" id="{CC7E7FC5-0F97-F44B-77BD-4A2D32301630}"/>
              </a:ext>
            </a:extLst>
          </p:cNvPr>
          <p:cNvGraphicFramePr/>
          <p:nvPr>
            <p:extLst>
              <p:ext uri="{D42A27DB-BD31-4B8C-83A1-F6EECF244321}">
                <p14:modId xmlns:p14="http://schemas.microsoft.com/office/powerpoint/2010/main" val="1991762465"/>
              </p:ext>
            </p:extLst>
          </p:nvPr>
        </p:nvGraphicFramePr>
        <p:xfrm>
          <a:off x="638176" y="1952201"/>
          <a:ext cx="4886325" cy="4939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45" name="Group 44">
            <a:extLst>
              <a:ext uri="{FF2B5EF4-FFF2-40B4-BE49-F238E27FC236}">
                <a16:creationId xmlns:a16="http://schemas.microsoft.com/office/drawing/2014/main" id="{4CD29686-C3C4-DBD1-DEF5-25F6044A8C01}"/>
              </a:ext>
            </a:extLst>
          </p:cNvPr>
          <p:cNvGrpSpPr/>
          <p:nvPr/>
        </p:nvGrpSpPr>
        <p:grpSpPr>
          <a:xfrm>
            <a:off x="6505511" y="1952201"/>
            <a:ext cx="4886324" cy="493931"/>
            <a:chOff x="0" y="45954"/>
            <a:chExt cx="4886324" cy="433485"/>
          </a:xfrm>
        </p:grpSpPr>
        <p:sp>
          <p:nvSpPr>
            <p:cNvPr id="46" name="Rectangle: Rounded Corners 45">
              <a:extLst>
                <a:ext uri="{FF2B5EF4-FFF2-40B4-BE49-F238E27FC236}">
                  <a16:creationId xmlns:a16="http://schemas.microsoft.com/office/drawing/2014/main" id="{196E2F43-682E-AB50-2283-83DB3AED0274}"/>
                </a:ext>
              </a:extLst>
            </p:cNvPr>
            <p:cNvSpPr/>
            <p:nvPr/>
          </p:nvSpPr>
          <p:spPr>
            <a:xfrm>
              <a:off x="0" y="45954"/>
              <a:ext cx="4886324" cy="433485"/>
            </a:xfrm>
            <a:prstGeom prst="roundRect">
              <a:avLst/>
            </a:prstGeom>
            <a:solidFill>
              <a:srgbClr val="002060"/>
            </a:soli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sp>
        <p:sp>
          <p:nvSpPr>
            <p:cNvPr id="47" name="Rectangle: Rounded Corners 4">
              <a:extLst>
                <a:ext uri="{FF2B5EF4-FFF2-40B4-BE49-F238E27FC236}">
                  <a16:creationId xmlns:a16="http://schemas.microsoft.com/office/drawing/2014/main" id="{FE26BCD5-92B7-0600-6030-4F9AF5D20CCD}"/>
                </a:ext>
              </a:extLst>
            </p:cNvPr>
            <p:cNvSpPr txBox="1"/>
            <p:nvPr/>
          </p:nvSpPr>
          <p:spPr>
            <a:xfrm>
              <a:off x="21161" y="67115"/>
              <a:ext cx="4844002" cy="3911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Using Narsil/deberta-large-</a:t>
              </a:r>
              <a:r>
                <a:rPr lang="en-US" sz="1900" kern="1200" dirty="0" err="1"/>
                <a:t>mnli</a:t>
              </a:r>
              <a:r>
                <a:rPr lang="en-US" sz="1900" kern="1200" dirty="0"/>
                <a:t>-zero-</a:t>
              </a:r>
              <a:r>
                <a:rPr lang="en-US" sz="1900" kern="1200" dirty="0" err="1"/>
                <a:t>cls</a:t>
              </a:r>
              <a:r>
                <a:rPr lang="en-US" sz="1900" kern="1200" dirty="0"/>
                <a:t> model</a:t>
              </a:r>
            </a:p>
          </p:txBody>
        </p:sp>
      </p:grpSp>
      <p:pic>
        <p:nvPicPr>
          <p:cNvPr id="14" name="Picture 13">
            <a:extLst>
              <a:ext uri="{FF2B5EF4-FFF2-40B4-BE49-F238E27FC236}">
                <a16:creationId xmlns:a16="http://schemas.microsoft.com/office/drawing/2014/main" id="{7B05CB2F-70F8-B014-6612-D1E9B8E52AEC}"/>
              </a:ext>
            </a:extLst>
          </p:cNvPr>
          <p:cNvPicPr>
            <a:picLocks noChangeAspect="1"/>
          </p:cNvPicPr>
          <p:nvPr/>
        </p:nvPicPr>
        <p:blipFill>
          <a:blip r:embed="rId7"/>
          <a:stretch>
            <a:fillRect/>
          </a:stretch>
        </p:blipFill>
        <p:spPr>
          <a:xfrm>
            <a:off x="542372" y="2676525"/>
            <a:ext cx="5077931" cy="3848100"/>
          </a:xfrm>
          <a:prstGeom prst="rect">
            <a:avLst/>
          </a:prstGeom>
          <a:ln>
            <a:solidFill>
              <a:srgbClr val="002060"/>
            </a:solidFill>
          </a:ln>
        </p:spPr>
      </p:pic>
      <p:graphicFrame>
        <p:nvGraphicFramePr>
          <p:cNvPr id="9" name="Diagram 8">
            <a:extLst>
              <a:ext uri="{FF2B5EF4-FFF2-40B4-BE49-F238E27FC236}">
                <a16:creationId xmlns:a16="http://schemas.microsoft.com/office/drawing/2014/main" id="{CE602051-A15D-7B41-A355-9ED142B20F85}"/>
              </a:ext>
            </a:extLst>
          </p:cNvPr>
          <p:cNvGraphicFramePr/>
          <p:nvPr>
            <p:extLst>
              <p:ext uri="{D42A27DB-BD31-4B8C-83A1-F6EECF244321}">
                <p14:modId xmlns:p14="http://schemas.microsoft.com/office/powerpoint/2010/main" val="2154396018"/>
              </p:ext>
            </p:extLst>
          </p:nvPr>
        </p:nvGraphicFramePr>
        <p:xfrm>
          <a:off x="-316870" y="89523"/>
          <a:ext cx="3312095" cy="65773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12" name="Picture 11">
            <a:extLst>
              <a:ext uri="{FF2B5EF4-FFF2-40B4-BE49-F238E27FC236}">
                <a16:creationId xmlns:a16="http://schemas.microsoft.com/office/drawing/2014/main" id="{88E5C1C2-2F92-85BE-094C-4F35287DAB9A}"/>
              </a:ext>
            </a:extLst>
          </p:cNvPr>
          <p:cNvPicPr>
            <a:picLocks noChangeAspect="1"/>
          </p:cNvPicPr>
          <p:nvPr/>
        </p:nvPicPr>
        <p:blipFill>
          <a:blip r:embed="rId13"/>
          <a:stretch>
            <a:fillRect/>
          </a:stretch>
        </p:blipFill>
        <p:spPr>
          <a:xfrm>
            <a:off x="6438090" y="2691209"/>
            <a:ext cx="5019330" cy="3848100"/>
          </a:xfrm>
          <a:prstGeom prst="rect">
            <a:avLst/>
          </a:prstGeom>
          <a:ln>
            <a:solidFill>
              <a:srgbClr val="002060"/>
            </a:solidFill>
          </a:ln>
        </p:spPr>
      </p:pic>
    </p:spTree>
    <p:extLst>
      <p:ext uri="{BB962C8B-B14F-4D97-AF65-F5344CB8AC3E}">
        <p14:creationId xmlns:p14="http://schemas.microsoft.com/office/powerpoint/2010/main" val="1009938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1;p32">
            <a:extLst>
              <a:ext uri="{FF2B5EF4-FFF2-40B4-BE49-F238E27FC236}">
                <a16:creationId xmlns:a16="http://schemas.microsoft.com/office/drawing/2014/main" id="{06C67F3C-0D0C-EE4F-21CC-D25684C01E12}"/>
              </a:ext>
            </a:extLst>
          </p:cNvPr>
          <p:cNvSpPr/>
          <p:nvPr/>
        </p:nvSpPr>
        <p:spPr>
          <a:xfrm>
            <a:off x="8475972" y="624666"/>
            <a:ext cx="3590522" cy="543236"/>
          </a:xfrm>
          <a:custGeom>
            <a:avLst/>
            <a:gdLst/>
            <a:ahLst/>
            <a:cxnLst/>
            <a:rect l="l" t="t" r="r" b="b"/>
            <a:pathLst>
              <a:path w="56308" h="29995" extrusionOk="0">
                <a:moveTo>
                  <a:pt x="25997" y="0"/>
                </a:moveTo>
                <a:cubicBezTo>
                  <a:pt x="25091" y="0"/>
                  <a:pt x="24186" y="26"/>
                  <a:pt x="23284" y="84"/>
                </a:cubicBezTo>
                <a:cubicBezTo>
                  <a:pt x="20982" y="251"/>
                  <a:pt x="18647" y="251"/>
                  <a:pt x="16312" y="351"/>
                </a:cubicBezTo>
                <a:cubicBezTo>
                  <a:pt x="14845" y="418"/>
                  <a:pt x="13377" y="618"/>
                  <a:pt x="11909" y="785"/>
                </a:cubicBezTo>
                <a:cubicBezTo>
                  <a:pt x="10869" y="904"/>
                  <a:pt x="9855" y="1234"/>
                  <a:pt x="8798" y="1234"/>
                </a:cubicBezTo>
                <a:cubicBezTo>
                  <a:pt x="8668" y="1234"/>
                  <a:pt x="8538" y="1229"/>
                  <a:pt x="8407" y="1218"/>
                </a:cubicBezTo>
                <a:cubicBezTo>
                  <a:pt x="8240" y="1198"/>
                  <a:pt x="8075" y="1188"/>
                  <a:pt x="7911" y="1188"/>
                </a:cubicBezTo>
                <a:cubicBezTo>
                  <a:pt x="6763" y="1188"/>
                  <a:pt x="5680" y="1648"/>
                  <a:pt x="4571" y="1852"/>
                </a:cubicBezTo>
                <a:cubicBezTo>
                  <a:pt x="3436" y="2019"/>
                  <a:pt x="2536" y="2519"/>
                  <a:pt x="1735" y="3420"/>
                </a:cubicBezTo>
                <a:cubicBezTo>
                  <a:pt x="1101" y="4120"/>
                  <a:pt x="701" y="4854"/>
                  <a:pt x="668" y="5688"/>
                </a:cubicBezTo>
                <a:cubicBezTo>
                  <a:pt x="601" y="7856"/>
                  <a:pt x="268" y="9991"/>
                  <a:pt x="268" y="12160"/>
                </a:cubicBezTo>
                <a:cubicBezTo>
                  <a:pt x="268" y="12360"/>
                  <a:pt x="268" y="12560"/>
                  <a:pt x="234" y="12760"/>
                </a:cubicBezTo>
                <a:cubicBezTo>
                  <a:pt x="1" y="14795"/>
                  <a:pt x="101" y="16830"/>
                  <a:pt x="167" y="18864"/>
                </a:cubicBezTo>
                <a:cubicBezTo>
                  <a:pt x="234" y="20599"/>
                  <a:pt x="501" y="22267"/>
                  <a:pt x="634" y="24001"/>
                </a:cubicBezTo>
                <a:cubicBezTo>
                  <a:pt x="801" y="25703"/>
                  <a:pt x="1368" y="27270"/>
                  <a:pt x="2336" y="28671"/>
                </a:cubicBezTo>
                <a:cubicBezTo>
                  <a:pt x="2803" y="29405"/>
                  <a:pt x="3436" y="29906"/>
                  <a:pt x="4337" y="29972"/>
                </a:cubicBezTo>
                <a:cubicBezTo>
                  <a:pt x="4600" y="29986"/>
                  <a:pt x="4856" y="29994"/>
                  <a:pt x="5112" y="29994"/>
                </a:cubicBezTo>
                <a:cubicBezTo>
                  <a:pt x="5474" y="29994"/>
                  <a:pt x="5834" y="29978"/>
                  <a:pt x="6205" y="29939"/>
                </a:cubicBezTo>
                <a:cubicBezTo>
                  <a:pt x="7006" y="29839"/>
                  <a:pt x="7840" y="29672"/>
                  <a:pt x="8640" y="29672"/>
                </a:cubicBezTo>
                <a:cubicBezTo>
                  <a:pt x="10542" y="29672"/>
                  <a:pt x="12410" y="29439"/>
                  <a:pt x="14311" y="29372"/>
                </a:cubicBezTo>
                <a:cubicBezTo>
                  <a:pt x="16246" y="29305"/>
                  <a:pt x="18180" y="29105"/>
                  <a:pt x="20148" y="29105"/>
                </a:cubicBezTo>
                <a:cubicBezTo>
                  <a:pt x="21383" y="29105"/>
                  <a:pt x="22617" y="28938"/>
                  <a:pt x="23851" y="28872"/>
                </a:cubicBezTo>
                <a:cubicBezTo>
                  <a:pt x="25953" y="28771"/>
                  <a:pt x="28021" y="28638"/>
                  <a:pt x="30122" y="28571"/>
                </a:cubicBezTo>
                <a:cubicBezTo>
                  <a:pt x="30483" y="28565"/>
                  <a:pt x="30843" y="28563"/>
                  <a:pt x="31203" y="28563"/>
                </a:cubicBezTo>
                <a:cubicBezTo>
                  <a:pt x="32878" y="28563"/>
                  <a:pt x="34552" y="28622"/>
                  <a:pt x="36227" y="28705"/>
                </a:cubicBezTo>
                <a:cubicBezTo>
                  <a:pt x="36740" y="28740"/>
                  <a:pt x="37250" y="28754"/>
                  <a:pt x="37760" y="28754"/>
                </a:cubicBezTo>
                <a:cubicBezTo>
                  <a:pt x="39172" y="28754"/>
                  <a:pt x="40576" y="28645"/>
                  <a:pt x="41997" y="28571"/>
                </a:cubicBezTo>
                <a:cubicBezTo>
                  <a:pt x="42303" y="28560"/>
                  <a:pt x="42608" y="28555"/>
                  <a:pt x="42913" y="28555"/>
                </a:cubicBezTo>
                <a:cubicBezTo>
                  <a:pt x="44071" y="28555"/>
                  <a:pt x="45228" y="28621"/>
                  <a:pt x="46385" y="28621"/>
                </a:cubicBezTo>
                <a:cubicBezTo>
                  <a:pt x="46691" y="28621"/>
                  <a:pt x="46996" y="28616"/>
                  <a:pt x="47301" y="28605"/>
                </a:cubicBezTo>
                <a:cubicBezTo>
                  <a:pt x="49102" y="28538"/>
                  <a:pt x="50837" y="28138"/>
                  <a:pt x="52572" y="27571"/>
                </a:cubicBezTo>
                <a:cubicBezTo>
                  <a:pt x="53439" y="27304"/>
                  <a:pt x="54006" y="26703"/>
                  <a:pt x="54440" y="25936"/>
                </a:cubicBezTo>
                <a:cubicBezTo>
                  <a:pt x="55540" y="24068"/>
                  <a:pt x="55507" y="22033"/>
                  <a:pt x="55474" y="19999"/>
                </a:cubicBezTo>
                <a:cubicBezTo>
                  <a:pt x="55474" y="19832"/>
                  <a:pt x="55374" y="19665"/>
                  <a:pt x="55374" y="19465"/>
                </a:cubicBezTo>
                <a:cubicBezTo>
                  <a:pt x="55540" y="17964"/>
                  <a:pt x="55607" y="16429"/>
                  <a:pt x="55740" y="14895"/>
                </a:cubicBezTo>
                <a:cubicBezTo>
                  <a:pt x="55974" y="12860"/>
                  <a:pt x="56207" y="10859"/>
                  <a:pt x="56074" y="8824"/>
                </a:cubicBezTo>
                <a:cubicBezTo>
                  <a:pt x="56074" y="8590"/>
                  <a:pt x="56074" y="8323"/>
                  <a:pt x="56107" y="8090"/>
                </a:cubicBezTo>
                <a:cubicBezTo>
                  <a:pt x="56308" y="6789"/>
                  <a:pt x="56207" y="5455"/>
                  <a:pt x="55907" y="4154"/>
                </a:cubicBezTo>
                <a:cubicBezTo>
                  <a:pt x="55774" y="3453"/>
                  <a:pt x="55407" y="2920"/>
                  <a:pt x="54873" y="2453"/>
                </a:cubicBezTo>
                <a:cubicBezTo>
                  <a:pt x="54573" y="2186"/>
                  <a:pt x="54239" y="1886"/>
                  <a:pt x="53872" y="1719"/>
                </a:cubicBezTo>
                <a:cubicBezTo>
                  <a:pt x="53205" y="1419"/>
                  <a:pt x="52605" y="918"/>
                  <a:pt x="51804" y="885"/>
                </a:cubicBezTo>
                <a:cubicBezTo>
                  <a:pt x="49269" y="751"/>
                  <a:pt x="46767" y="585"/>
                  <a:pt x="44266" y="518"/>
                </a:cubicBezTo>
                <a:cubicBezTo>
                  <a:pt x="39829" y="418"/>
                  <a:pt x="35426" y="551"/>
                  <a:pt x="30989" y="218"/>
                </a:cubicBezTo>
                <a:cubicBezTo>
                  <a:pt x="29344" y="88"/>
                  <a:pt x="27671" y="0"/>
                  <a:pt x="25997" y="0"/>
                </a:cubicBezTo>
                <a:close/>
              </a:path>
            </a:pathLst>
          </a:custGeom>
          <a:solidFill>
            <a:srgbClr val="FAE0AA"/>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2000" b="1" dirty="0"/>
              <a:t>Labels regarding course </a:t>
            </a:r>
            <a:endParaRPr lang="en-US" sz="2000" dirty="0"/>
          </a:p>
        </p:txBody>
      </p:sp>
      <p:grpSp>
        <p:nvGrpSpPr>
          <p:cNvPr id="22" name="Group 21">
            <a:extLst>
              <a:ext uri="{FF2B5EF4-FFF2-40B4-BE49-F238E27FC236}">
                <a16:creationId xmlns:a16="http://schemas.microsoft.com/office/drawing/2014/main" id="{4DD411B1-649F-281D-FE1D-3852B447294C}"/>
              </a:ext>
            </a:extLst>
          </p:cNvPr>
          <p:cNvGrpSpPr/>
          <p:nvPr/>
        </p:nvGrpSpPr>
        <p:grpSpPr>
          <a:xfrm>
            <a:off x="4347085" y="126087"/>
            <a:ext cx="4509861" cy="1565108"/>
            <a:chOff x="7429000" y="5059636"/>
            <a:chExt cx="4458200" cy="1481697"/>
          </a:xfrm>
        </p:grpSpPr>
        <p:grpSp>
          <p:nvGrpSpPr>
            <p:cNvPr id="10" name="Google Shape;723;p40">
              <a:extLst>
                <a:ext uri="{FF2B5EF4-FFF2-40B4-BE49-F238E27FC236}">
                  <a16:creationId xmlns:a16="http://schemas.microsoft.com/office/drawing/2014/main" id="{AAF31821-7E60-BEE1-C11C-DC41E2653B0E}"/>
                </a:ext>
              </a:extLst>
            </p:cNvPr>
            <p:cNvGrpSpPr/>
            <p:nvPr/>
          </p:nvGrpSpPr>
          <p:grpSpPr>
            <a:xfrm flipH="1">
              <a:off x="7429000" y="5077462"/>
              <a:ext cx="4458200" cy="462025"/>
              <a:chOff x="2959200" y="1840375"/>
              <a:chExt cx="4458200" cy="462025"/>
            </a:xfrm>
          </p:grpSpPr>
          <p:sp>
            <p:nvSpPr>
              <p:cNvPr id="11" name="Google Shape;724;p40">
                <a:extLst>
                  <a:ext uri="{FF2B5EF4-FFF2-40B4-BE49-F238E27FC236}">
                    <a16:creationId xmlns:a16="http://schemas.microsoft.com/office/drawing/2014/main" id="{41752122-B4D2-E074-B4E1-A24E792D5853}"/>
                  </a:ext>
                </a:extLst>
              </p:cNvPr>
              <p:cNvSpPr/>
              <p:nvPr/>
            </p:nvSpPr>
            <p:spPr>
              <a:xfrm>
                <a:off x="2995050" y="1867900"/>
                <a:ext cx="4388175" cy="409475"/>
              </a:xfrm>
              <a:custGeom>
                <a:avLst/>
                <a:gdLst/>
                <a:ahLst/>
                <a:cxnLst/>
                <a:rect l="l" t="t" r="r" b="b"/>
                <a:pathLst>
                  <a:path w="175527" h="16379" extrusionOk="0">
                    <a:moveTo>
                      <a:pt x="175326" y="7472"/>
                    </a:moveTo>
                    <a:cubicBezTo>
                      <a:pt x="175226" y="7306"/>
                      <a:pt x="175093" y="7139"/>
                      <a:pt x="174959" y="7005"/>
                    </a:cubicBezTo>
                    <a:cubicBezTo>
                      <a:pt x="173758" y="5838"/>
                      <a:pt x="172357" y="5037"/>
                      <a:pt x="170956" y="4203"/>
                    </a:cubicBezTo>
                    <a:cubicBezTo>
                      <a:pt x="170122" y="3703"/>
                      <a:pt x="169222" y="3269"/>
                      <a:pt x="168321" y="2836"/>
                    </a:cubicBezTo>
                    <a:cubicBezTo>
                      <a:pt x="167587" y="2435"/>
                      <a:pt x="166820" y="2102"/>
                      <a:pt x="166053" y="1735"/>
                    </a:cubicBezTo>
                    <a:cubicBezTo>
                      <a:pt x="165352" y="1401"/>
                      <a:pt x="164585" y="1368"/>
                      <a:pt x="163851" y="1268"/>
                    </a:cubicBezTo>
                    <a:cubicBezTo>
                      <a:pt x="162650" y="1034"/>
                      <a:pt x="161450" y="634"/>
                      <a:pt x="160182" y="701"/>
                    </a:cubicBezTo>
                    <a:cubicBezTo>
                      <a:pt x="159948" y="701"/>
                      <a:pt x="159715" y="667"/>
                      <a:pt x="159515" y="601"/>
                    </a:cubicBezTo>
                    <a:cubicBezTo>
                      <a:pt x="158481" y="401"/>
                      <a:pt x="157447" y="200"/>
                      <a:pt x="156413" y="267"/>
                    </a:cubicBezTo>
                    <a:cubicBezTo>
                      <a:pt x="155946" y="267"/>
                      <a:pt x="155479" y="267"/>
                      <a:pt x="155012" y="267"/>
                    </a:cubicBezTo>
                    <a:cubicBezTo>
                      <a:pt x="154778" y="267"/>
                      <a:pt x="154578" y="200"/>
                      <a:pt x="154344" y="167"/>
                    </a:cubicBezTo>
                    <a:cubicBezTo>
                      <a:pt x="153978" y="134"/>
                      <a:pt x="153644" y="67"/>
                      <a:pt x="153310" y="67"/>
                    </a:cubicBezTo>
                    <a:cubicBezTo>
                      <a:pt x="150642" y="34"/>
                      <a:pt x="147973" y="34"/>
                      <a:pt x="145305" y="34"/>
                    </a:cubicBezTo>
                    <a:cubicBezTo>
                      <a:pt x="145071" y="34"/>
                      <a:pt x="144804" y="0"/>
                      <a:pt x="144604" y="67"/>
                    </a:cubicBezTo>
                    <a:cubicBezTo>
                      <a:pt x="144004" y="301"/>
                      <a:pt x="143403" y="267"/>
                      <a:pt x="142803" y="267"/>
                    </a:cubicBezTo>
                    <a:cubicBezTo>
                      <a:pt x="141802" y="267"/>
                      <a:pt x="140768" y="234"/>
                      <a:pt x="139767" y="267"/>
                    </a:cubicBezTo>
                    <a:cubicBezTo>
                      <a:pt x="139467" y="267"/>
                      <a:pt x="139200" y="301"/>
                      <a:pt x="138900" y="334"/>
                    </a:cubicBezTo>
                    <a:cubicBezTo>
                      <a:pt x="138600" y="367"/>
                      <a:pt x="138266" y="467"/>
                      <a:pt x="137966" y="434"/>
                    </a:cubicBezTo>
                    <a:cubicBezTo>
                      <a:pt x="136632" y="401"/>
                      <a:pt x="135298" y="334"/>
                      <a:pt x="133963" y="301"/>
                    </a:cubicBezTo>
                    <a:cubicBezTo>
                      <a:pt x="130661" y="234"/>
                      <a:pt x="127359" y="434"/>
                      <a:pt x="124056" y="67"/>
                    </a:cubicBezTo>
                    <a:cubicBezTo>
                      <a:pt x="119053" y="67"/>
                      <a:pt x="114082" y="67"/>
                      <a:pt x="109079" y="67"/>
                    </a:cubicBezTo>
                    <a:cubicBezTo>
                      <a:pt x="108812" y="67"/>
                      <a:pt x="108578" y="134"/>
                      <a:pt x="108312" y="200"/>
                    </a:cubicBezTo>
                    <a:cubicBezTo>
                      <a:pt x="108211" y="200"/>
                      <a:pt x="108078" y="234"/>
                      <a:pt x="107978" y="267"/>
                    </a:cubicBezTo>
                    <a:lnTo>
                      <a:pt x="107144" y="267"/>
                    </a:lnTo>
                    <a:cubicBezTo>
                      <a:pt x="106310" y="267"/>
                      <a:pt x="105476" y="301"/>
                      <a:pt x="104642" y="334"/>
                    </a:cubicBezTo>
                    <a:cubicBezTo>
                      <a:pt x="104442" y="334"/>
                      <a:pt x="104242" y="367"/>
                      <a:pt x="104008" y="367"/>
                    </a:cubicBezTo>
                    <a:cubicBezTo>
                      <a:pt x="103842" y="367"/>
                      <a:pt x="103642" y="367"/>
                      <a:pt x="103475" y="367"/>
                    </a:cubicBezTo>
                    <a:cubicBezTo>
                      <a:pt x="103308" y="367"/>
                      <a:pt x="103141" y="401"/>
                      <a:pt x="102941" y="434"/>
                    </a:cubicBezTo>
                    <a:cubicBezTo>
                      <a:pt x="102607" y="434"/>
                      <a:pt x="102274" y="434"/>
                      <a:pt x="101907" y="434"/>
                    </a:cubicBezTo>
                    <a:cubicBezTo>
                      <a:pt x="98071" y="401"/>
                      <a:pt x="94201" y="334"/>
                      <a:pt x="90365" y="301"/>
                    </a:cubicBezTo>
                    <a:cubicBezTo>
                      <a:pt x="80792" y="234"/>
                      <a:pt x="71218" y="434"/>
                      <a:pt x="61678" y="67"/>
                    </a:cubicBezTo>
                    <a:cubicBezTo>
                      <a:pt x="47268" y="67"/>
                      <a:pt x="32824" y="67"/>
                      <a:pt x="18381" y="67"/>
                    </a:cubicBezTo>
                    <a:cubicBezTo>
                      <a:pt x="17647" y="67"/>
                      <a:pt x="16913" y="134"/>
                      <a:pt x="16179" y="200"/>
                    </a:cubicBezTo>
                    <a:cubicBezTo>
                      <a:pt x="15045" y="267"/>
                      <a:pt x="13877" y="367"/>
                      <a:pt x="12743" y="401"/>
                    </a:cubicBezTo>
                    <a:cubicBezTo>
                      <a:pt x="9207" y="401"/>
                      <a:pt x="5705" y="367"/>
                      <a:pt x="2169" y="367"/>
                    </a:cubicBezTo>
                    <a:cubicBezTo>
                      <a:pt x="1602" y="367"/>
                      <a:pt x="1035" y="401"/>
                      <a:pt x="234" y="434"/>
                    </a:cubicBezTo>
                    <a:cubicBezTo>
                      <a:pt x="234" y="1835"/>
                      <a:pt x="234" y="3136"/>
                      <a:pt x="234" y="4437"/>
                    </a:cubicBezTo>
                    <a:cubicBezTo>
                      <a:pt x="234" y="4570"/>
                      <a:pt x="368" y="4670"/>
                      <a:pt x="401" y="4804"/>
                    </a:cubicBezTo>
                    <a:cubicBezTo>
                      <a:pt x="568" y="5438"/>
                      <a:pt x="801" y="6105"/>
                      <a:pt x="868" y="6738"/>
                    </a:cubicBezTo>
                    <a:cubicBezTo>
                      <a:pt x="968" y="7739"/>
                      <a:pt x="935" y="8773"/>
                      <a:pt x="935" y="9774"/>
                    </a:cubicBezTo>
                    <a:cubicBezTo>
                      <a:pt x="935" y="10308"/>
                      <a:pt x="902" y="10841"/>
                      <a:pt x="1469" y="11342"/>
                    </a:cubicBezTo>
                    <a:cubicBezTo>
                      <a:pt x="1702" y="11542"/>
                      <a:pt x="902" y="12109"/>
                      <a:pt x="768" y="12276"/>
                    </a:cubicBezTo>
                    <a:cubicBezTo>
                      <a:pt x="1" y="13410"/>
                      <a:pt x="701" y="14477"/>
                      <a:pt x="2970" y="15245"/>
                    </a:cubicBezTo>
                    <a:cubicBezTo>
                      <a:pt x="3370" y="15378"/>
                      <a:pt x="5305" y="15044"/>
                      <a:pt x="5838" y="15078"/>
                    </a:cubicBezTo>
                    <a:cubicBezTo>
                      <a:pt x="7773" y="15211"/>
                      <a:pt x="9775" y="15278"/>
                      <a:pt x="11743" y="15411"/>
                    </a:cubicBezTo>
                    <a:cubicBezTo>
                      <a:pt x="13310" y="15478"/>
                      <a:pt x="14845" y="15612"/>
                      <a:pt x="16413" y="15712"/>
                    </a:cubicBezTo>
                    <a:cubicBezTo>
                      <a:pt x="17580" y="15778"/>
                      <a:pt x="18714" y="15878"/>
                      <a:pt x="19882" y="15878"/>
                    </a:cubicBezTo>
                    <a:cubicBezTo>
                      <a:pt x="27921" y="15945"/>
                      <a:pt x="35960" y="15978"/>
                      <a:pt x="44032" y="16012"/>
                    </a:cubicBezTo>
                    <a:cubicBezTo>
                      <a:pt x="45967" y="16012"/>
                      <a:pt x="47868" y="16012"/>
                      <a:pt x="49803" y="16012"/>
                    </a:cubicBezTo>
                    <a:cubicBezTo>
                      <a:pt x="51071" y="16045"/>
                      <a:pt x="52272" y="16145"/>
                      <a:pt x="53539" y="16179"/>
                    </a:cubicBezTo>
                    <a:cubicBezTo>
                      <a:pt x="55440" y="16212"/>
                      <a:pt x="57542" y="16379"/>
                      <a:pt x="59243" y="16179"/>
                    </a:cubicBezTo>
                    <a:cubicBezTo>
                      <a:pt x="61211" y="15978"/>
                      <a:pt x="63046" y="15978"/>
                      <a:pt x="64881" y="16079"/>
                    </a:cubicBezTo>
                    <a:cubicBezTo>
                      <a:pt x="68316" y="16279"/>
                      <a:pt x="71752" y="16012"/>
                      <a:pt x="75155" y="16079"/>
                    </a:cubicBezTo>
                    <a:cubicBezTo>
                      <a:pt x="75421" y="16079"/>
                      <a:pt x="75655" y="16079"/>
                      <a:pt x="75922" y="16045"/>
                    </a:cubicBezTo>
                    <a:cubicBezTo>
                      <a:pt x="78991" y="15778"/>
                      <a:pt x="82093" y="15578"/>
                      <a:pt x="85295" y="15545"/>
                    </a:cubicBezTo>
                    <a:cubicBezTo>
                      <a:pt x="85962" y="15545"/>
                      <a:pt x="86596" y="15445"/>
                      <a:pt x="87263" y="15445"/>
                    </a:cubicBezTo>
                    <a:cubicBezTo>
                      <a:pt x="88331" y="15411"/>
                      <a:pt x="89431" y="15411"/>
                      <a:pt x="90499" y="15411"/>
                    </a:cubicBezTo>
                    <a:cubicBezTo>
                      <a:pt x="91733" y="15445"/>
                      <a:pt x="93001" y="15545"/>
                      <a:pt x="94235" y="15545"/>
                    </a:cubicBezTo>
                    <a:lnTo>
                      <a:pt x="107578" y="15545"/>
                    </a:lnTo>
                    <a:cubicBezTo>
                      <a:pt x="107845" y="15612"/>
                      <a:pt x="108111" y="15645"/>
                      <a:pt x="108378" y="15712"/>
                    </a:cubicBezTo>
                    <a:cubicBezTo>
                      <a:pt x="108779" y="15778"/>
                      <a:pt x="109179" y="15878"/>
                      <a:pt x="109579" y="15878"/>
                    </a:cubicBezTo>
                    <a:cubicBezTo>
                      <a:pt x="112381" y="15945"/>
                      <a:pt x="115150" y="15978"/>
                      <a:pt x="117918" y="16012"/>
                    </a:cubicBezTo>
                    <a:cubicBezTo>
                      <a:pt x="118586" y="16012"/>
                      <a:pt x="119253" y="15978"/>
                      <a:pt x="119920" y="16012"/>
                    </a:cubicBezTo>
                    <a:cubicBezTo>
                      <a:pt x="120354" y="16045"/>
                      <a:pt x="120787" y="16145"/>
                      <a:pt x="121221" y="16179"/>
                    </a:cubicBezTo>
                    <a:cubicBezTo>
                      <a:pt x="121888" y="16212"/>
                      <a:pt x="122588" y="16379"/>
                      <a:pt x="123189" y="16179"/>
                    </a:cubicBezTo>
                    <a:cubicBezTo>
                      <a:pt x="123889" y="15945"/>
                      <a:pt x="124490" y="15978"/>
                      <a:pt x="125157" y="16079"/>
                    </a:cubicBezTo>
                    <a:cubicBezTo>
                      <a:pt x="126324" y="16279"/>
                      <a:pt x="127525" y="16012"/>
                      <a:pt x="128693" y="16079"/>
                    </a:cubicBezTo>
                    <a:cubicBezTo>
                      <a:pt x="128793" y="16079"/>
                      <a:pt x="128860" y="16045"/>
                      <a:pt x="128960" y="16045"/>
                    </a:cubicBezTo>
                    <a:cubicBezTo>
                      <a:pt x="130027" y="15778"/>
                      <a:pt x="131095" y="15578"/>
                      <a:pt x="132195" y="15545"/>
                    </a:cubicBezTo>
                    <a:cubicBezTo>
                      <a:pt x="132429" y="15545"/>
                      <a:pt x="132662" y="15445"/>
                      <a:pt x="132896" y="15445"/>
                    </a:cubicBezTo>
                    <a:cubicBezTo>
                      <a:pt x="133263" y="15411"/>
                      <a:pt x="133630" y="15411"/>
                      <a:pt x="133997" y="15411"/>
                    </a:cubicBezTo>
                    <a:cubicBezTo>
                      <a:pt x="134430" y="15445"/>
                      <a:pt x="134864" y="15545"/>
                      <a:pt x="135298" y="15545"/>
                    </a:cubicBezTo>
                    <a:cubicBezTo>
                      <a:pt x="142970" y="15545"/>
                      <a:pt x="150675" y="15545"/>
                      <a:pt x="158347" y="15545"/>
                    </a:cubicBezTo>
                    <a:cubicBezTo>
                      <a:pt x="160215" y="15545"/>
                      <a:pt x="162050" y="15411"/>
                      <a:pt x="163918" y="15645"/>
                    </a:cubicBezTo>
                    <a:cubicBezTo>
                      <a:pt x="163951" y="15678"/>
                      <a:pt x="164018" y="15678"/>
                      <a:pt x="164085" y="15645"/>
                    </a:cubicBezTo>
                    <a:cubicBezTo>
                      <a:pt x="165552" y="15178"/>
                      <a:pt x="167054" y="14711"/>
                      <a:pt x="168288" y="13643"/>
                    </a:cubicBezTo>
                    <a:cubicBezTo>
                      <a:pt x="168688" y="13310"/>
                      <a:pt x="169122" y="13043"/>
                      <a:pt x="169555" y="12743"/>
                    </a:cubicBezTo>
                    <a:cubicBezTo>
                      <a:pt x="170222" y="12276"/>
                      <a:pt x="170890" y="11875"/>
                      <a:pt x="171523" y="11408"/>
                    </a:cubicBezTo>
                    <a:cubicBezTo>
                      <a:pt x="171924" y="11108"/>
                      <a:pt x="172257" y="10741"/>
                      <a:pt x="172691" y="10508"/>
                    </a:cubicBezTo>
                    <a:cubicBezTo>
                      <a:pt x="173658" y="9941"/>
                      <a:pt x="174392" y="9107"/>
                      <a:pt x="175193" y="8340"/>
                    </a:cubicBezTo>
                    <a:cubicBezTo>
                      <a:pt x="175493" y="8073"/>
                      <a:pt x="175526" y="7806"/>
                      <a:pt x="175326" y="7472"/>
                    </a:cubicBezTo>
                    <a:close/>
                  </a:path>
                </a:pathLst>
              </a:cu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725;p40">
                <a:extLst>
                  <a:ext uri="{FF2B5EF4-FFF2-40B4-BE49-F238E27FC236}">
                    <a16:creationId xmlns:a16="http://schemas.microsoft.com/office/drawing/2014/main" id="{31F725A2-8718-B238-4367-CD056D993F80}"/>
                  </a:ext>
                </a:extLst>
              </p:cNvPr>
              <p:cNvSpPr/>
              <p:nvPr/>
            </p:nvSpPr>
            <p:spPr>
              <a:xfrm>
                <a:off x="2959200" y="1840375"/>
                <a:ext cx="4458200" cy="462025"/>
              </a:xfrm>
              <a:custGeom>
                <a:avLst/>
                <a:gdLst/>
                <a:ahLst/>
                <a:cxnLst/>
                <a:rect l="l" t="t" r="r" b="b"/>
                <a:pathLst>
                  <a:path w="178328" h="18481" extrusionOk="0">
                    <a:moveTo>
                      <a:pt x="178228" y="8740"/>
                    </a:moveTo>
                    <a:cubicBezTo>
                      <a:pt x="177928" y="8240"/>
                      <a:pt x="177627" y="7706"/>
                      <a:pt x="177227" y="7306"/>
                    </a:cubicBezTo>
                    <a:cubicBezTo>
                      <a:pt x="175793" y="6005"/>
                      <a:pt x="174158" y="5004"/>
                      <a:pt x="172457" y="4137"/>
                    </a:cubicBezTo>
                    <a:cubicBezTo>
                      <a:pt x="171623" y="3703"/>
                      <a:pt x="170789" y="3270"/>
                      <a:pt x="169989" y="2836"/>
                    </a:cubicBezTo>
                    <a:cubicBezTo>
                      <a:pt x="168854" y="2269"/>
                      <a:pt x="167754" y="1668"/>
                      <a:pt x="166620" y="1168"/>
                    </a:cubicBezTo>
                    <a:cubicBezTo>
                      <a:pt x="165585" y="734"/>
                      <a:pt x="164551" y="334"/>
                      <a:pt x="163384" y="434"/>
                    </a:cubicBezTo>
                    <a:cubicBezTo>
                      <a:pt x="162383" y="534"/>
                      <a:pt x="161316" y="568"/>
                      <a:pt x="160348" y="434"/>
                    </a:cubicBezTo>
                    <a:cubicBezTo>
                      <a:pt x="159114" y="201"/>
                      <a:pt x="157913" y="301"/>
                      <a:pt x="156712" y="234"/>
                    </a:cubicBezTo>
                    <a:cubicBezTo>
                      <a:pt x="156512" y="234"/>
                      <a:pt x="156312" y="234"/>
                      <a:pt x="156112" y="201"/>
                    </a:cubicBezTo>
                    <a:cubicBezTo>
                      <a:pt x="155612" y="134"/>
                      <a:pt x="155145" y="34"/>
                      <a:pt x="154644" y="34"/>
                    </a:cubicBezTo>
                    <a:cubicBezTo>
                      <a:pt x="151976" y="34"/>
                      <a:pt x="149307" y="34"/>
                      <a:pt x="146639" y="34"/>
                    </a:cubicBezTo>
                    <a:cubicBezTo>
                      <a:pt x="146372" y="34"/>
                      <a:pt x="146105" y="1"/>
                      <a:pt x="145871" y="67"/>
                    </a:cubicBezTo>
                    <a:cubicBezTo>
                      <a:pt x="145171" y="301"/>
                      <a:pt x="144437" y="234"/>
                      <a:pt x="143703" y="234"/>
                    </a:cubicBezTo>
                    <a:cubicBezTo>
                      <a:pt x="142903" y="267"/>
                      <a:pt x="142069" y="234"/>
                      <a:pt x="141268" y="267"/>
                    </a:cubicBezTo>
                    <a:cubicBezTo>
                      <a:pt x="140801" y="267"/>
                      <a:pt x="140367" y="401"/>
                      <a:pt x="139900" y="434"/>
                    </a:cubicBezTo>
                    <a:cubicBezTo>
                      <a:pt x="139167" y="468"/>
                      <a:pt x="138399" y="468"/>
                      <a:pt x="137666" y="434"/>
                    </a:cubicBezTo>
                    <a:cubicBezTo>
                      <a:pt x="137065" y="401"/>
                      <a:pt x="136465" y="234"/>
                      <a:pt x="135831" y="234"/>
                    </a:cubicBezTo>
                    <a:cubicBezTo>
                      <a:pt x="134397" y="201"/>
                      <a:pt x="132929" y="234"/>
                      <a:pt x="131494" y="234"/>
                    </a:cubicBezTo>
                    <a:cubicBezTo>
                      <a:pt x="129626" y="234"/>
                      <a:pt x="127792" y="301"/>
                      <a:pt x="125924" y="34"/>
                    </a:cubicBezTo>
                    <a:cubicBezTo>
                      <a:pt x="125657" y="1"/>
                      <a:pt x="125357" y="1"/>
                      <a:pt x="125057" y="1"/>
                    </a:cubicBezTo>
                    <a:cubicBezTo>
                      <a:pt x="119920" y="34"/>
                      <a:pt x="114749" y="34"/>
                      <a:pt x="109579" y="34"/>
                    </a:cubicBezTo>
                    <a:cubicBezTo>
                      <a:pt x="108078" y="34"/>
                      <a:pt x="106543" y="101"/>
                      <a:pt x="105042" y="67"/>
                    </a:cubicBezTo>
                    <a:cubicBezTo>
                      <a:pt x="104575" y="34"/>
                      <a:pt x="104142" y="201"/>
                      <a:pt x="103808" y="434"/>
                    </a:cubicBezTo>
                    <a:cubicBezTo>
                      <a:pt x="102107" y="468"/>
                      <a:pt x="100406" y="468"/>
                      <a:pt x="98704" y="434"/>
                    </a:cubicBezTo>
                    <a:cubicBezTo>
                      <a:pt x="96970" y="401"/>
                      <a:pt x="95269" y="267"/>
                      <a:pt x="93534" y="234"/>
                    </a:cubicBezTo>
                    <a:cubicBezTo>
                      <a:pt x="89398" y="234"/>
                      <a:pt x="85261" y="234"/>
                      <a:pt x="81125" y="234"/>
                    </a:cubicBezTo>
                    <a:cubicBezTo>
                      <a:pt x="75855" y="234"/>
                      <a:pt x="70551" y="301"/>
                      <a:pt x="65280" y="34"/>
                    </a:cubicBezTo>
                    <a:cubicBezTo>
                      <a:pt x="64447" y="1"/>
                      <a:pt x="63613" y="1"/>
                      <a:pt x="62779" y="1"/>
                    </a:cubicBezTo>
                    <a:cubicBezTo>
                      <a:pt x="48068" y="34"/>
                      <a:pt x="33324" y="34"/>
                      <a:pt x="18614" y="34"/>
                    </a:cubicBezTo>
                    <a:cubicBezTo>
                      <a:pt x="14311" y="34"/>
                      <a:pt x="9974" y="101"/>
                      <a:pt x="5705" y="67"/>
                    </a:cubicBezTo>
                    <a:cubicBezTo>
                      <a:pt x="2602" y="34"/>
                      <a:pt x="1" y="801"/>
                      <a:pt x="334" y="1935"/>
                    </a:cubicBezTo>
                    <a:cubicBezTo>
                      <a:pt x="568" y="2803"/>
                      <a:pt x="367" y="3670"/>
                      <a:pt x="367" y="4537"/>
                    </a:cubicBezTo>
                    <a:cubicBezTo>
                      <a:pt x="367" y="5004"/>
                      <a:pt x="234" y="5504"/>
                      <a:pt x="534" y="5938"/>
                    </a:cubicBezTo>
                    <a:cubicBezTo>
                      <a:pt x="1035" y="6739"/>
                      <a:pt x="968" y="7539"/>
                      <a:pt x="968" y="8340"/>
                    </a:cubicBezTo>
                    <a:cubicBezTo>
                      <a:pt x="968" y="9341"/>
                      <a:pt x="935" y="10375"/>
                      <a:pt x="901" y="11375"/>
                    </a:cubicBezTo>
                    <a:cubicBezTo>
                      <a:pt x="901" y="11609"/>
                      <a:pt x="801" y="11876"/>
                      <a:pt x="1001" y="12076"/>
                    </a:cubicBezTo>
                    <a:cubicBezTo>
                      <a:pt x="1902" y="13210"/>
                      <a:pt x="834" y="14378"/>
                      <a:pt x="1268" y="15512"/>
                    </a:cubicBezTo>
                    <a:cubicBezTo>
                      <a:pt x="1535" y="16179"/>
                      <a:pt x="2502" y="17046"/>
                      <a:pt x="4003" y="17380"/>
                    </a:cubicBezTo>
                    <a:cubicBezTo>
                      <a:pt x="6372" y="17947"/>
                      <a:pt x="9607" y="17680"/>
                      <a:pt x="12276" y="17747"/>
                    </a:cubicBezTo>
                    <a:cubicBezTo>
                      <a:pt x="15011" y="17813"/>
                      <a:pt x="17747" y="17780"/>
                      <a:pt x="20482" y="17813"/>
                    </a:cubicBezTo>
                    <a:cubicBezTo>
                      <a:pt x="22450" y="17847"/>
                      <a:pt x="24418" y="17947"/>
                      <a:pt x="26386" y="17980"/>
                    </a:cubicBezTo>
                    <a:cubicBezTo>
                      <a:pt x="30255" y="18047"/>
                      <a:pt x="34158" y="17813"/>
                      <a:pt x="37994" y="18214"/>
                    </a:cubicBezTo>
                    <a:cubicBezTo>
                      <a:pt x="38595" y="18280"/>
                      <a:pt x="39295" y="18247"/>
                      <a:pt x="39962" y="18247"/>
                    </a:cubicBezTo>
                    <a:cubicBezTo>
                      <a:pt x="44032" y="18247"/>
                      <a:pt x="48068" y="18247"/>
                      <a:pt x="52138" y="18247"/>
                    </a:cubicBezTo>
                    <a:cubicBezTo>
                      <a:pt x="52938" y="18247"/>
                      <a:pt x="53772" y="18280"/>
                      <a:pt x="54606" y="18314"/>
                    </a:cubicBezTo>
                    <a:cubicBezTo>
                      <a:pt x="55640" y="18380"/>
                      <a:pt x="56708" y="18447"/>
                      <a:pt x="57775" y="18447"/>
                    </a:cubicBezTo>
                    <a:cubicBezTo>
                      <a:pt x="60744" y="18480"/>
                      <a:pt x="63713" y="18480"/>
                      <a:pt x="66715" y="18447"/>
                    </a:cubicBezTo>
                    <a:cubicBezTo>
                      <a:pt x="69684" y="18447"/>
                      <a:pt x="72686" y="18447"/>
                      <a:pt x="75621" y="18280"/>
                    </a:cubicBezTo>
                    <a:cubicBezTo>
                      <a:pt x="79791" y="18013"/>
                      <a:pt x="83927" y="17880"/>
                      <a:pt x="88163" y="17880"/>
                    </a:cubicBezTo>
                    <a:cubicBezTo>
                      <a:pt x="95869" y="17913"/>
                      <a:pt x="103574" y="17913"/>
                      <a:pt x="111280" y="17913"/>
                    </a:cubicBezTo>
                    <a:cubicBezTo>
                      <a:pt x="111614" y="17947"/>
                      <a:pt x="111947" y="17980"/>
                      <a:pt x="112314" y="17980"/>
                    </a:cubicBezTo>
                    <a:cubicBezTo>
                      <a:pt x="113648" y="18047"/>
                      <a:pt x="115049" y="17847"/>
                      <a:pt x="116384" y="18214"/>
                    </a:cubicBezTo>
                    <a:cubicBezTo>
                      <a:pt x="116584" y="18280"/>
                      <a:pt x="116851" y="18247"/>
                      <a:pt x="117051" y="18247"/>
                    </a:cubicBezTo>
                    <a:cubicBezTo>
                      <a:pt x="118485" y="18247"/>
                      <a:pt x="119920" y="18247"/>
                      <a:pt x="121321" y="18247"/>
                    </a:cubicBezTo>
                    <a:cubicBezTo>
                      <a:pt x="121621" y="18247"/>
                      <a:pt x="121888" y="18280"/>
                      <a:pt x="122188" y="18314"/>
                    </a:cubicBezTo>
                    <a:cubicBezTo>
                      <a:pt x="122555" y="18380"/>
                      <a:pt x="122922" y="18447"/>
                      <a:pt x="123289" y="18480"/>
                    </a:cubicBezTo>
                    <a:cubicBezTo>
                      <a:pt x="124356" y="18480"/>
                      <a:pt x="125390" y="18480"/>
                      <a:pt x="126424" y="18480"/>
                    </a:cubicBezTo>
                    <a:cubicBezTo>
                      <a:pt x="127492" y="18447"/>
                      <a:pt x="128526" y="18480"/>
                      <a:pt x="129560" y="18280"/>
                    </a:cubicBezTo>
                    <a:cubicBezTo>
                      <a:pt x="131027" y="18013"/>
                      <a:pt x="132462" y="17880"/>
                      <a:pt x="133963" y="17913"/>
                    </a:cubicBezTo>
                    <a:cubicBezTo>
                      <a:pt x="138700" y="17913"/>
                      <a:pt x="143470" y="17913"/>
                      <a:pt x="148240" y="17913"/>
                    </a:cubicBezTo>
                    <a:lnTo>
                      <a:pt x="148240" y="17913"/>
                    </a:lnTo>
                    <a:cubicBezTo>
                      <a:pt x="153343" y="17913"/>
                      <a:pt x="158480" y="17913"/>
                      <a:pt x="163617" y="17913"/>
                    </a:cubicBezTo>
                    <a:cubicBezTo>
                      <a:pt x="164651" y="17947"/>
                      <a:pt x="165652" y="17913"/>
                      <a:pt x="166620" y="17546"/>
                    </a:cubicBezTo>
                    <a:cubicBezTo>
                      <a:pt x="167854" y="17079"/>
                      <a:pt x="169121" y="16679"/>
                      <a:pt x="170222" y="15845"/>
                    </a:cubicBezTo>
                    <a:cubicBezTo>
                      <a:pt x="170789" y="15412"/>
                      <a:pt x="171423" y="15045"/>
                      <a:pt x="172023" y="14644"/>
                    </a:cubicBezTo>
                    <a:cubicBezTo>
                      <a:pt x="172290" y="14444"/>
                      <a:pt x="172557" y="14277"/>
                      <a:pt x="172824" y="14111"/>
                    </a:cubicBezTo>
                    <a:cubicBezTo>
                      <a:pt x="173491" y="13610"/>
                      <a:pt x="174092" y="13043"/>
                      <a:pt x="174792" y="12676"/>
                    </a:cubicBezTo>
                    <a:cubicBezTo>
                      <a:pt x="175459" y="12309"/>
                      <a:pt x="175960" y="11809"/>
                      <a:pt x="176493" y="11309"/>
                    </a:cubicBezTo>
                    <a:cubicBezTo>
                      <a:pt x="176760" y="11042"/>
                      <a:pt x="177094" y="10808"/>
                      <a:pt x="177361" y="10541"/>
                    </a:cubicBezTo>
                    <a:cubicBezTo>
                      <a:pt x="177661" y="10174"/>
                      <a:pt x="177994" y="9774"/>
                      <a:pt x="178228" y="9341"/>
                    </a:cubicBezTo>
                    <a:cubicBezTo>
                      <a:pt x="178328" y="9207"/>
                      <a:pt x="178328" y="8907"/>
                      <a:pt x="178228" y="8740"/>
                    </a:cubicBezTo>
                    <a:close/>
                    <a:moveTo>
                      <a:pt x="176627" y="9441"/>
                    </a:moveTo>
                    <a:cubicBezTo>
                      <a:pt x="175826" y="10208"/>
                      <a:pt x="175126" y="11042"/>
                      <a:pt x="174125" y="11609"/>
                    </a:cubicBezTo>
                    <a:cubicBezTo>
                      <a:pt x="173691" y="11842"/>
                      <a:pt x="173358" y="12209"/>
                      <a:pt x="172957" y="12509"/>
                    </a:cubicBezTo>
                    <a:cubicBezTo>
                      <a:pt x="172324" y="12976"/>
                      <a:pt x="171656" y="13377"/>
                      <a:pt x="170989" y="13844"/>
                    </a:cubicBezTo>
                    <a:cubicBezTo>
                      <a:pt x="170556" y="14144"/>
                      <a:pt x="170122" y="14411"/>
                      <a:pt x="169722" y="14744"/>
                    </a:cubicBezTo>
                    <a:cubicBezTo>
                      <a:pt x="168488" y="15812"/>
                      <a:pt x="166986" y="16279"/>
                      <a:pt x="165519" y="16746"/>
                    </a:cubicBezTo>
                    <a:cubicBezTo>
                      <a:pt x="165452" y="16779"/>
                      <a:pt x="165385" y="16779"/>
                      <a:pt x="165352" y="16746"/>
                    </a:cubicBezTo>
                    <a:cubicBezTo>
                      <a:pt x="163484" y="16512"/>
                      <a:pt x="161649" y="16679"/>
                      <a:pt x="159781" y="16646"/>
                    </a:cubicBezTo>
                    <a:cubicBezTo>
                      <a:pt x="152109" y="16646"/>
                      <a:pt x="144404" y="16646"/>
                      <a:pt x="136732" y="16646"/>
                    </a:cubicBezTo>
                    <a:cubicBezTo>
                      <a:pt x="136298" y="16646"/>
                      <a:pt x="135864" y="16546"/>
                      <a:pt x="135431" y="16512"/>
                    </a:cubicBezTo>
                    <a:cubicBezTo>
                      <a:pt x="135064" y="16512"/>
                      <a:pt x="134697" y="16512"/>
                      <a:pt x="134330" y="16546"/>
                    </a:cubicBezTo>
                    <a:cubicBezTo>
                      <a:pt x="134096" y="16546"/>
                      <a:pt x="133863" y="16646"/>
                      <a:pt x="133629" y="16646"/>
                    </a:cubicBezTo>
                    <a:cubicBezTo>
                      <a:pt x="132529" y="16679"/>
                      <a:pt x="131461" y="16879"/>
                      <a:pt x="130394" y="17146"/>
                    </a:cubicBezTo>
                    <a:cubicBezTo>
                      <a:pt x="130327" y="17146"/>
                      <a:pt x="130227" y="17180"/>
                      <a:pt x="130127" y="17180"/>
                    </a:cubicBezTo>
                    <a:cubicBezTo>
                      <a:pt x="129393" y="17146"/>
                      <a:pt x="128659" y="17213"/>
                      <a:pt x="127892" y="17246"/>
                    </a:cubicBezTo>
                    <a:cubicBezTo>
                      <a:pt x="127191" y="17046"/>
                      <a:pt x="126524" y="16846"/>
                      <a:pt x="125824" y="16646"/>
                    </a:cubicBezTo>
                    <a:lnTo>
                      <a:pt x="109012" y="16646"/>
                    </a:lnTo>
                    <a:cubicBezTo>
                      <a:pt x="108745" y="16579"/>
                      <a:pt x="108478" y="16546"/>
                      <a:pt x="108211" y="16479"/>
                    </a:cubicBezTo>
                    <a:cubicBezTo>
                      <a:pt x="108178" y="16479"/>
                      <a:pt x="108111" y="16479"/>
                      <a:pt x="108078" y="16479"/>
                    </a:cubicBezTo>
                    <a:lnTo>
                      <a:pt x="104909" y="16479"/>
                    </a:lnTo>
                    <a:cubicBezTo>
                      <a:pt x="104642" y="16512"/>
                      <a:pt x="104375" y="16512"/>
                      <a:pt x="104108" y="16546"/>
                    </a:cubicBezTo>
                    <a:lnTo>
                      <a:pt x="104108" y="16546"/>
                    </a:lnTo>
                    <a:cubicBezTo>
                      <a:pt x="104142" y="16579"/>
                      <a:pt x="104175" y="16612"/>
                      <a:pt x="104175" y="16646"/>
                    </a:cubicBezTo>
                    <a:lnTo>
                      <a:pt x="96069" y="16646"/>
                    </a:lnTo>
                    <a:cubicBezTo>
                      <a:pt x="94868" y="16646"/>
                      <a:pt x="93634" y="16546"/>
                      <a:pt x="92400" y="16512"/>
                    </a:cubicBezTo>
                    <a:cubicBezTo>
                      <a:pt x="91332" y="16512"/>
                      <a:pt x="90265" y="16512"/>
                      <a:pt x="89198" y="16546"/>
                    </a:cubicBezTo>
                    <a:cubicBezTo>
                      <a:pt x="88564" y="16546"/>
                      <a:pt x="87930" y="16646"/>
                      <a:pt x="87263" y="16646"/>
                    </a:cubicBezTo>
                    <a:cubicBezTo>
                      <a:pt x="84127" y="16679"/>
                      <a:pt x="81058" y="16879"/>
                      <a:pt x="78023" y="17146"/>
                    </a:cubicBezTo>
                    <a:cubicBezTo>
                      <a:pt x="77789" y="17180"/>
                      <a:pt x="77523" y="17180"/>
                      <a:pt x="77289" y="17180"/>
                    </a:cubicBezTo>
                    <a:cubicBezTo>
                      <a:pt x="73920" y="17113"/>
                      <a:pt x="70551" y="17380"/>
                      <a:pt x="67148" y="17180"/>
                    </a:cubicBezTo>
                    <a:cubicBezTo>
                      <a:pt x="65314" y="17079"/>
                      <a:pt x="63513" y="17079"/>
                      <a:pt x="61578" y="17280"/>
                    </a:cubicBezTo>
                    <a:cubicBezTo>
                      <a:pt x="59910" y="17480"/>
                      <a:pt x="57842" y="17313"/>
                      <a:pt x="55940" y="17280"/>
                    </a:cubicBezTo>
                    <a:cubicBezTo>
                      <a:pt x="54706" y="17246"/>
                      <a:pt x="53505" y="17146"/>
                      <a:pt x="52271" y="17113"/>
                    </a:cubicBezTo>
                    <a:cubicBezTo>
                      <a:pt x="50370" y="17113"/>
                      <a:pt x="48468" y="17113"/>
                      <a:pt x="46567" y="17113"/>
                    </a:cubicBezTo>
                    <a:cubicBezTo>
                      <a:pt x="38628" y="17079"/>
                      <a:pt x="30689" y="17046"/>
                      <a:pt x="22750" y="16979"/>
                    </a:cubicBezTo>
                    <a:cubicBezTo>
                      <a:pt x="21616" y="16979"/>
                      <a:pt x="20482" y="16879"/>
                      <a:pt x="19348" y="16813"/>
                    </a:cubicBezTo>
                    <a:cubicBezTo>
                      <a:pt x="17813" y="16713"/>
                      <a:pt x="16279" y="16579"/>
                      <a:pt x="14744" y="16512"/>
                    </a:cubicBezTo>
                    <a:cubicBezTo>
                      <a:pt x="12776" y="16379"/>
                      <a:pt x="9140" y="16312"/>
                      <a:pt x="7206" y="16179"/>
                    </a:cubicBezTo>
                    <a:cubicBezTo>
                      <a:pt x="6705" y="16112"/>
                      <a:pt x="4704" y="16279"/>
                      <a:pt x="4304" y="16145"/>
                    </a:cubicBezTo>
                    <a:cubicBezTo>
                      <a:pt x="2069" y="15378"/>
                      <a:pt x="1869" y="14244"/>
                      <a:pt x="2636" y="13077"/>
                    </a:cubicBezTo>
                    <a:cubicBezTo>
                      <a:pt x="2736" y="12910"/>
                      <a:pt x="3270" y="12409"/>
                      <a:pt x="3069" y="12243"/>
                    </a:cubicBezTo>
                    <a:cubicBezTo>
                      <a:pt x="2502" y="11709"/>
                      <a:pt x="2402" y="11409"/>
                      <a:pt x="2402" y="10875"/>
                    </a:cubicBezTo>
                    <a:cubicBezTo>
                      <a:pt x="2369" y="9874"/>
                      <a:pt x="2402" y="8840"/>
                      <a:pt x="2302" y="7839"/>
                    </a:cubicBezTo>
                    <a:cubicBezTo>
                      <a:pt x="2269" y="7206"/>
                      <a:pt x="2002" y="6539"/>
                      <a:pt x="1835" y="5905"/>
                    </a:cubicBezTo>
                    <a:cubicBezTo>
                      <a:pt x="1802" y="5771"/>
                      <a:pt x="1702" y="5671"/>
                      <a:pt x="1702" y="5538"/>
                    </a:cubicBezTo>
                    <a:cubicBezTo>
                      <a:pt x="1668" y="4237"/>
                      <a:pt x="1668" y="2936"/>
                      <a:pt x="1668" y="1535"/>
                    </a:cubicBezTo>
                    <a:cubicBezTo>
                      <a:pt x="2469" y="1502"/>
                      <a:pt x="4737" y="1435"/>
                      <a:pt x="5304" y="1468"/>
                    </a:cubicBezTo>
                    <a:cubicBezTo>
                      <a:pt x="8773" y="1468"/>
                      <a:pt x="12243" y="1502"/>
                      <a:pt x="15712" y="1468"/>
                    </a:cubicBezTo>
                    <a:cubicBezTo>
                      <a:pt x="16846" y="1468"/>
                      <a:pt x="17980" y="1335"/>
                      <a:pt x="19114" y="1268"/>
                    </a:cubicBezTo>
                    <a:cubicBezTo>
                      <a:pt x="19815" y="1235"/>
                      <a:pt x="20549" y="1168"/>
                      <a:pt x="21282" y="1168"/>
                    </a:cubicBezTo>
                    <a:cubicBezTo>
                      <a:pt x="35526" y="1168"/>
                      <a:pt x="49736" y="1168"/>
                      <a:pt x="63980" y="1168"/>
                    </a:cubicBezTo>
                    <a:cubicBezTo>
                      <a:pt x="73386" y="1535"/>
                      <a:pt x="82826" y="1301"/>
                      <a:pt x="92266" y="1402"/>
                    </a:cubicBezTo>
                    <a:cubicBezTo>
                      <a:pt x="95902" y="1402"/>
                      <a:pt x="99538" y="1502"/>
                      <a:pt x="103174" y="1535"/>
                    </a:cubicBezTo>
                    <a:cubicBezTo>
                      <a:pt x="103174" y="1535"/>
                      <a:pt x="103174" y="1568"/>
                      <a:pt x="103174" y="1568"/>
                    </a:cubicBezTo>
                    <a:cubicBezTo>
                      <a:pt x="103508" y="1568"/>
                      <a:pt x="103875" y="1568"/>
                      <a:pt x="104242" y="1602"/>
                    </a:cubicBezTo>
                    <a:lnTo>
                      <a:pt x="104242" y="1535"/>
                    </a:lnTo>
                    <a:cubicBezTo>
                      <a:pt x="104242" y="1535"/>
                      <a:pt x="104275" y="1535"/>
                      <a:pt x="104275" y="1535"/>
                    </a:cubicBezTo>
                    <a:cubicBezTo>
                      <a:pt x="104742" y="1502"/>
                      <a:pt x="105209" y="1502"/>
                      <a:pt x="105676" y="1468"/>
                    </a:cubicBezTo>
                    <a:cubicBezTo>
                      <a:pt x="106643" y="1468"/>
                      <a:pt x="107611" y="1502"/>
                      <a:pt x="108545" y="1468"/>
                    </a:cubicBezTo>
                    <a:cubicBezTo>
                      <a:pt x="108845" y="1468"/>
                      <a:pt x="109112" y="1402"/>
                      <a:pt x="109412" y="1335"/>
                    </a:cubicBezTo>
                    <a:cubicBezTo>
                      <a:pt x="112081" y="1335"/>
                      <a:pt x="114783" y="1368"/>
                      <a:pt x="117484" y="1335"/>
                    </a:cubicBezTo>
                    <a:lnTo>
                      <a:pt x="118285" y="1335"/>
                    </a:lnTo>
                    <a:cubicBezTo>
                      <a:pt x="118352" y="1301"/>
                      <a:pt x="118485" y="1235"/>
                      <a:pt x="118552" y="1168"/>
                    </a:cubicBezTo>
                    <a:cubicBezTo>
                      <a:pt x="120854" y="1168"/>
                      <a:pt x="123189" y="1168"/>
                      <a:pt x="125490" y="1168"/>
                    </a:cubicBezTo>
                    <a:cubicBezTo>
                      <a:pt x="128759" y="1535"/>
                      <a:pt x="132095" y="1301"/>
                      <a:pt x="135397" y="1368"/>
                    </a:cubicBezTo>
                    <a:cubicBezTo>
                      <a:pt x="136732" y="1402"/>
                      <a:pt x="138066" y="1502"/>
                      <a:pt x="139367" y="1535"/>
                    </a:cubicBezTo>
                    <a:cubicBezTo>
                      <a:pt x="139700" y="1535"/>
                      <a:pt x="140001" y="1468"/>
                      <a:pt x="140334" y="1435"/>
                    </a:cubicBezTo>
                    <a:cubicBezTo>
                      <a:pt x="140601" y="1402"/>
                      <a:pt x="140901" y="1335"/>
                      <a:pt x="141201" y="1335"/>
                    </a:cubicBezTo>
                    <a:cubicBezTo>
                      <a:pt x="142202" y="1335"/>
                      <a:pt x="143203" y="1335"/>
                      <a:pt x="144237" y="1335"/>
                    </a:cubicBezTo>
                    <a:cubicBezTo>
                      <a:pt x="144837" y="1335"/>
                      <a:pt x="145438" y="1402"/>
                      <a:pt x="146038" y="1168"/>
                    </a:cubicBezTo>
                    <a:cubicBezTo>
                      <a:pt x="146238" y="1101"/>
                      <a:pt x="146505" y="1135"/>
                      <a:pt x="146739" y="1135"/>
                    </a:cubicBezTo>
                    <a:cubicBezTo>
                      <a:pt x="149407" y="1135"/>
                      <a:pt x="152076" y="1135"/>
                      <a:pt x="154744" y="1135"/>
                    </a:cubicBezTo>
                    <a:cubicBezTo>
                      <a:pt x="155078" y="1135"/>
                      <a:pt x="155412" y="1235"/>
                      <a:pt x="155745" y="1268"/>
                    </a:cubicBezTo>
                    <a:cubicBezTo>
                      <a:pt x="155979" y="1301"/>
                      <a:pt x="156212" y="1335"/>
                      <a:pt x="156446" y="1335"/>
                    </a:cubicBezTo>
                    <a:cubicBezTo>
                      <a:pt x="156913" y="1368"/>
                      <a:pt x="157380" y="1368"/>
                      <a:pt x="157847" y="1335"/>
                    </a:cubicBezTo>
                    <a:cubicBezTo>
                      <a:pt x="158881" y="1301"/>
                      <a:pt x="159915" y="1502"/>
                      <a:pt x="160915" y="1702"/>
                    </a:cubicBezTo>
                    <a:cubicBezTo>
                      <a:pt x="161149" y="1768"/>
                      <a:pt x="161382" y="1802"/>
                      <a:pt x="161616" y="1802"/>
                    </a:cubicBezTo>
                    <a:cubicBezTo>
                      <a:pt x="162884" y="1735"/>
                      <a:pt x="164051" y="2135"/>
                      <a:pt x="165285" y="2336"/>
                    </a:cubicBezTo>
                    <a:cubicBezTo>
                      <a:pt x="166019" y="2469"/>
                      <a:pt x="166786" y="2502"/>
                      <a:pt x="167453" y="2836"/>
                    </a:cubicBezTo>
                    <a:cubicBezTo>
                      <a:pt x="168221" y="3169"/>
                      <a:pt x="168988" y="3536"/>
                      <a:pt x="169755" y="3903"/>
                    </a:cubicBezTo>
                    <a:cubicBezTo>
                      <a:pt x="170656" y="4370"/>
                      <a:pt x="171523" y="4771"/>
                      <a:pt x="172390" y="5304"/>
                    </a:cubicBezTo>
                    <a:cubicBezTo>
                      <a:pt x="173791" y="6138"/>
                      <a:pt x="175192" y="6939"/>
                      <a:pt x="176360" y="8073"/>
                    </a:cubicBezTo>
                    <a:cubicBezTo>
                      <a:pt x="176527" y="8240"/>
                      <a:pt x="176660" y="8373"/>
                      <a:pt x="176760" y="8573"/>
                    </a:cubicBezTo>
                    <a:cubicBezTo>
                      <a:pt x="176960" y="8907"/>
                      <a:pt x="176927" y="9174"/>
                      <a:pt x="176627" y="944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3" name="Google Shape;726;p40">
              <a:extLst>
                <a:ext uri="{FF2B5EF4-FFF2-40B4-BE49-F238E27FC236}">
                  <a16:creationId xmlns:a16="http://schemas.microsoft.com/office/drawing/2014/main" id="{68167593-1F67-71EE-F24D-07ED84C5040A}"/>
                </a:ext>
              </a:extLst>
            </p:cNvPr>
            <p:cNvGrpSpPr/>
            <p:nvPr/>
          </p:nvGrpSpPr>
          <p:grpSpPr>
            <a:xfrm flipH="1">
              <a:off x="7429000" y="5578565"/>
              <a:ext cx="4458200" cy="462025"/>
              <a:chOff x="2959200" y="1840375"/>
              <a:chExt cx="4458200" cy="462025"/>
            </a:xfrm>
          </p:grpSpPr>
          <p:sp>
            <p:nvSpPr>
              <p:cNvPr id="14" name="Google Shape;727;p40">
                <a:extLst>
                  <a:ext uri="{FF2B5EF4-FFF2-40B4-BE49-F238E27FC236}">
                    <a16:creationId xmlns:a16="http://schemas.microsoft.com/office/drawing/2014/main" id="{CD83A6A9-8C26-BF4E-F71F-FB20F4EA8CFD}"/>
                  </a:ext>
                </a:extLst>
              </p:cNvPr>
              <p:cNvSpPr/>
              <p:nvPr/>
            </p:nvSpPr>
            <p:spPr>
              <a:xfrm>
                <a:off x="2995050" y="1867900"/>
                <a:ext cx="4388175" cy="409475"/>
              </a:xfrm>
              <a:custGeom>
                <a:avLst/>
                <a:gdLst/>
                <a:ahLst/>
                <a:cxnLst/>
                <a:rect l="l" t="t" r="r" b="b"/>
                <a:pathLst>
                  <a:path w="175527" h="16379" extrusionOk="0">
                    <a:moveTo>
                      <a:pt x="175326" y="7472"/>
                    </a:moveTo>
                    <a:cubicBezTo>
                      <a:pt x="175226" y="7306"/>
                      <a:pt x="175093" y="7139"/>
                      <a:pt x="174959" y="7005"/>
                    </a:cubicBezTo>
                    <a:cubicBezTo>
                      <a:pt x="173758" y="5838"/>
                      <a:pt x="172357" y="5037"/>
                      <a:pt x="170956" y="4203"/>
                    </a:cubicBezTo>
                    <a:cubicBezTo>
                      <a:pt x="170122" y="3703"/>
                      <a:pt x="169222" y="3269"/>
                      <a:pt x="168321" y="2836"/>
                    </a:cubicBezTo>
                    <a:cubicBezTo>
                      <a:pt x="167587" y="2435"/>
                      <a:pt x="166820" y="2102"/>
                      <a:pt x="166053" y="1735"/>
                    </a:cubicBezTo>
                    <a:cubicBezTo>
                      <a:pt x="165352" y="1401"/>
                      <a:pt x="164585" y="1368"/>
                      <a:pt x="163851" y="1268"/>
                    </a:cubicBezTo>
                    <a:cubicBezTo>
                      <a:pt x="162650" y="1034"/>
                      <a:pt x="161450" y="634"/>
                      <a:pt x="160182" y="701"/>
                    </a:cubicBezTo>
                    <a:cubicBezTo>
                      <a:pt x="159948" y="701"/>
                      <a:pt x="159715" y="667"/>
                      <a:pt x="159515" y="601"/>
                    </a:cubicBezTo>
                    <a:cubicBezTo>
                      <a:pt x="158481" y="401"/>
                      <a:pt x="157447" y="200"/>
                      <a:pt x="156413" y="267"/>
                    </a:cubicBezTo>
                    <a:cubicBezTo>
                      <a:pt x="155946" y="267"/>
                      <a:pt x="155479" y="267"/>
                      <a:pt x="155012" y="267"/>
                    </a:cubicBezTo>
                    <a:cubicBezTo>
                      <a:pt x="154778" y="267"/>
                      <a:pt x="154578" y="200"/>
                      <a:pt x="154344" y="167"/>
                    </a:cubicBezTo>
                    <a:cubicBezTo>
                      <a:pt x="153978" y="134"/>
                      <a:pt x="153644" y="67"/>
                      <a:pt x="153310" y="67"/>
                    </a:cubicBezTo>
                    <a:cubicBezTo>
                      <a:pt x="150642" y="34"/>
                      <a:pt x="147973" y="34"/>
                      <a:pt x="145305" y="34"/>
                    </a:cubicBezTo>
                    <a:cubicBezTo>
                      <a:pt x="145071" y="34"/>
                      <a:pt x="144804" y="0"/>
                      <a:pt x="144604" y="67"/>
                    </a:cubicBezTo>
                    <a:cubicBezTo>
                      <a:pt x="144004" y="301"/>
                      <a:pt x="143403" y="267"/>
                      <a:pt x="142803" y="267"/>
                    </a:cubicBezTo>
                    <a:cubicBezTo>
                      <a:pt x="141802" y="267"/>
                      <a:pt x="140768" y="234"/>
                      <a:pt x="139767" y="267"/>
                    </a:cubicBezTo>
                    <a:cubicBezTo>
                      <a:pt x="139467" y="267"/>
                      <a:pt x="139200" y="301"/>
                      <a:pt x="138900" y="334"/>
                    </a:cubicBezTo>
                    <a:cubicBezTo>
                      <a:pt x="138600" y="367"/>
                      <a:pt x="138266" y="467"/>
                      <a:pt x="137966" y="434"/>
                    </a:cubicBezTo>
                    <a:cubicBezTo>
                      <a:pt x="136632" y="401"/>
                      <a:pt x="135298" y="334"/>
                      <a:pt x="133963" y="301"/>
                    </a:cubicBezTo>
                    <a:cubicBezTo>
                      <a:pt x="130661" y="234"/>
                      <a:pt x="127359" y="434"/>
                      <a:pt x="124056" y="67"/>
                    </a:cubicBezTo>
                    <a:cubicBezTo>
                      <a:pt x="119053" y="67"/>
                      <a:pt x="114082" y="67"/>
                      <a:pt x="109079" y="67"/>
                    </a:cubicBezTo>
                    <a:cubicBezTo>
                      <a:pt x="108812" y="67"/>
                      <a:pt x="108578" y="134"/>
                      <a:pt x="108312" y="200"/>
                    </a:cubicBezTo>
                    <a:cubicBezTo>
                      <a:pt x="108211" y="200"/>
                      <a:pt x="108078" y="234"/>
                      <a:pt x="107978" y="267"/>
                    </a:cubicBezTo>
                    <a:lnTo>
                      <a:pt x="107144" y="267"/>
                    </a:lnTo>
                    <a:cubicBezTo>
                      <a:pt x="106310" y="267"/>
                      <a:pt x="105476" y="301"/>
                      <a:pt x="104642" y="334"/>
                    </a:cubicBezTo>
                    <a:cubicBezTo>
                      <a:pt x="104442" y="334"/>
                      <a:pt x="104242" y="367"/>
                      <a:pt x="104008" y="367"/>
                    </a:cubicBezTo>
                    <a:cubicBezTo>
                      <a:pt x="103842" y="367"/>
                      <a:pt x="103642" y="367"/>
                      <a:pt x="103475" y="367"/>
                    </a:cubicBezTo>
                    <a:cubicBezTo>
                      <a:pt x="103308" y="367"/>
                      <a:pt x="103141" y="401"/>
                      <a:pt x="102941" y="434"/>
                    </a:cubicBezTo>
                    <a:cubicBezTo>
                      <a:pt x="102607" y="434"/>
                      <a:pt x="102274" y="434"/>
                      <a:pt x="101907" y="434"/>
                    </a:cubicBezTo>
                    <a:cubicBezTo>
                      <a:pt x="98071" y="401"/>
                      <a:pt x="94201" y="334"/>
                      <a:pt x="90365" y="301"/>
                    </a:cubicBezTo>
                    <a:cubicBezTo>
                      <a:pt x="80792" y="234"/>
                      <a:pt x="71218" y="434"/>
                      <a:pt x="61678" y="67"/>
                    </a:cubicBezTo>
                    <a:cubicBezTo>
                      <a:pt x="47268" y="67"/>
                      <a:pt x="32824" y="67"/>
                      <a:pt x="18381" y="67"/>
                    </a:cubicBezTo>
                    <a:cubicBezTo>
                      <a:pt x="17647" y="67"/>
                      <a:pt x="16913" y="134"/>
                      <a:pt x="16179" y="200"/>
                    </a:cubicBezTo>
                    <a:cubicBezTo>
                      <a:pt x="15045" y="267"/>
                      <a:pt x="13877" y="367"/>
                      <a:pt x="12743" y="401"/>
                    </a:cubicBezTo>
                    <a:cubicBezTo>
                      <a:pt x="9207" y="401"/>
                      <a:pt x="5705" y="367"/>
                      <a:pt x="2169" y="367"/>
                    </a:cubicBezTo>
                    <a:cubicBezTo>
                      <a:pt x="1602" y="367"/>
                      <a:pt x="1035" y="401"/>
                      <a:pt x="234" y="434"/>
                    </a:cubicBezTo>
                    <a:cubicBezTo>
                      <a:pt x="234" y="1835"/>
                      <a:pt x="234" y="3136"/>
                      <a:pt x="234" y="4437"/>
                    </a:cubicBezTo>
                    <a:cubicBezTo>
                      <a:pt x="234" y="4570"/>
                      <a:pt x="368" y="4670"/>
                      <a:pt x="401" y="4804"/>
                    </a:cubicBezTo>
                    <a:cubicBezTo>
                      <a:pt x="568" y="5438"/>
                      <a:pt x="801" y="6105"/>
                      <a:pt x="868" y="6738"/>
                    </a:cubicBezTo>
                    <a:cubicBezTo>
                      <a:pt x="968" y="7739"/>
                      <a:pt x="935" y="8773"/>
                      <a:pt x="935" y="9774"/>
                    </a:cubicBezTo>
                    <a:cubicBezTo>
                      <a:pt x="935" y="10308"/>
                      <a:pt x="902" y="10841"/>
                      <a:pt x="1469" y="11342"/>
                    </a:cubicBezTo>
                    <a:cubicBezTo>
                      <a:pt x="1702" y="11542"/>
                      <a:pt x="902" y="12109"/>
                      <a:pt x="768" y="12276"/>
                    </a:cubicBezTo>
                    <a:cubicBezTo>
                      <a:pt x="1" y="13410"/>
                      <a:pt x="701" y="14477"/>
                      <a:pt x="2970" y="15245"/>
                    </a:cubicBezTo>
                    <a:cubicBezTo>
                      <a:pt x="3370" y="15378"/>
                      <a:pt x="5305" y="15044"/>
                      <a:pt x="5838" y="15078"/>
                    </a:cubicBezTo>
                    <a:cubicBezTo>
                      <a:pt x="7773" y="15211"/>
                      <a:pt x="9775" y="15278"/>
                      <a:pt x="11743" y="15411"/>
                    </a:cubicBezTo>
                    <a:cubicBezTo>
                      <a:pt x="13310" y="15478"/>
                      <a:pt x="14845" y="15612"/>
                      <a:pt x="16413" y="15712"/>
                    </a:cubicBezTo>
                    <a:cubicBezTo>
                      <a:pt x="17580" y="15778"/>
                      <a:pt x="18714" y="15878"/>
                      <a:pt x="19882" y="15878"/>
                    </a:cubicBezTo>
                    <a:cubicBezTo>
                      <a:pt x="27921" y="15945"/>
                      <a:pt x="35960" y="15978"/>
                      <a:pt x="44032" y="16012"/>
                    </a:cubicBezTo>
                    <a:cubicBezTo>
                      <a:pt x="45967" y="16012"/>
                      <a:pt x="47868" y="16012"/>
                      <a:pt x="49803" y="16012"/>
                    </a:cubicBezTo>
                    <a:cubicBezTo>
                      <a:pt x="51071" y="16045"/>
                      <a:pt x="52272" y="16145"/>
                      <a:pt x="53539" y="16179"/>
                    </a:cubicBezTo>
                    <a:cubicBezTo>
                      <a:pt x="55440" y="16212"/>
                      <a:pt x="57542" y="16379"/>
                      <a:pt x="59243" y="16179"/>
                    </a:cubicBezTo>
                    <a:cubicBezTo>
                      <a:pt x="61211" y="15978"/>
                      <a:pt x="63046" y="15978"/>
                      <a:pt x="64881" y="16079"/>
                    </a:cubicBezTo>
                    <a:cubicBezTo>
                      <a:pt x="68316" y="16279"/>
                      <a:pt x="71752" y="16012"/>
                      <a:pt x="75155" y="16079"/>
                    </a:cubicBezTo>
                    <a:cubicBezTo>
                      <a:pt x="75421" y="16079"/>
                      <a:pt x="75655" y="16079"/>
                      <a:pt x="75922" y="16045"/>
                    </a:cubicBezTo>
                    <a:cubicBezTo>
                      <a:pt x="78991" y="15778"/>
                      <a:pt x="82093" y="15578"/>
                      <a:pt x="85295" y="15545"/>
                    </a:cubicBezTo>
                    <a:cubicBezTo>
                      <a:pt x="85962" y="15545"/>
                      <a:pt x="86596" y="15445"/>
                      <a:pt x="87263" y="15445"/>
                    </a:cubicBezTo>
                    <a:cubicBezTo>
                      <a:pt x="88331" y="15411"/>
                      <a:pt x="89431" y="15411"/>
                      <a:pt x="90499" y="15411"/>
                    </a:cubicBezTo>
                    <a:cubicBezTo>
                      <a:pt x="91733" y="15445"/>
                      <a:pt x="93001" y="15545"/>
                      <a:pt x="94235" y="15545"/>
                    </a:cubicBezTo>
                    <a:lnTo>
                      <a:pt x="107578" y="15545"/>
                    </a:lnTo>
                    <a:cubicBezTo>
                      <a:pt x="107845" y="15612"/>
                      <a:pt x="108111" y="15645"/>
                      <a:pt x="108378" y="15712"/>
                    </a:cubicBezTo>
                    <a:cubicBezTo>
                      <a:pt x="108779" y="15778"/>
                      <a:pt x="109179" y="15878"/>
                      <a:pt x="109579" y="15878"/>
                    </a:cubicBezTo>
                    <a:cubicBezTo>
                      <a:pt x="112381" y="15945"/>
                      <a:pt x="115150" y="15978"/>
                      <a:pt x="117918" y="16012"/>
                    </a:cubicBezTo>
                    <a:cubicBezTo>
                      <a:pt x="118586" y="16012"/>
                      <a:pt x="119253" y="15978"/>
                      <a:pt x="119920" y="16012"/>
                    </a:cubicBezTo>
                    <a:cubicBezTo>
                      <a:pt x="120354" y="16045"/>
                      <a:pt x="120787" y="16145"/>
                      <a:pt x="121221" y="16179"/>
                    </a:cubicBezTo>
                    <a:cubicBezTo>
                      <a:pt x="121888" y="16212"/>
                      <a:pt x="122588" y="16379"/>
                      <a:pt x="123189" y="16179"/>
                    </a:cubicBezTo>
                    <a:cubicBezTo>
                      <a:pt x="123889" y="15945"/>
                      <a:pt x="124490" y="15978"/>
                      <a:pt x="125157" y="16079"/>
                    </a:cubicBezTo>
                    <a:cubicBezTo>
                      <a:pt x="126324" y="16279"/>
                      <a:pt x="127525" y="16012"/>
                      <a:pt x="128693" y="16079"/>
                    </a:cubicBezTo>
                    <a:cubicBezTo>
                      <a:pt x="128793" y="16079"/>
                      <a:pt x="128860" y="16045"/>
                      <a:pt x="128960" y="16045"/>
                    </a:cubicBezTo>
                    <a:cubicBezTo>
                      <a:pt x="130027" y="15778"/>
                      <a:pt x="131095" y="15578"/>
                      <a:pt x="132195" y="15545"/>
                    </a:cubicBezTo>
                    <a:cubicBezTo>
                      <a:pt x="132429" y="15545"/>
                      <a:pt x="132662" y="15445"/>
                      <a:pt x="132896" y="15445"/>
                    </a:cubicBezTo>
                    <a:cubicBezTo>
                      <a:pt x="133263" y="15411"/>
                      <a:pt x="133630" y="15411"/>
                      <a:pt x="133997" y="15411"/>
                    </a:cubicBezTo>
                    <a:cubicBezTo>
                      <a:pt x="134430" y="15445"/>
                      <a:pt x="134864" y="15545"/>
                      <a:pt x="135298" y="15545"/>
                    </a:cubicBezTo>
                    <a:cubicBezTo>
                      <a:pt x="142970" y="15545"/>
                      <a:pt x="150675" y="15545"/>
                      <a:pt x="158347" y="15545"/>
                    </a:cubicBezTo>
                    <a:cubicBezTo>
                      <a:pt x="160215" y="15545"/>
                      <a:pt x="162050" y="15411"/>
                      <a:pt x="163918" y="15645"/>
                    </a:cubicBezTo>
                    <a:cubicBezTo>
                      <a:pt x="163951" y="15678"/>
                      <a:pt x="164018" y="15678"/>
                      <a:pt x="164085" y="15645"/>
                    </a:cubicBezTo>
                    <a:cubicBezTo>
                      <a:pt x="165552" y="15178"/>
                      <a:pt x="167054" y="14711"/>
                      <a:pt x="168288" y="13643"/>
                    </a:cubicBezTo>
                    <a:cubicBezTo>
                      <a:pt x="168688" y="13310"/>
                      <a:pt x="169122" y="13043"/>
                      <a:pt x="169555" y="12743"/>
                    </a:cubicBezTo>
                    <a:cubicBezTo>
                      <a:pt x="170222" y="12276"/>
                      <a:pt x="170890" y="11875"/>
                      <a:pt x="171523" y="11408"/>
                    </a:cubicBezTo>
                    <a:cubicBezTo>
                      <a:pt x="171924" y="11108"/>
                      <a:pt x="172257" y="10741"/>
                      <a:pt x="172691" y="10508"/>
                    </a:cubicBezTo>
                    <a:cubicBezTo>
                      <a:pt x="173658" y="9941"/>
                      <a:pt x="174392" y="9107"/>
                      <a:pt x="175193" y="8340"/>
                    </a:cubicBezTo>
                    <a:cubicBezTo>
                      <a:pt x="175493" y="8073"/>
                      <a:pt x="175526" y="7806"/>
                      <a:pt x="175326" y="7472"/>
                    </a:cubicBezTo>
                    <a:close/>
                  </a:path>
                </a:pathLst>
              </a:cu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728;p40">
                <a:extLst>
                  <a:ext uri="{FF2B5EF4-FFF2-40B4-BE49-F238E27FC236}">
                    <a16:creationId xmlns:a16="http://schemas.microsoft.com/office/drawing/2014/main" id="{E07066A5-5857-AC81-C291-3CCC26214F20}"/>
                  </a:ext>
                </a:extLst>
              </p:cNvPr>
              <p:cNvSpPr/>
              <p:nvPr/>
            </p:nvSpPr>
            <p:spPr>
              <a:xfrm>
                <a:off x="2959200" y="1840375"/>
                <a:ext cx="4458200" cy="462025"/>
              </a:xfrm>
              <a:custGeom>
                <a:avLst/>
                <a:gdLst/>
                <a:ahLst/>
                <a:cxnLst/>
                <a:rect l="l" t="t" r="r" b="b"/>
                <a:pathLst>
                  <a:path w="178328" h="18481" extrusionOk="0">
                    <a:moveTo>
                      <a:pt x="178228" y="8740"/>
                    </a:moveTo>
                    <a:cubicBezTo>
                      <a:pt x="177928" y="8240"/>
                      <a:pt x="177627" y="7706"/>
                      <a:pt x="177227" y="7306"/>
                    </a:cubicBezTo>
                    <a:cubicBezTo>
                      <a:pt x="175793" y="6005"/>
                      <a:pt x="174158" y="5004"/>
                      <a:pt x="172457" y="4137"/>
                    </a:cubicBezTo>
                    <a:cubicBezTo>
                      <a:pt x="171623" y="3703"/>
                      <a:pt x="170789" y="3270"/>
                      <a:pt x="169989" y="2836"/>
                    </a:cubicBezTo>
                    <a:cubicBezTo>
                      <a:pt x="168854" y="2269"/>
                      <a:pt x="167754" y="1668"/>
                      <a:pt x="166620" y="1168"/>
                    </a:cubicBezTo>
                    <a:cubicBezTo>
                      <a:pt x="165585" y="734"/>
                      <a:pt x="164551" y="334"/>
                      <a:pt x="163384" y="434"/>
                    </a:cubicBezTo>
                    <a:cubicBezTo>
                      <a:pt x="162383" y="534"/>
                      <a:pt x="161316" y="568"/>
                      <a:pt x="160348" y="434"/>
                    </a:cubicBezTo>
                    <a:cubicBezTo>
                      <a:pt x="159114" y="201"/>
                      <a:pt x="157913" y="301"/>
                      <a:pt x="156712" y="234"/>
                    </a:cubicBezTo>
                    <a:cubicBezTo>
                      <a:pt x="156512" y="234"/>
                      <a:pt x="156312" y="234"/>
                      <a:pt x="156112" y="201"/>
                    </a:cubicBezTo>
                    <a:cubicBezTo>
                      <a:pt x="155612" y="134"/>
                      <a:pt x="155145" y="34"/>
                      <a:pt x="154644" y="34"/>
                    </a:cubicBezTo>
                    <a:cubicBezTo>
                      <a:pt x="151976" y="34"/>
                      <a:pt x="149307" y="34"/>
                      <a:pt x="146639" y="34"/>
                    </a:cubicBezTo>
                    <a:cubicBezTo>
                      <a:pt x="146372" y="34"/>
                      <a:pt x="146105" y="1"/>
                      <a:pt x="145871" y="67"/>
                    </a:cubicBezTo>
                    <a:cubicBezTo>
                      <a:pt x="145171" y="301"/>
                      <a:pt x="144437" y="234"/>
                      <a:pt x="143703" y="234"/>
                    </a:cubicBezTo>
                    <a:cubicBezTo>
                      <a:pt x="142903" y="267"/>
                      <a:pt x="142069" y="234"/>
                      <a:pt x="141268" y="267"/>
                    </a:cubicBezTo>
                    <a:cubicBezTo>
                      <a:pt x="140801" y="267"/>
                      <a:pt x="140367" y="401"/>
                      <a:pt x="139900" y="434"/>
                    </a:cubicBezTo>
                    <a:cubicBezTo>
                      <a:pt x="139167" y="468"/>
                      <a:pt x="138399" y="468"/>
                      <a:pt x="137666" y="434"/>
                    </a:cubicBezTo>
                    <a:cubicBezTo>
                      <a:pt x="137065" y="401"/>
                      <a:pt x="136465" y="234"/>
                      <a:pt x="135831" y="234"/>
                    </a:cubicBezTo>
                    <a:cubicBezTo>
                      <a:pt x="134397" y="201"/>
                      <a:pt x="132929" y="234"/>
                      <a:pt x="131494" y="234"/>
                    </a:cubicBezTo>
                    <a:cubicBezTo>
                      <a:pt x="129626" y="234"/>
                      <a:pt x="127792" y="301"/>
                      <a:pt x="125924" y="34"/>
                    </a:cubicBezTo>
                    <a:cubicBezTo>
                      <a:pt x="125657" y="1"/>
                      <a:pt x="125357" y="1"/>
                      <a:pt x="125057" y="1"/>
                    </a:cubicBezTo>
                    <a:cubicBezTo>
                      <a:pt x="119920" y="34"/>
                      <a:pt x="114749" y="34"/>
                      <a:pt x="109579" y="34"/>
                    </a:cubicBezTo>
                    <a:cubicBezTo>
                      <a:pt x="108078" y="34"/>
                      <a:pt x="106543" y="101"/>
                      <a:pt x="105042" y="67"/>
                    </a:cubicBezTo>
                    <a:cubicBezTo>
                      <a:pt x="104575" y="34"/>
                      <a:pt x="104142" y="201"/>
                      <a:pt x="103808" y="434"/>
                    </a:cubicBezTo>
                    <a:cubicBezTo>
                      <a:pt x="102107" y="468"/>
                      <a:pt x="100406" y="468"/>
                      <a:pt x="98704" y="434"/>
                    </a:cubicBezTo>
                    <a:cubicBezTo>
                      <a:pt x="96970" y="401"/>
                      <a:pt x="95269" y="267"/>
                      <a:pt x="93534" y="234"/>
                    </a:cubicBezTo>
                    <a:cubicBezTo>
                      <a:pt x="89398" y="234"/>
                      <a:pt x="85261" y="234"/>
                      <a:pt x="81125" y="234"/>
                    </a:cubicBezTo>
                    <a:cubicBezTo>
                      <a:pt x="75855" y="234"/>
                      <a:pt x="70551" y="301"/>
                      <a:pt x="65280" y="34"/>
                    </a:cubicBezTo>
                    <a:cubicBezTo>
                      <a:pt x="64447" y="1"/>
                      <a:pt x="63613" y="1"/>
                      <a:pt x="62779" y="1"/>
                    </a:cubicBezTo>
                    <a:cubicBezTo>
                      <a:pt x="48068" y="34"/>
                      <a:pt x="33324" y="34"/>
                      <a:pt x="18614" y="34"/>
                    </a:cubicBezTo>
                    <a:cubicBezTo>
                      <a:pt x="14311" y="34"/>
                      <a:pt x="9974" y="101"/>
                      <a:pt x="5705" y="67"/>
                    </a:cubicBezTo>
                    <a:cubicBezTo>
                      <a:pt x="2602" y="34"/>
                      <a:pt x="1" y="801"/>
                      <a:pt x="334" y="1935"/>
                    </a:cubicBezTo>
                    <a:cubicBezTo>
                      <a:pt x="568" y="2803"/>
                      <a:pt x="367" y="3670"/>
                      <a:pt x="367" y="4537"/>
                    </a:cubicBezTo>
                    <a:cubicBezTo>
                      <a:pt x="367" y="5004"/>
                      <a:pt x="234" y="5504"/>
                      <a:pt x="534" y="5938"/>
                    </a:cubicBezTo>
                    <a:cubicBezTo>
                      <a:pt x="1035" y="6739"/>
                      <a:pt x="968" y="7539"/>
                      <a:pt x="968" y="8340"/>
                    </a:cubicBezTo>
                    <a:cubicBezTo>
                      <a:pt x="968" y="9341"/>
                      <a:pt x="935" y="10375"/>
                      <a:pt x="901" y="11375"/>
                    </a:cubicBezTo>
                    <a:cubicBezTo>
                      <a:pt x="901" y="11609"/>
                      <a:pt x="801" y="11876"/>
                      <a:pt x="1001" y="12076"/>
                    </a:cubicBezTo>
                    <a:cubicBezTo>
                      <a:pt x="1902" y="13210"/>
                      <a:pt x="834" y="14378"/>
                      <a:pt x="1268" y="15512"/>
                    </a:cubicBezTo>
                    <a:cubicBezTo>
                      <a:pt x="1535" y="16179"/>
                      <a:pt x="2502" y="17046"/>
                      <a:pt x="4003" y="17380"/>
                    </a:cubicBezTo>
                    <a:cubicBezTo>
                      <a:pt x="6372" y="17947"/>
                      <a:pt x="9607" y="17680"/>
                      <a:pt x="12276" y="17747"/>
                    </a:cubicBezTo>
                    <a:cubicBezTo>
                      <a:pt x="15011" y="17813"/>
                      <a:pt x="17747" y="17780"/>
                      <a:pt x="20482" y="17813"/>
                    </a:cubicBezTo>
                    <a:cubicBezTo>
                      <a:pt x="22450" y="17847"/>
                      <a:pt x="24418" y="17947"/>
                      <a:pt x="26386" y="17980"/>
                    </a:cubicBezTo>
                    <a:cubicBezTo>
                      <a:pt x="30255" y="18047"/>
                      <a:pt x="34158" y="17813"/>
                      <a:pt x="37994" y="18214"/>
                    </a:cubicBezTo>
                    <a:cubicBezTo>
                      <a:pt x="38595" y="18280"/>
                      <a:pt x="39295" y="18247"/>
                      <a:pt x="39962" y="18247"/>
                    </a:cubicBezTo>
                    <a:cubicBezTo>
                      <a:pt x="44032" y="18247"/>
                      <a:pt x="48068" y="18247"/>
                      <a:pt x="52138" y="18247"/>
                    </a:cubicBezTo>
                    <a:cubicBezTo>
                      <a:pt x="52938" y="18247"/>
                      <a:pt x="53772" y="18280"/>
                      <a:pt x="54606" y="18314"/>
                    </a:cubicBezTo>
                    <a:cubicBezTo>
                      <a:pt x="55640" y="18380"/>
                      <a:pt x="56708" y="18447"/>
                      <a:pt x="57775" y="18447"/>
                    </a:cubicBezTo>
                    <a:cubicBezTo>
                      <a:pt x="60744" y="18480"/>
                      <a:pt x="63713" y="18480"/>
                      <a:pt x="66715" y="18447"/>
                    </a:cubicBezTo>
                    <a:cubicBezTo>
                      <a:pt x="69684" y="18447"/>
                      <a:pt x="72686" y="18447"/>
                      <a:pt x="75621" y="18280"/>
                    </a:cubicBezTo>
                    <a:cubicBezTo>
                      <a:pt x="79791" y="18013"/>
                      <a:pt x="83927" y="17880"/>
                      <a:pt x="88163" y="17880"/>
                    </a:cubicBezTo>
                    <a:cubicBezTo>
                      <a:pt x="95869" y="17913"/>
                      <a:pt x="103574" y="17913"/>
                      <a:pt x="111280" y="17913"/>
                    </a:cubicBezTo>
                    <a:cubicBezTo>
                      <a:pt x="111614" y="17947"/>
                      <a:pt x="111947" y="17980"/>
                      <a:pt x="112314" y="17980"/>
                    </a:cubicBezTo>
                    <a:cubicBezTo>
                      <a:pt x="113648" y="18047"/>
                      <a:pt x="115049" y="17847"/>
                      <a:pt x="116384" y="18214"/>
                    </a:cubicBezTo>
                    <a:cubicBezTo>
                      <a:pt x="116584" y="18280"/>
                      <a:pt x="116851" y="18247"/>
                      <a:pt x="117051" y="18247"/>
                    </a:cubicBezTo>
                    <a:cubicBezTo>
                      <a:pt x="118485" y="18247"/>
                      <a:pt x="119920" y="18247"/>
                      <a:pt x="121321" y="18247"/>
                    </a:cubicBezTo>
                    <a:cubicBezTo>
                      <a:pt x="121621" y="18247"/>
                      <a:pt x="121888" y="18280"/>
                      <a:pt x="122188" y="18314"/>
                    </a:cubicBezTo>
                    <a:cubicBezTo>
                      <a:pt x="122555" y="18380"/>
                      <a:pt x="122922" y="18447"/>
                      <a:pt x="123289" y="18480"/>
                    </a:cubicBezTo>
                    <a:cubicBezTo>
                      <a:pt x="124356" y="18480"/>
                      <a:pt x="125390" y="18480"/>
                      <a:pt x="126424" y="18480"/>
                    </a:cubicBezTo>
                    <a:cubicBezTo>
                      <a:pt x="127492" y="18447"/>
                      <a:pt x="128526" y="18480"/>
                      <a:pt x="129560" y="18280"/>
                    </a:cubicBezTo>
                    <a:cubicBezTo>
                      <a:pt x="131027" y="18013"/>
                      <a:pt x="132462" y="17880"/>
                      <a:pt x="133963" y="17913"/>
                    </a:cubicBezTo>
                    <a:cubicBezTo>
                      <a:pt x="138700" y="17913"/>
                      <a:pt x="143470" y="17913"/>
                      <a:pt x="148240" y="17913"/>
                    </a:cubicBezTo>
                    <a:lnTo>
                      <a:pt x="148240" y="17913"/>
                    </a:lnTo>
                    <a:cubicBezTo>
                      <a:pt x="153343" y="17913"/>
                      <a:pt x="158480" y="17913"/>
                      <a:pt x="163617" y="17913"/>
                    </a:cubicBezTo>
                    <a:cubicBezTo>
                      <a:pt x="164651" y="17947"/>
                      <a:pt x="165652" y="17913"/>
                      <a:pt x="166620" y="17546"/>
                    </a:cubicBezTo>
                    <a:cubicBezTo>
                      <a:pt x="167854" y="17079"/>
                      <a:pt x="169121" y="16679"/>
                      <a:pt x="170222" y="15845"/>
                    </a:cubicBezTo>
                    <a:cubicBezTo>
                      <a:pt x="170789" y="15412"/>
                      <a:pt x="171423" y="15045"/>
                      <a:pt x="172023" y="14644"/>
                    </a:cubicBezTo>
                    <a:cubicBezTo>
                      <a:pt x="172290" y="14444"/>
                      <a:pt x="172557" y="14277"/>
                      <a:pt x="172824" y="14111"/>
                    </a:cubicBezTo>
                    <a:cubicBezTo>
                      <a:pt x="173491" y="13610"/>
                      <a:pt x="174092" y="13043"/>
                      <a:pt x="174792" y="12676"/>
                    </a:cubicBezTo>
                    <a:cubicBezTo>
                      <a:pt x="175459" y="12309"/>
                      <a:pt x="175960" y="11809"/>
                      <a:pt x="176493" y="11309"/>
                    </a:cubicBezTo>
                    <a:cubicBezTo>
                      <a:pt x="176760" y="11042"/>
                      <a:pt x="177094" y="10808"/>
                      <a:pt x="177361" y="10541"/>
                    </a:cubicBezTo>
                    <a:cubicBezTo>
                      <a:pt x="177661" y="10174"/>
                      <a:pt x="177994" y="9774"/>
                      <a:pt x="178228" y="9341"/>
                    </a:cubicBezTo>
                    <a:cubicBezTo>
                      <a:pt x="178328" y="9207"/>
                      <a:pt x="178328" y="8907"/>
                      <a:pt x="178228" y="8740"/>
                    </a:cubicBezTo>
                    <a:close/>
                    <a:moveTo>
                      <a:pt x="176627" y="9441"/>
                    </a:moveTo>
                    <a:cubicBezTo>
                      <a:pt x="175826" y="10208"/>
                      <a:pt x="175126" y="11042"/>
                      <a:pt x="174125" y="11609"/>
                    </a:cubicBezTo>
                    <a:cubicBezTo>
                      <a:pt x="173691" y="11842"/>
                      <a:pt x="173358" y="12209"/>
                      <a:pt x="172957" y="12509"/>
                    </a:cubicBezTo>
                    <a:cubicBezTo>
                      <a:pt x="172324" y="12976"/>
                      <a:pt x="171656" y="13377"/>
                      <a:pt x="170989" y="13844"/>
                    </a:cubicBezTo>
                    <a:cubicBezTo>
                      <a:pt x="170556" y="14144"/>
                      <a:pt x="170122" y="14411"/>
                      <a:pt x="169722" y="14744"/>
                    </a:cubicBezTo>
                    <a:cubicBezTo>
                      <a:pt x="168488" y="15812"/>
                      <a:pt x="166986" y="16279"/>
                      <a:pt x="165519" y="16746"/>
                    </a:cubicBezTo>
                    <a:cubicBezTo>
                      <a:pt x="165452" y="16779"/>
                      <a:pt x="165385" y="16779"/>
                      <a:pt x="165352" y="16746"/>
                    </a:cubicBezTo>
                    <a:cubicBezTo>
                      <a:pt x="163484" y="16512"/>
                      <a:pt x="161649" y="16679"/>
                      <a:pt x="159781" y="16646"/>
                    </a:cubicBezTo>
                    <a:cubicBezTo>
                      <a:pt x="152109" y="16646"/>
                      <a:pt x="144404" y="16646"/>
                      <a:pt x="136732" y="16646"/>
                    </a:cubicBezTo>
                    <a:cubicBezTo>
                      <a:pt x="136298" y="16646"/>
                      <a:pt x="135864" y="16546"/>
                      <a:pt x="135431" y="16512"/>
                    </a:cubicBezTo>
                    <a:cubicBezTo>
                      <a:pt x="135064" y="16512"/>
                      <a:pt x="134697" y="16512"/>
                      <a:pt x="134330" y="16546"/>
                    </a:cubicBezTo>
                    <a:cubicBezTo>
                      <a:pt x="134096" y="16546"/>
                      <a:pt x="133863" y="16646"/>
                      <a:pt x="133629" y="16646"/>
                    </a:cubicBezTo>
                    <a:cubicBezTo>
                      <a:pt x="132529" y="16679"/>
                      <a:pt x="131461" y="16879"/>
                      <a:pt x="130394" y="17146"/>
                    </a:cubicBezTo>
                    <a:cubicBezTo>
                      <a:pt x="130327" y="17146"/>
                      <a:pt x="130227" y="17180"/>
                      <a:pt x="130127" y="17180"/>
                    </a:cubicBezTo>
                    <a:cubicBezTo>
                      <a:pt x="129393" y="17146"/>
                      <a:pt x="128659" y="17213"/>
                      <a:pt x="127892" y="17246"/>
                    </a:cubicBezTo>
                    <a:cubicBezTo>
                      <a:pt x="127191" y="17046"/>
                      <a:pt x="126524" y="16846"/>
                      <a:pt x="125824" y="16646"/>
                    </a:cubicBezTo>
                    <a:lnTo>
                      <a:pt x="109012" y="16646"/>
                    </a:lnTo>
                    <a:cubicBezTo>
                      <a:pt x="108745" y="16579"/>
                      <a:pt x="108478" y="16546"/>
                      <a:pt x="108211" y="16479"/>
                    </a:cubicBezTo>
                    <a:cubicBezTo>
                      <a:pt x="108178" y="16479"/>
                      <a:pt x="108111" y="16479"/>
                      <a:pt x="108078" y="16479"/>
                    </a:cubicBezTo>
                    <a:lnTo>
                      <a:pt x="104909" y="16479"/>
                    </a:lnTo>
                    <a:cubicBezTo>
                      <a:pt x="104642" y="16512"/>
                      <a:pt x="104375" y="16512"/>
                      <a:pt x="104108" y="16546"/>
                    </a:cubicBezTo>
                    <a:lnTo>
                      <a:pt x="104108" y="16546"/>
                    </a:lnTo>
                    <a:cubicBezTo>
                      <a:pt x="104142" y="16579"/>
                      <a:pt x="104175" y="16612"/>
                      <a:pt x="104175" y="16646"/>
                    </a:cubicBezTo>
                    <a:lnTo>
                      <a:pt x="96069" y="16646"/>
                    </a:lnTo>
                    <a:cubicBezTo>
                      <a:pt x="94868" y="16646"/>
                      <a:pt x="93634" y="16546"/>
                      <a:pt x="92400" y="16512"/>
                    </a:cubicBezTo>
                    <a:cubicBezTo>
                      <a:pt x="91332" y="16512"/>
                      <a:pt x="90265" y="16512"/>
                      <a:pt x="89198" y="16546"/>
                    </a:cubicBezTo>
                    <a:cubicBezTo>
                      <a:pt x="88564" y="16546"/>
                      <a:pt x="87930" y="16646"/>
                      <a:pt x="87263" y="16646"/>
                    </a:cubicBezTo>
                    <a:cubicBezTo>
                      <a:pt x="84127" y="16679"/>
                      <a:pt x="81058" y="16879"/>
                      <a:pt x="78023" y="17146"/>
                    </a:cubicBezTo>
                    <a:cubicBezTo>
                      <a:pt x="77789" y="17180"/>
                      <a:pt x="77523" y="17180"/>
                      <a:pt x="77289" y="17180"/>
                    </a:cubicBezTo>
                    <a:cubicBezTo>
                      <a:pt x="73920" y="17113"/>
                      <a:pt x="70551" y="17380"/>
                      <a:pt x="67148" y="17180"/>
                    </a:cubicBezTo>
                    <a:cubicBezTo>
                      <a:pt x="65314" y="17079"/>
                      <a:pt x="63513" y="17079"/>
                      <a:pt x="61578" y="17280"/>
                    </a:cubicBezTo>
                    <a:cubicBezTo>
                      <a:pt x="59910" y="17480"/>
                      <a:pt x="57842" y="17313"/>
                      <a:pt x="55940" y="17280"/>
                    </a:cubicBezTo>
                    <a:cubicBezTo>
                      <a:pt x="54706" y="17246"/>
                      <a:pt x="53505" y="17146"/>
                      <a:pt x="52271" y="17113"/>
                    </a:cubicBezTo>
                    <a:cubicBezTo>
                      <a:pt x="50370" y="17113"/>
                      <a:pt x="48468" y="17113"/>
                      <a:pt x="46567" y="17113"/>
                    </a:cubicBezTo>
                    <a:cubicBezTo>
                      <a:pt x="38628" y="17079"/>
                      <a:pt x="30689" y="17046"/>
                      <a:pt x="22750" y="16979"/>
                    </a:cubicBezTo>
                    <a:cubicBezTo>
                      <a:pt x="21616" y="16979"/>
                      <a:pt x="20482" y="16879"/>
                      <a:pt x="19348" y="16813"/>
                    </a:cubicBezTo>
                    <a:cubicBezTo>
                      <a:pt x="17813" y="16713"/>
                      <a:pt x="16279" y="16579"/>
                      <a:pt x="14744" y="16512"/>
                    </a:cubicBezTo>
                    <a:cubicBezTo>
                      <a:pt x="12776" y="16379"/>
                      <a:pt x="9140" y="16312"/>
                      <a:pt x="7206" y="16179"/>
                    </a:cubicBezTo>
                    <a:cubicBezTo>
                      <a:pt x="6705" y="16112"/>
                      <a:pt x="4704" y="16279"/>
                      <a:pt x="4304" y="16145"/>
                    </a:cubicBezTo>
                    <a:cubicBezTo>
                      <a:pt x="2069" y="15378"/>
                      <a:pt x="1869" y="14244"/>
                      <a:pt x="2636" y="13077"/>
                    </a:cubicBezTo>
                    <a:cubicBezTo>
                      <a:pt x="2736" y="12910"/>
                      <a:pt x="3270" y="12409"/>
                      <a:pt x="3069" y="12243"/>
                    </a:cubicBezTo>
                    <a:cubicBezTo>
                      <a:pt x="2502" y="11709"/>
                      <a:pt x="2402" y="11409"/>
                      <a:pt x="2402" y="10875"/>
                    </a:cubicBezTo>
                    <a:cubicBezTo>
                      <a:pt x="2369" y="9874"/>
                      <a:pt x="2402" y="8840"/>
                      <a:pt x="2302" y="7839"/>
                    </a:cubicBezTo>
                    <a:cubicBezTo>
                      <a:pt x="2269" y="7206"/>
                      <a:pt x="2002" y="6539"/>
                      <a:pt x="1835" y="5905"/>
                    </a:cubicBezTo>
                    <a:cubicBezTo>
                      <a:pt x="1802" y="5771"/>
                      <a:pt x="1702" y="5671"/>
                      <a:pt x="1702" y="5538"/>
                    </a:cubicBezTo>
                    <a:cubicBezTo>
                      <a:pt x="1668" y="4237"/>
                      <a:pt x="1668" y="2936"/>
                      <a:pt x="1668" y="1535"/>
                    </a:cubicBezTo>
                    <a:cubicBezTo>
                      <a:pt x="2469" y="1502"/>
                      <a:pt x="4737" y="1435"/>
                      <a:pt x="5304" y="1468"/>
                    </a:cubicBezTo>
                    <a:cubicBezTo>
                      <a:pt x="8773" y="1468"/>
                      <a:pt x="12243" y="1502"/>
                      <a:pt x="15712" y="1468"/>
                    </a:cubicBezTo>
                    <a:cubicBezTo>
                      <a:pt x="16846" y="1468"/>
                      <a:pt x="17980" y="1335"/>
                      <a:pt x="19114" y="1268"/>
                    </a:cubicBezTo>
                    <a:cubicBezTo>
                      <a:pt x="19815" y="1235"/>
                      <a:pt x="20549" y="1168"/>
                      <a:pt x="21282" y="1168"/>
                    </a:cubicBezTo>
                    <a:cubicBezTo>
                      <a:pt x="35526" y="1168"/>
                      <a:pt x="49736" y="1168"/>
                      <a:pt x="63980" y="1168"/>
                    </a:cubicBezTo>
                    <a:cubicBezTo>
                      <a:pt x="73386" y="1535"/>
                      <a:pt x="82826" y="1301"/>
                      <a:pt x="92266" y="1402"/>
                    </a:cubicBezTo>
                    <a:cubicBezTo>
                      <a:pt x="95902" y="1402"/>
                      <a:pt x="99538" y="1502"/>
                      <a:pt x="103174" y="1535"/>
                    </a:cubicBezTo>
                    <a:cubicBezTo>
                      <a:pt x="103174" y="1535"/>
                      <a:pt x="103174" y="1568"/>
                      <a:pt x="103174" y="1568"/>
                    </a:cubicBezTo>
                    <a:cubicBezTo>
                      <a:pt x="103508" y="1568"/>
                      <a:pt x="103875" y="1568"/>
                      <a:pt x="104242" y="1602"/>
                    </a:cubicBezTo>
                    <a:lnTo>
                      <a:pt x="104242" y="1535"/>
                    </a:lnTo>
                    <a:cubicBezTo>
                      <a:pt x="104242" y="1535"/>
                      <a:pt x="104275" y="1535"/>
                      <a:pt x="104275" y="1535"/>
                    </a:cubicBezTo>
                    <a:cubicBezTo>
                      <a:pt x="104742" y="1502"/>
                      <a:pt x="105209" y="1502"/>
                      <a:pt x="105676" y="1468"/>
                    </a:cubicBezTo>
                    <a:cubicBezTo>
                      <a:pt x="106643" y="1468"/>
                      <a:pt x="107611" y="1502"/>
                      <a:pt x="108545" y="1468"/>
                    </a:cubicBezTo>
                    <a:cubicBezTo>
                      <a:pt x="108845" y="1468"/>
                      <a:pt x="109112" y="1402"/>
                      <a:pt x="109412" y="1335"/>
                    </a:cubicBezTo>
                    <a:cubicBezTo>
                      <a:pt x="112081" y="1335"/>
                      <a:pt x="114783" y="1368"/>
                      <a:pt x="117484" y="1335"/>
                    </a:cubicBezTo>
                    <a:lnTo>
                      <a:pt x="118285" y="1335"/>
                    </a:lnTo>
                    <a:cubicBezTo>
                      <a:pt x="118352" y="1301"/>
                      <a:pt x="118485" y="1235"/>
                      <a:pt x="118552" y="1168"/>
                    </a:cubicBezTo>
                    <a:cubicBezTo>
                      <a:pt x="120854" y="1168"/>
                      <a:pt x="123189" y="1168"/>
                      <a:pt x="125490" y="1168"/>
                    </a:cubicBezTo>
                    <a:cubicBezTo>
                      <a:pt x="128759" y="1535"/>
                      <a:pt x="132095" y="1301"/>
                      <a:pt x="135397" y="1368"/>
                    </a:cubicBezTo>
                    <a:cubicBezTo>
                      <a:pt x="136732" y="1402"/>
                      <a:pt x="138066" y="1502"/>
                      <a:pt x="139367" y="1535"/>
                    </a:cubicBezTo>
                    <a:cubicBezTo>
                      <a:pt x="139700" y="1535"/>
                      <a:pt x="140001" y="1468"/>
                      <a:pt x="140334" y="1435"/>
                    </a:cubicBezTo>
                    <a:cubicBezTo>
                      <a:pt x="140601" y="1402"/>
                      <a:pt x="140901" y="1335"/>
                      <a:pt x="141201" y="1335"/>
                    </a:cubicBezTo>
                    <a:cubicBezTo>
                      <a:pt x="142202" y="1335"/>
                      <a:pt x="143203" y="1335"/>
                      <a:pt x="144237" y="1335"/>
                    </a:cubicBezTo>
                    <a:cubicBezTo>
                      <a:pt x="144837" y="1335"/>
                      <a:pt x="145438" y="1402"/>
                      <a:pt x="146038" y="1168"/>
                    </a:cubicBezTo>
                    <a:cubicBezTo>
                      <a:pt x="146238" y="1101"/>
                      <a:pt x="146505" y="1135"/>
                      <a:pt x="146739" y="1135"/>
                    </a:cubicBezTo>
                    <a:cubicBezTo>
                      <a:pt x="149407" y="1135"/>
                      <a:pt x="152076" y="1135"/>
                      <a:pt x="154744" y="1135"/>
                    </a:cubicBezTo>
                    <a:cubicBezTo>
                      <a:pt x="155078" y="1135"/>
                      <a:pt x="155412" y="1235"/>
                      <a:pt x="155745" y="1268"/>
                    </a:cubicBezTo>
                    <a:cubicBezTo>
                      <a:pt x="155979" y="1301"/>
                      <a:pt x="156212" y="1335"/>
                      <a:pt x="156446" y="1335"/>
                    </a:cubicBezTo>
                    <a:cubicBezTo>
                      <a:pt x="156913" y="1368"/>
                      <a:pt x="157380" y="1368"/>
                      <a:pt x="157847" y="1335"/>
                    </a:cubicBezTo>
                    <a:cubicBezTo>
                      <a:pt x="158881" y="1301"/>
                      <a:pt x="159915" y="1502"/>
                      <a:pt x="160915" y="1702"/>
                    </a:cubicBezTo>
                    <a:cubicBezTo>
                      <a:pt x="161149" y="1768"/>
                      <a:pt x="161382" y="1802"/>
                      <a:pt x="161616" y="1802"/>
                    </a:cubicBezTo>
                    <a:cubicBezTo>
                      <a:pt x="162884" y="1735"/>
                      <a:pt x="164051" y="2135"/>
                      <a:pt x="165285" y="2336"/>
                    </a:cubicBezTo>
                    <a:cubicBezTo>
                      <a:pt x="166019" y="2469"/>
                      <a:pt x="166786" y="2502"/>
                      <a:pt x="167453" y="2836"/>
                    </a:cubicBezTo>
                    <a:cubicBezTo>
                      <a:pt x="168221" y="3169"/>
                      <a:pt x="168988" y="3536"/>
                      <a:pt x="169755" y="3903"/>
                    </a:cubicBezTo>
                    <a:cubicBezTo>
                      <a:pt x="170656" y="4370"/>
                      <a:pt x="171523" y="4771"/>
                      <a:pt x="172390" y="5304"/>
                    </a:cubicBezTo>
                    <a:cubicBezTo>
                      <a:pt x="173791" y="6138"/>
                      <a:pt x="175192" y="6939"/>
                      <a:pt x="176360" y="8073"/>
                    </a:cubicBezTo>
                    <a:cubicBezTo>
                      <a:pt x="176527" y="8240"/>
                      <a:pt x="176660" y="8373"/>
                      <a:pt x="176760" y="8573"/>
                    </a:cubicBezTo>
                    <a:cubicBezTo>
                      <a:pt x="176960" y="8907"/>
                      <a:pt x="176927" y="9174"/>
                      <a:pt x="176627" y="944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 name="Google Shape;729;p40">
              <a:extLst>
                <a:ext uri="{FF2B5EF4-FFF2-40B4-BE49-F238E27FC236}">
                  <a16:creationId xmlns:a16="http://schemas.microsoft.com/office/drawing/2014/main" id="{4F7FA65A-0178-A653-82AB-2738CF077490}"/>
                </a:ext>
              </a:extLst>
            </p:cNvPr>
            <p:cNvGrpSpPr/>
            <p:nvPr/>
          </p:nvGrpSpPr>
          <p:grpSpPr>
            <a:xfrm flipH="1">
              <a:off x="7429000" y="6079308"/>
              <a:ext cx="4458200" cy="462025"/>
              <a:chOff x="2959200" y="1840375"/>
              <a:chExt cx="4458200" cy="462025"/>
            </a:xfrm>
          </p:grpSpPr>
          <p:sp>
            <p:nvSpPr>
              <p:cNvPr id="17" name="Google Shape;730;p40">
                <a:extLst>
                  <a:ext uri="{FF2B5EF4-FFF2-40B4-BE49-F238E27FC236}">
                    <a16:creationId xmlns:a16="http://schemas.microsoft.com/office/drawing/2014/main" id="{B18B2EA3-737D-72F4-65F8-453C8747DD6B}"/>
                  </a:ext>
                </a:extLst>
              </p:cNvPr>
              <p:cNvSpPr/>
              <p:nvPr/>
            </p:nvSpPr>
            <p:spPr>
              <a:xfrm>
                <a:off x="2995050" y="1867900"/>
                <a:ext cx="4388175" cy="409475"/>
              </a:xfrm>
              <a:custGeom>
                <a:avLst/>
                <a:gdLst/>
                <a:ahLst/>
                <a:cxnLst/>
                <a:rect l="l" t="t" r="r" b="b"/>
                <a:pathLst>
                  <a:path w="175527" h="16379" extrusionOk="0">
                    <a:moveTo>
                      <a:pt x="175326" y="7472"/>
                    </a:moveTo>
                    <a:cubicBezTo>
                      <a:pt x="175226" y="7306"/>
                      <a:pt x="175093" y="7139"/>
                      <a:pt x="174959" y="7005"/>
                    </a:cubicBezTo>
                    <a:cubicBezTo>
                      <a:pt x="173758" y="5838"/>
                      <a:pt x="172357" y="5037"/>
                      <a:pt x="170956" y="4203"/>
                    </a:cubicBezTo>
                    <a:cubicBezTo>
                      <a:pt x="170122" y="3703"/>
                      <a:pt x="169222" y="3269"/>
                      <a:pt x="168321" y="2836"/>
                    </a:cubicBezTo>
                    <a:cubicBezTo>
                      <a:pt x="167587" y="2435"/>
                      <a:pt x="166820" y="2102"/>
                      <a:pt x="166053" y="1735"/>
                    </a:cubicBezTo>
                    <a:cubicBezTo>
                      <a:pt x="165352" y="1401"/>
                      <a:pt x="164585" y="1368"/>
                      <a:pt x="163851" y="1268"/>
                    </a:cubicBezTo>
                    <a:cubicBezTo>
                      <a:pt x="162650" y="1034"/>
                      <a:pt x="161450" y="634"/>
                      <a:pt x="160182" y="701"/>
                    </a:cubicBezTo>
                    <a:cubicBezTo>
                      <a:pt x="159948" y="701"/>
                      <a:pt x="159715" y="667"/>
                      <a:pt x="159515" y="601"/>
                    </a:cubicBezTo>
                    <a:cubicBezTo>
                      <a:pt x="158481" y="401"/>
                      <a:pt x="157447" y="200"/>
                      <a:pt x="156413" y="267"/>
                    </a:cubicBezTo>
                    <a:cubicBezTo>
                      <a:pt x="155946" y="267"/>
                      <a:pt x="155479" y="267"/>
                      <a:pt x="155012" y="267"/>
                    </a:cubicBezTo>
                    <a:cubicBezTo>
                      <a:pt x="154778" y="267"/>
                      <a:pt x="154578" y="200"/>
                      <a:pt x="154344" y="167"/>
                    </a:cubicBezTo>
                    <a:cubicBezTo>
                      <a:pt x="153978" y="134"/>
                      <a:pt x="153644" y="67"/>
                      <a:pt x="153310" y="67"/>
                    </a:cubicBezTo>
                    <a:cubicBezTo>
                      <a:pt x="150642" y="34"/>
                      <a:pt x="147973" y="34"/>
                      <a:pt x="145305" y="34"/>
                    </a:cubicBezTo>
                    <a:cubicBezTo>
                      <a:pt x="145071" y="34"/>
                      <a:pt x="144804" y="0"/>
                      <a:pt x="144604" y="67"/>
                    </a:cubicBezTo>
                    <a:cubicBezTo>
                      <a:pt x="144004" y="301"/>
                      <a:pt x="143403" y="267"/>
                      <a:pt x="142803" y="267"/>
                    </a:cubicBezTo>
                    <a:cubicBezTo>
                      <a:pt x="141802" y="267"/>
                      <a:pt x="140768" y="234"/>
                      <a:pt x="139767" y="267"/>
                    </a:cubicBezTo>
                    <a:cubicBezTo>
                      <a:pt x="139467" y="267"/>
                      <a:pt x="139200" y="301"/>
                      <a:pt x="138900" y="334"/>
                    </a:cubicBezTo>
                    <a:cubicBezTo>
                      <a:pt x="138600" y="367"/>
                      <a:pt x="138266" y="467"/>
                      <a:pt x="137966" y="434"/>
                    </a:cubicBezTo>
                    <a:cubicBezTo>
                      <a:pt x="136632" y="401"/>
                      <a:pt x="135298" y="334"/>
                      <a:pt x="133963" y="301"/>
                    </a:cubicBezTo>
                    <a:cubicBezTo>
                      <a:pt x="130661" y="234"/>
                      <a:pt x="127359" y="434"/>
                      <a:pt x="124056" y="67"/>
                    </a:cubicBezTo>
                    <a:cubicBezTo>
                      <a:pt x="119053" y="67"/>
                      <a:pt x="114082" y="67"/>
                      <a:pt x="109079" y="67"/>
                    </a:cubicBezTo>
                    <a:cubicBezTo>
                      <a:pt x="108812" y="67"/>
                      <a:pt x="108578" y="134"/>
                      <a:pt x="108312" y="200"/>
                    </a:cubicBezTo>
                    <a:cubicBezTo>
                      <a:pt x="108211" y="200"/>
                      <a:pt x="108078" y="234"/>
                      <a:pt x="107978" y="267"/>
                    </a:cubicBezTo>
                    <a:lnTo>
                      <a:pt x="107144" y="267"/>
                    </a:lnTo>
                    <a:cubicBezTo>
                      <a:pt x="106310" y="267"/>
                      <a:pt x="105476" y="301"/>
                      <a:pt x="104642" y="334"/>
                    </a:cubicBezTo>
                    <a:cubicBezTo>
                      <a:pt x="104442" y="334"/>
                      <a:pt x="104242" y="367"/>
                      <a:pt x="104008" y="367"/>
                    </a:cubicBezTo>
                    <a:cubicBezTo>
                      <a:pt x="103842" y="367"/>
                      <a:pt x="103642" y="367"/>
                      <a:pt x="103475" y="367"/>
                    </a:cubicBezTo>
                    <a:cubicBezTo>
                      <a:pt x="103308" y="367"/>
                      <a:pt x="103141" y="401"/>
                      <a:pt x="102941" y="434"/>
                    </a:cubicBezTo>
                    <a:cubicBezTo>
                      <a:pt x="102607" y="434"/>
                      <a:pt x="102274" y="434"/>
                      <a:pt x="101907" y="434"/>
                    </a:cubicBezTo>
                    <a:cubicBezTo>
                      <a:pt x="98071" y="401"/>
                      <a:pt x="94201" y="334"/>
                      <a:pt x="90365" y="301"/>
                    </a:cubicBezTo>
                    <a:cubicBezTo>
                      <a:pt x="80792" y="234"/>
                      <a:pt x="71218" y="434"/>
                      <a:pt x="61678" y="67"/>
                    </a:cubicBezTo>
                    <a:cubicBezTo>
                      <a:pt x="47268" y="67"/>
                      <a:pt x="32824" y="67"/>
                      <a:pt x="18381" y="67"/>
                    </a:cubicBezTo>
                    <a:cubicBezTo>
                      <a:pt x="17647" y="67"/>
                      <a:pt x="16913" y="134"/>
                      <a:pt x="16179" y="200"/>
                    </a:cubicBezTo>
                    <a:cubicBezTo>
                      <a:pt x="15045" y="267"/>
                      <a:pt x="13877" y="367"/>
                      <a:pt x="12743" y="401"/>
                    </a:cubicBezTo>
                    <a:cubicBezTo>
                      <a:pt x="9207" y="401"/>
                      <a:pt x="5705" y="367"/>
                      <a:pt x="2169" y="367"/>
                    </a:cubicBezTo>
                    <a:cubicBezTo>
                      <a:pt x="1602" y="367"/>
                      <a:pt x="1035" y="401"/>
                      <a:pt x="234" y="434"/>
                    </a:cubicBezTo>
                    <a:cubicBezTo>
                      <a:pt x="234" y="1835"/>
                      <a:pt x="234" y="3136"/>
                      <a:pt x="234" y="4437"/>
                    </a:cubicBezTo>
                    <a:cubicBezTo>
                      <a:pt x="234" y="4570"/>
                      <a:pt x="368" y="4670"/>
                      <a:pt x="401" y="4804"/>
                    </a:cubicBezTo>
                    <a:cubicBezTo>
                      <a:pt x="568" y="5438"/>
                      <a:pt x="801" y="6105"/>
                      <a:pt x="868" y="6738"/>
                    </a:cubicBezTo>
                    <a:cubicBezTo>
                      <a:pt x="968" y="7739"/>
                      <a:pt x="935" y="8773"/>
                      <a:pt x="935" y="9774"/>
                    </a:cubicBezTo>
                    <a:cubicBezTo>
                      <a:pt x="935" y="10308"/>
                      <a:pt x="902" y="10841"/>
                      <a:pt x="1469" y="11342"/>
                    </a:cubicBezTo>
                    <a:cubicBezTo>
                      <a:pt x="1702" y="11542"/>
                      <a:pt x="902" y="12109"/>
                      <a:pt x="768" y="12276"/>
                    </a:cubicBezTo>
                    <a:cubicBezTo>
                      <a:pt x="1" y="13410"/>
                      <a:pt x="701" y="14477"/>
                      <a:pt x="2970" y="15245"/>
                    </a:cubicBezTo>
                    <a:cubicBezTo>
                      <a:pt x="3370" y="15378"/>
                      <a:pt x="5305" y="15044"/>
                      <a:pt x="5838" y="15078"/>
                    </a:cubicBezTo>
                    <a:cubicBezTo>
                      <a:pt x="7773" y="15211"/>
                      <a:pt x="9775" y="15278"/>
                      <a:pt x="11743" y="15411"/>
                    </a:cubicBezTo>
                    <a:cubicBezTo>
                      <a:pt x="13310" y="15478"/>
                      <a:pt x="14845" y="15612"/>
                      <a:pt x="16413" y="15712"/>
                    </a:cubicBezTo>
                    <a:cubicBezTo>
                      <a:pt x="17580" y="15778"/>
                      <a:pt x="18714" y="15878"/>
                      <a:pt x="19882" y="15878"/>
                    </a:cubicBezTo>
                    <a:cubicBezTo>
                      <a:pt x="27921" y="15945"/>
                      <a:pt x="35960" y="15978"/>
                      <a:pt x="44032" y="16012"/>
                    </a:cubicBezTo>
                    <a:cubicBezTo>
                      <a:pt x="45967" y="16012"/>
                      <a:pt x="47868" y="16012"/>
                      <a:pt x="49803" y="16012"/>
                    </a:cubicBezTo>
                    <a:cubicBezTo>
                      <a:pt x="51071" y="16045"/>
                      <a:pt x="52272" y="16145"/>
                      <a:pt x="53539" y="16179"/>
                    </a:cubicBezTo>
                    <a:cubicBezTo>
                      <a:pt x="55440" y="16212"/>
                      <a:pt x="57542" y="16379"/>
                      <a:pt x="59243" y="16179"/>
                    </a:cubicBezTo>
                    <a:cubicBezTo>
                      <a:pt x="61211" y="15978"/>
                      <a:pt x="63046" y="15978"/>
                      <a:pt x="64881" y="16079"/>
                    </a:cubicBezTo>
                    <a:cubicBezTo>
                      <a:pt x="68316" y="16279"/>
                      <a:pt x="71752" y="16012"/>
                      <a:pt x="75155" y="16079"/>
                    </a:cubicBezTo>
                    <a:cubicBezTo>
                      <a:pt x="75421" y="16079"/>
                      <a:pt x="75655" y="16079"/>
                      <a:pt x="75922" y="16045"/>
                    </a:cubicBezTo>
                    <a:cubicBezTo>
                      <a:pt x="78991" y="15778"/>
                      <a:pt x="82093" y="15578"/>
                      <a:pt x="85295" y="15545"/>
                    </a:cubicBezTo>
                    <a:cubicBezTo>
                      <a:pt x="85962" y="15545"/>
                      <a:pt x="86596" y="15445"/>
                      <a:pt x="87263" y="15445"/>
                    </a:cubicBezTo>
                    <a:cubicBezTo>
                      <a:pt x="88331" y="15411"/>
                      <a:pt x="89431" y="15411"/>
                      <a:pt x="90499" y="15411"/>
                    </a:cubicBezTo>
                    <a:cubicBezTo>
                      <a:pt x="91733" y="15445"/>
                      <a:pt x="93001" y="15545"/>
                      <a:pt x="94235" y="15545"/>
                    </a:cubicBezTo>
                    <a:lnTo>
                      <a:pt x="107578" y="15545"/>
                    </a:lnTo>
                    <a:cubicBezTo>
                      <a:pt x="107845" y="15612"/>
                      <a:pt x="108111" y="15645"/>
                      <a:pt x="108378" y="15712"/>
                    </a:cubicBezTo>
                    <a:cubicBezTo>
                      <a:pt x="108779" y="15778"/>
                      <a:pt x="109179" y="15878"/>
                      <a:pt x="109579" y="15878"/>
                    </a:cubicBezTo>
                    <a:cubicBezTo>
                      <a:pt x="112381" y="15945"/>
                      <a:pt x="115150" y="15978"/>
                      <a:pt x="117918" y="16012"/>
                    </a:cubicBezTo>
                    <a:cubicBezTo>
                      <a:pt x="118586" y="16012"/>
                      <a:pt x="119253" y="15978"/>
                      <a:pt x="119920" y="16012"/>
                    </a:cubicBezTo>
                    <a:cubicBezTo>
                      <a:pt x="120354" y="16045"/>
                      <a:pt x="120787" y="16145"/>
                      <a:pt x="121221" y="16179"/>
                    </a:cubicBezTo>
                    <a:cubicBezTo>
                      <a:pt x="121888" y="16212"/>
                      <a:pt x="122588" y="16379"/>
                      <a:pt x="123189" y="16179"/>
                    </a:cubicBezTo>
                    <a:cubicBezTo>
                      <a:pt x="123889" y="15945"/>
                      <a:pt x="124490" y="15978"/>
                      <a:pt x="125157" y="16079"/>
                    </a:cubicBezTo>
                    <a:cubicBezTo>
                      <a:pt x="126324" y="16279"/>
                      <a:pt x="127525" y="16012"/>
                      <a:pt x="128693" y="16079"/>
                    </a:cubicBezTo>
                    <a:cubicBezTo>
                      <a:pt x="128793" y="16079"/>
                      <a:pt x="128860" y="16045"/>
                      <a:pt x="128960" y="16045"/>
                    </a:cubicBezTo>
                    <a:cubicBezTo>
                      <a:pt x="130027" y="15778"/>
                      <a:pt x="131095" y="15578"/>
                      <a:pt x="132195" y="15545"/>
                    </a:cubicBezTo>
                    <a:cubicBezTo>
                      <a:pt x="132429" y="15545"/>
                      <a:pt x="132662" y="15445"/>
                      <a:pt x="132896" y="15445"/>
                    </a:cubicBezTo>
                    <a:cubicBezTo>
                      <a:pt x="133263" y="15411"/>
                      <a:pt x="133630" y="15411"/>
                      <a:pt x="133997" y="15411"/>
                    </a:cubicBezTo>
                    <a:cubicBezTo>
                      <a:pt x="134430" y="15445"/>
                      <a:pt x="134864" y="15545"/>
                      <a:pt x="135298" y="15545"/>
                    </a:cubicBezTo>
                    <a:cubicBezTo>
                      <a:pt x="142970" y="15545"/>
                      <a:pt x="150675" y="15545"/>
                      <a:pt x="158347" y="15545"/>
                    </a:cubicBezTo>
                    <a:cubicBezTo>
                      <a:pt x="160215" y="15545"/>
                      <a:pt x="162050" y="15411"/>
                      <a:pt x="163918" y="15645"/>
                    </a:cubicBezTo>
                    <a:cubicBezTo>
                      <a:pt x="163951" y="15678"/>
                      <a:pt x="164018" y="15678"/>
                      <a:pt x="164085" y="15645"/>
                    </a:cubicBezTo>
                    <a:cubicBezTo>
                      <a:pt x="165552" y="15178"/>
                      <a:pt x="167054" y="14711"/>
                      <a:pt x="168288" y="13643"/>
                    </a:cubicBezTo>
                    <a:cubicBezTo>
                      <a:pt x="168688" y="13310"/>
                      <a:pt x="169122" y="13043"/>
                      <a:pt x="169555" y="12743"/>
                    </a:cubicBezTo>
                    <a:cubicBezTo>
                      <a:pt x="170222" y="12276"/>
                      <a:pt x="170890" y="11875"/>
                      <a:pt x="171523" y="11408"/>
                    </a:cubicBezTo>
                    <a:cubicBezTo>
                      <a:pt x="171924" y="11108"/>
                      <a:pt x="172257" y="10741"/>
                      <a:pt x="172691" y="10508"/>
                    </a:cubicBezTo>
                    <a:cubicBezTo>
                      <a:pt x="173658" y="9941"/>
                      <a:pt x="174392" y="9107"/>
                      <a:pt x="175193" y="8340"/>
                    </a:cubicBezTo>
                    <a:cubicBezTo>
                      <a:pt x="175493" y="8073"/>
                      <a:pt x="175526" y="7806"/>
                      <a:pt x="175326" y="7472"/>
                    </a:cubicBezTo>
                    <a:close/>
                  </a:path>
                </a:pathLst>
              </a:cu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731;p40">
                <a:extLst>
                  <a:ext uri="{FF2B5EF4-FFF2-40B4-BE49-F238E27FC236}">
                    <a16:creationId xmlns:a16="http://schemas.microsoft.com/office/drawing/2014/main" id="{9CA4CD76-8AC6-F3D2-60BF-651BC79F31A4}"/>
                  </a:ext>
                </a:extLst>
              </p:cNvPr>
              <p:cNvSpPr/>
              <p:nvPr/>
            </p:nvSpPr>
            <p:spPr>
              <a:xfrm>
                <a:off x="2959200" y="1840375"/>
                <a:ext cx="4458200" cy="462025"/>
              </a:xfrm>
              <a:custGeom>
                <a:avLst/>
                <a:gdLst/>
                <a:ahLst/>
                <a:cxnLst/>
                <a:rect l="l" t="t" r="r" b="b"/>
                <a:pathLst>
                  <a:path w="178328" h="18481" extrusionOk="0">
                    <a:moveTo>
                      <a:pt x="178228" y="8740"/>
                    </a:moveTo>
                    <a:cubicBezTo>
                      <a:pt x="177928" y="8240"/>
                      <a:pt x="177627" y="7706"/>
                      <a:pt x="177227" y="7306"/>
                    </a:cubicBezTo>
                    <a:cubicBezTo>
                      <a:pt x="175793" y="6005"/>
                      <a:pt x="174158" y="5004"/>
                      <a:pt x="172457" y="4137"/>
                    </a:cubicBezTo>
                    <a:cubicBezTo>
                      <a:pt x="171623" y="3703"/>
                      <a:pt x="170789" y="3270"/>
                      <a:pt x="169989" y="2836"/>
                    </a:cubicBezTo>
                    <a:cubicBezTo>
                      <a:pt x="168854" y="2269"/>
                      <a:pt x="167754" y="1668"/>
                      <a:pt x="166620" y="1168"/>
                    </a:cubicBezTo>
                    <a:cubicBezTo>
                      <a:pt x="165585" y="734"/>
                      <a:pt x="164551" y="334"/>
                      <a:pt x="163384" y="434"/>
                    </a:cubicBezTo>
                    <a:cubicBezTo>
                      <a:pt x="162383" y="534"/>
                      <a:pt x="161316" y="568"/>
                      <a:pt x="160348" y="434"/>
                    </a:cubicBezTo>
                    <a:cubicBezTo>
                      <a:pt x="159114" y="201"/>
                      <a:pt x="157913" y="301"/>
                      <a:pt x="156712" y="234"/>
                    </a:cubicBezTo>
                    <a:cubicBezTo>
                      <a:pt x="156512" y="234"/>
                      <a:pt x="156312" y="234"/>
                      <a:pt x="156112" y="201"/>
                    </a:cubicBezTo>
                    <a:cubicBezTo>
                      <a:pt x="155612" y="134"/>
                      <a:pt x="155145" y="34"/>
                      <a:pt x="154644" y="34"/>
                    </a:cubicBezTo>
                    <a:cubicBezTo>
                      <a:pt x="151976" y="34"/>
                      <a:pt x="149307" y="34"/>
                      <a:pt x="146639" y="34"/>
                    </a:cubicBezTo>
                    <a:cubicBezTo>
                      <a:pt x="146372" y="34"/>
                      <a:pt x="146105" y="1"/>
                      <a:pt x="145871" y="67"/>
                    </a:cubicBezTo>
                    <a:cubicBezTo>
                      <a:pt x="145171" y="301"/>
                      <a:pt x="144437" y="234"/>
                      <a:pt x="143703" y="234"/>
                    </a:cubicBezTo>
                    <a:cubicBezTo>
                      <a:pt x="142903" y="267"/>
                      <a:pt x="142069" y="234"/>
                      <a:pt x="141268" y="267"/>
                    </a:cubicBezTo>
                    <a:cubicBezTo>
                      <a:pt x="140801" y="267"/>
                      <a:pt x="140367" y="401"/>
                      <a:pt x="139900" y="434"/>
                    </a:cubicBezTo>
                    <a:cubicBezTo>
                      <a:pt x="139167" y="468"/>
                      <a:pt x="138399" y="468"/>
                      <a:pt x="137666" y="434"/>
                    </a:cubicBezTo>
                    <a:cubicBezTo>
                      <a:pt x="137065" y="401"/>
                      <a:pt x="136465" y="234"/>
                      <a:pt x="135831" y="234"/>
                    </a:cubicBezTo>
                    <a:cubicBezTo>
                      <a:pt x="134397" y="201"/>
                      <a:pt x="132929" y="234"/>
                      <a:pt x="131494" y="234"/>
                    </a:cubicBezTo>
                    <a:cubicBezTo>
                      <a:pt x="129626" y="234"/>
                      <a:pt x="127792" y="301"/>
                      <a:pt x="125924" y="34"/>
                    </a:cubicBezTo>
                    <a:cubicBezTo>
                      <a:pt x="125657" y="1"/>
                      <a:pt x="125357" y="1"/>
                      <a:pt x="125057" y="1"/>
                    </a:cubicBezTo>
                    <a:cubicBezTo>
                      <a:pt x="119920" y="34"/>
                      <a:pt x="114749" y="34"/>
                      <a:pt x="109579" y="34"/>
                    </a:cubicBezTo>
                    <a:cubicBezTo>
                      <a:pt x="108078" y="34"/>
                      <a:pt x="106543" y="101"/>
                      <a:pt x="105042" y="67"/>
                    </a:cubicBezTo>
                    <a:cubicBezTo>
                      <a:pt x="104575" y="34"/>
                      <a:pt x="104142" y="201"/>
                      <a:pt x="103808" y="434"/>
                    </a:cubicBezTo>
                    <a:cubicBezTo>
                      <a:pt x="102107" y="468"/>
                      <a:pt x="100406" y="468"/>
                      <a:pt x="98704" y="434"/>
                    </a:cubicBezTo>
                    <a:cubicBezTo>
                      <a:pt x="96970" y="401"/>
                      <a:pt x="95269" y="267"/>
                      <a:pt x="93534" y="234"/>
                    </a:cubicBezTo>
                    <a:cubicBezTo>
                      <a:pt x="89398" y="234"/>
                      <a:pt x="85261" y="234"/>
                      <a:pt x="81125" y="234"/>
                    </a:cubicBezTo>
                    <a:cubicBezTo>
                      <a:pt x="75855" y="234"/>
                      <a:pt x="70551" y="301"/>
                      <a:pt x="65280" y="34"/>
                    </a:cubicBezTo>
                    <a:cubicBezTo>
                      <a:pt x="64447" y="1"/>
                      <a:pt x="63613" y="1"/>
                      <a:pt x="62779" y="1"/>
                    </a:cubicBezTo>
                    <a:cubicBezTo>
                      <a:pt x="48068" y="34"/>
                      <a:pt x="33324" y="34"/>
                      <a:pt x="18614" y="34"/>
                    </a:cubicBezTo>
                    <a:cubicBezTo>
                      <a:pt x="14311" y="34"/>
                      <a:pt x="9974" y="101"/>
                      <a:pt x="5705" y="67"/>
                    </a:cubicBezTo>
                    <a:cubicBezTo>
                      <a:pt x="2602" y="34"/>
                      <a:pt x="1" y="801"/>
                      <a:pt x="334" y="1935"/>
                    </a:cubicBezTo>
                    <a:cubicBezTo>
                      <a:pt x="568" y="2803"/>
                      <a:pt x="367" y="3670"/>
                      <a:pt x="367" y="4537"/>
                    </a:cubicBezTo>
                    <a:cubicBezTo>
                      <a:pt x="367" y="5004"/>
                      <a:pt x="234" y="5504"/>
                      <a:pt x="534" y="5938"/>
                    </a:cubicBezTo>
                    <a:cubicBezTo>
                      <a:pt x="1035" y="6739"/>
                      <a:pt x="968" y="7539"/>
                      <a:pt x="968" y="8340"/>
                    </a:cubicBezTo>
                    <a:cubicBezTo>
                      <a:pt x="968" y="9341"/>
                      <a:pt x="935" y="10375"/>
                      <a:pt x="901" y="11375"/>
                    </a:cubicBezTo>
                    <a:cubicBezTo>
                      <a:pt x="901" y="11609"/>
                      <a:pt x="801" y="11876"/>
                      <a:pt x="1001" y="12076"/>
                    </a:cubicBezTo>
                    <a:cubicBezTo>
                      <a:pt x="1902" y="13210"/>
                      <a:pt x="834" y="14378"/>
                      <a:pt x="1268" y="15512"/>
                    </a:cubicBezTo>
                    <a:cubicBezTo>
                      <a:pt x="1535" y="16179"/>
                      <a:pt x="2502" y="17046"/>
                      <a:pt x="4003" y="17380"/>
                    </a:cubicBezTo>
                    <a:cubicBezTo>
                      <a:pt x="6372" y="17947"/>
                      <a:pt x="9607" y="17680"/>
                      <a:pt x="12276" y="17747"/>
                    </a:cubicBezTo>
                    <a:cubicBezTo>
                      <a:pt x="15011" y="17813"/>
                      <a:pt x="17747" y="17780"/>
                      <a:pt x="20482" y="17813"/>
                    </a:cubicBezTo>
                    <a:cubicBezTo>
                      <a:pt x="22450" y="17847"/>
                      <a:pt x="24418" y="17947"/>
                      <a:pt x="26386" y="17980"/>
                    </a:cubicBezTo>
                    <a:cubicBezTo>
                      <a:pt x="30255" y="18047"/>
                      <a:pt x="34158" y="17813"/>
                      <a:pt x="37994" y="18214"/>
                    </a:cubicBezTo>
                    <a:cubicBezTo>
                      <a:pt x="38595" y="18280"/>
                      <a:pt x="39295" y="18247"/>
                      <a:pt x="39962" y="18247"/>
                    </a:cubicBezTo>
                    <a:cubicBezTo>
                      <a:pt x="44032" y="18247"/>
                      <a:pt x="48068" y="18247"/>
                      <a:pt x="52138" y="18247"/>
                    </a:cubicBezTo>
                    <a:cubicBezTo>
                      <a:pt x="52938" y="18247"/>
                      <a:pt x="53772" y="18280"/>
                      <a:pt x="54606" y="18314"/>
                    </a:cubicBezTo>
                    <a:cubicBezTo>
                      <a:pt x="55640" y="18380"/>
                      <a:pt x="56708" y="18447"/>
                      <a:pt x="57775" y="18447"/>
                    </a:cubicBezTo>
                    <a:cubicBezTo>
                      <a:pt x="60744" y="18480"/>
                      <a:pt x="63713" y="18480"/>
                      <a:pt x="66715" y="18447"/>
                    </a:cubicBezTo>
                    <a:cubicBezTo>
                      <a:pt x="69684" y="18447"/>
                      <a:pt x="72686" y="18447"/>
                      <a:pt x="75621" y="18280"/>
                    </a:cubicBezTo>
                    <a:cubicBezTo>
                      <a:pt x="79791" y="18013"/>
                      <a:pt x="83927" y="17880"/>
                      <a:pt x="88163" y="17880"/>
                    </a:cubicBezTo>
                    <a:cubicBezTo>
                      <a:pt x="95869" y="17913"/>
                      <a:pt x="103574" y="17913"/>
                      <a:pt x="111280" y="17913"/>
                    </a:cubicBezTo>
                    <a:cubicBezTo>
                      <a:pt x="111614" y="17947"/>
                      <a:pt x="111947" y="17980"/>
                      <a:pt x="112314" y="17980"/>
                    </a:cubicBezTo>
                    <a:cubicBezTo>
                      <a:pt x="113648" y="18047"/>
                      <a:pt x="115049" y="17847"/>
                      <a:pt x="116384" y="18214"/>
                    </a:cubicBezTo>
                    <a:cubicBezTo>
                      <a:pt x="116584" y="18280"/>
                      <a:pt x="116851" y="18247"/>
                      <a:pt x="117051" y="18247"/>
                    </a:cubicBezTo>
                    <a:cubicBezTo>
                      <a:pt x="118485" y="18247"/>
                      <a:pt x="119920" y="18247"/>
                      <a:pt x="121321" y="18247"/>
                    </a:cubicBezTo>
                    <a:cubicBezTo>
                      <a:pt x="121621" y="18247"/>
                      <a:pt x="121888" y="18280"/>
                      <a:pt x="122188" y="18314"/>
                    </a:cubicBezTo>
                    <a:cubicBezTo>
                      <a:pt x="122555" y="18380"/>
                      <a:pt x="122922" y="18447"/>
                      <a:pt x="123289" y="18480"/>
                    </a:cubicBezTo>
                    <a:cubicBezTo>
                      <a:pt x="124356" y="18480"/>
                      <a:pt x="125390" y="18480"/>
                      <a:pt x="126424" y="18480"/>
                    </a:cubicBezTo>
                    <a:cubicBezTo>
                      <a:pt x="127492" y="18447"/>
                      <a:pt x="128526" y="18480"/>
                      <a:pt x="129560" y="18280"/>
                    </a:cubicBezTo>
                    <a:cubicBezTo>
                      <a:pt x="131027" y="18013"/>
                      <a:pt x="132462" y="17880"/>
                      <a:pt x="133963" y="17913"/>
                    </a:cubicBezTo>
                    <a:cubicBezTo>
                      <a:pt x="138700" y="17913"/>
                      <a:pt x="143470" y="17913"/>
                      <a:pt x="148240" y="17913"/>
                    </a:cubicBezTo>
                    <a:lnTo>
                      <a:pt x="148240" y="17913"/>
                    </a:lnTo>
                    <a:cubicBezTo>
                      <a:pt x="153343" y="17913"/>
                      <a:pt x="158480" y="17913"/>
                      <a:pt x="163617" y="17913"/>
                    </a:cubicBezTo>
                    <a:cubicBezTo>
                      <a:pt x="164651" y="17947"/>
                      <a:pt x="165652" y="17913"/>
                      <a:pt x="166620" y="17546"/>
                    </a:cubicBezTo>
                    <a:cubicBezTo>
                      <a:pt x="167854" y="17079"/>
                      <a:pt x="169121" y="16679"/>
                      <a:pt x="170222" y="15845"/>
                    </a:cubicBezTo>
                    <a:cubicBezTo>
                      <a:pt x="170789" y="15412"/>
                      <a:pt x="171423" y="15045"/>
                      <a:pt x="172023" y="14644"/>
                    </a:cubicBezTo>
                    <a:cubicBezTo>
                      <a:pt x="172290" y="14444"/>
                      <a:pt x="172557" y="14277"/>
                      <a:pt x="172824" y="14111"/>
                    </a:cubicBezTo>
                    <a:cubicBezTo>
                      <a:pt x="173491" y="13610"/>
                      <a:pt x="174092" y="13043"/>
                      <a:pt x="174792" y="12676"/>
                    </a:cubicBezTo>
                    <a:cubicBezTo>
                      <a:pt x="175459" y="12309"/>
                      <a:pt x="175960" y="11809"/>
                      <a:pt x="176493" y="11309"/>
                    </a:cubicBezTo>
                    <a:cubicBezTo>
                      <a:pt x="176760" y="11042"/>
                      <a:pt x="177094" y="10808"/>
                      <a:pt x="177361" y="10541"/>
                    </a:cubicBezTo>
                    <a:cubicBezTo>
                      <a:pt x="177661" y="10174"/>
                      <a:pt x="177994" y="9774"/>
                      <a:pt x="178228" y="9341"/>
                    </a:cubicBezTo>
                    <a:cubicBezTo>
                      <a:pt x="178328" y="9207"/>
                      <a:pt x="178328" y="8907"/>
                      <a:pt x="178228" y="8740"/>
                    </a:cubicBezTo>
                    <a:close/>
                    <a:moveTo>
                      <a:pt x="176627" y="9441"/>
                    </a:moveTo>
                    <a:cubicBezTo>
                      <a:pt x="175826" y="10208"/>
                      <a:pt x="175126" y="11042"/>
                      <a:pt x="174125" y="11609"/>
                    </a:cubicBezTo>
                    <a:cubicBezTo>
                      <a:pt x="173691" y="11842"/>
                      <a:pt x="173358" y="12209"/>
                      <a:pt x="172957" y="12509"/>
                    </a:cubicBezTo>
                    <a:cubicBezTo>
                      <a:pt x="172324" y="12976"/>
                      <a:pt x="171656" y="13377"/>
                      <a:pt x="170989" y="13844"/>
                    </a:cubicBezTo>
                    <a:cubicBezTo>
                      <a:pt x="170556" y="14144"/>
                      <a:pt x="170122" y="14411"/>
                      <a:pt x="169722" y="14744"/>
                    </a:cubicBezTo>
                    <a:cubicBezTo>
                      <a:pt x="168488" y="15812"/>
                      <a:pt x="166986" y="16279"/>
                      <a:pt x="165519" y="16746"/>
                    </a:cubicBezTo>
                    <a:cubicBezTo>
                      <a:pt x="165452" y="16779"/>
                      <a:pt x="165385" y="16779"/>
                      <a:pt x="165352" y="16746"/>
                    </a:cubicBezTo>
                    <a:cubicBezTo>
                      <a:pt x="163484" y="16512"/>
                      <a:pt x="161649" y="16679"/>
                      <a:pt x="159781" y="16646"/>
                    </a:cubicBezTo>
                    <a:cubicBezTo>
                      <a:pt x="152109" y="16646"/>
                      <a:pt x="144404" y="16646"/>
                      <a:pt x="136732" y="16646"/>
                    </a:cubicBezTo>
                    <a:cubicBezTo>
                      <a:pt x="136298" y="16646"/>
                      <a:pt x="135864" y="16546"/>
                      <a:pt x="135431" y="16512"/>
                    </a:cubicBezTo>
                    <a:cubicBezTo>
                      <a:pt x="135064" y="16512"/>
                      <a:pt x="134697" y="16512"/>
                      <a:pt x="134330" y="16546"/>
                    </a:cubicBezTo>
                    <a:cubicBezTo>
                      <a:pt x="134096" y="16546"/>
                      <a:pt x="133863" y="16646"/>
                      <a:pt x="133629" y="16646"/>
                    </a:cubicBezTo>
                    <a:cubicBezTo>
                      <a:pt x="132529" y="16679"/>
                      <a:pt x="131461" y="16879"/>
                      <a:pt x="130394" y="17146"/>
                    </a:cubicBezTo>
                    <a:cubicBezTo>
                      <a:pt x="130327" y="17146"/>
                      <a:pt x="130227" y="17180"/>
                      <a:pt x="130127" y="17180"/>
                    </a:cubicBezTo>
                    <a:cubicBezTo>
                      <a:pt x="129393" y="17146"/>
                      <a:pt x="128659" y="17213"/>
                      <a:pt x="127892" y="17246"/>
                    </a:cubicBezTo>
                    <a:cubicBezTo>
                      <a:pt x="127191" y="17046"/>
                      <a:pt x="126524" y="16846"/>
                      <a:pt x="125824" y="16646"/>
                    </a:cubicBezTo>
                    <a:lnTo>
                      <a:pt x="109012" y="16646"/>
                    </a:lnTo>
                    <a:cubicBezTo>
                      <a:pt x="108745" y="16579"/>
                      <a:pt x="108478" y="16546"/>
                      <a:pt x="108211" y="16479"/>
                    </a:cubicBezTo>
                    <a:cubicBezTo>
                      <a:pt x="108178" y="16479"/>
                      <a:pt x="108111" y="16479"/>
                      <a:pt x="108078" y="16479"/>
                    </a:cubicBezTo>
                    <a:lnTo>
                      <a:pt x="104909" y="16479"/>
                    </a:lnTo>
                    <a:cubicBezTo>
                      <a:pt x="104642" y="16512"/>
                      <a:pt x="104375" y="16512"/>
                      <a:pt x="104108" y="16546"/>
                    </a:cubicBezTo>
                    <a:lnTo>
                      <a:pt x="104108" y="16546"/>
                    </a:lnTo>
                    <a:cubicBezTo>
                      <a:pt x="104142" y="16579"/>
                      <a:pt x="104175" y="16612"/>
                      <a:pt x="104175" y="16646"/>
                    </a:cubicBezTo>
                    <a:lnTo>
                      <a:pt x="96069" y="16646"/>
                    </a:lnTo>
                    <a:cubicBezTo>
                      <a:pt x="94868" y="16646"/>
                      <a:pt x="93634" y="16546"/>
                      <a:pt x="92400" y="16512"/>
                    </a:cubicBezTo>
                    <a:cubicBezTo>
                      <a:pt x="91332" y="16512"/>
                      <a:pt x="90265" y="16512"/>
                      <a:pt x="89198" y="16546"/>
                    </a:cubicBezTo>
                    <a:cubicBezTo>
                      <a:pt x="88564" y="16546"/>
                      <a:pt x="87930" y="16646"/>
                      <a:pt x="87263" y="16646"/>
                    </a:cubicBezTo>
                    <a:cubicBezTo>
                      <a:pt x="84127" y="16679"/>
                      <a:pt x="81058" y="16879"/>
                      <a:pt x="78023" y="17146"/>
                    </a:cubicBezTo>
                    <a:cubicBezTo>
                      <a:pt x="77789" y="17180"/>
                      <a:pt x="77523" y="17180"/>
                      <a:pt x="77289" y="17180"/>
                    </a:cubicBezTo>
                    <a:cubicBezTo>
                      <a:pt x="73920" y="17113"/>
                      <a:pt x="70551" y="17380"/>
                      <a:pt x="67148" y="17180"/>
                    </a:cubicBezTo>
                    <a:cubicBezTo>
                      <a:pt x="65314" y="17079"/>
                      <a:pt x="63513" y="17079"/>
                      <a:pt x="61578" y="17280"/>
                    </a:cubicBezTo>
                    <a:cubicBezTo>
                      <a:pt x="59910" y="17480"/>
                      <a:pt x="57842" y="17313"/>
                      <a:pt x="55940" y="17280"/>
                    </a:cubicBezTo>
                    <a:cubicBezTo>
                      <a:pt x="54706" y="17246"/>
                      <a:pt x="53505" y="17146"/>
                      <a:pt x="52271" y="17113"/>
                    </a:cubicBezTo>
                    <a:cubicBezTo>
                      <a:pt x="50370" y="17113"/>
                      <a:pt x="48468" y="17113"/>
                      <a:pt x="46567" y="17113"/>
                    </a:cubicBezTo>
                    <a:cubicBezTo>
                      <a:pt x="38628" y="17079"/>
                      <a:pt x="30689" y="17046"/>
                      <a:pt x="22750" y="16979"/>
                    </a:cubicBezTo>
                    <a:cubicBezTo>
                      <a:pt x="21616" y="16979"/>
                      <a:pt x="20482" y="16879"/>
                      <a:pt x="19348" y="16813"/>
                    </a:cubicBezTo>
                    <a:cubicBezTo>
                      <a:pt x="17813" y="16713"/>
                      <a:pt x="16279" y="16579"/>
                      <a:pt x="14744" y="16512"/>
                    </a:cubicBezTo>
                    <a:cubicBezTo>
                      <a:pt x="12776" y="16379"/>
                      <a:pt x="9140" y="16312"/>
                      <a:pt x="7206" y="16179"/>
                    </a:cubicBezTo>
                    <a:cubicBezTo>
                      <a:pt x="6705" y="16112"/>
                      <a:pt x="4704" y="16279"/>
                      <a:pt x="4304" y="16145"/>
                    </a:cubicBezTo>
                    <a:cubicBezTo>
                      <a:pt x="2069" y="15378"/>
                      <a:pt x="1869" y="14244"/>
                      <a:pt x="2636" y="13077"/>
                    </a:cubicBezTo>
                    <a:cubicBezTo>
                      <a:pt x="2736" y="12910"/>
                      <a:pt x="3270" y="12409"/>
                      <a:pt x="3069" y="12243"/>
                    </a:cubicBezTo>
                    <a:cubicBezTo>
                      <a:pt x="2502" y="11709"/>
                      <a:pt x="2402" y="11409"/>
                      <a:pt x="2402" y="10875"/>
                    </a:cubicBezTo>
                    <a:cubicBezTo>
                      <a:pt x="2369" y="9874"/>
                      <a:pt x="2402" y="8840"/>
                      <a:pt x="2302" y="7839"/>
                    </a:cubicBezTo>
                    <a:cubicBezTo>
                      <a:pt x="2269" y="7206"/>
                      <a:pt x="2002" y="6539"/>
                      <a:pt x="1835" y="5905"/>
                    </a:cubicBezTo>
                    <a:cubicBezTo>
                      <a:pt x="1802" y="5771"/>
                      <a:pt x="1702" y="5671"/>
                      <a:pt x="1702" y="5538"/>
                    </a:cubicBezTo>
                    <a:cubicBezTo>
                      <a:pt x="1668" y="4237"/>
                      <a:pt x="1668" y="2936"/>
                      <a:pt x="1668" y="1535"/>
                    </a:cubicBezTo>
                    <a:cubicBezTo>
                      <a:pt x="2469" y="1502"/>
                      <a:pt x="4737" y="1435"/>
                      <a:pt x="5304" y="1468"/>
                    </a:cubicBezTo>
                    <a:cubicBezTo>
                      <a:pt x="8773" y="1468"/>
                      <a:pt x="12243" y="1502"/>
                      <a:pt x="15712" y="1468"/>
                    </a:cubicBezTo>
                    <a:cubicBezTo>
                      <a:pt x="16846" y="1468"/>
                      <a:pt x="17980" y="1335"/>
                      <a:pt x="19114" y="1268"/>
                    </a:cubicBezTo>
                    <a:cubicBezTo>
                      <a:pt x="19815" y="1235"/>
                      <a:pt x="20549" y="1168"/>
                      <a:pt x="21282" y="1168"/>
                    </a:cubicBezTo>
                    <a:cubicBezTo>
                      <a:pt x="35526" y="1168"/>
                      <a:pt x="49736" y="1168"/>
                      <a:pt x="63980" y="1168"/>
                    </a:cubicBezTo>
                    <a:cubicBezTo>
                      <a:pt x="73386" y="1535"/>
                      <a:pt x="82826" y="1301"/>
                      <a:pt x="92266" y="1402"/>
                    </a:cubicBezTo>
                    <a:cubicBezTo>
                      <a:pt x="95902" y="1402"/>
                      <a:pt x="99538" y="1502"/>
                      <a:pt x="103174" y="1535"/>
                    </a:cubicBezTo>
                    <a:cubicBezTo>
                      <a:pt x="103174" y="1535"/>
                      <a:pt x="103174" y="1568"/>
                      <a:pt x="103174" y="1568"/>
                    </a:cubicBezTo>
                    <a:cubicBezTo>
                      <a:pt x="103508" y="1568"/>
                      <a:pt x="103875" y="1568"/>
                      <a:pt x="104242" y="1602"/>
                    </a:cubicBezTo>
                    <a:lnTo>
                      <a:pt x="104242" y="1535"/>
                    </a:lnTo>
                    <a:cubicBezTo>
                      <a:pt x="104242" y="1535"/>
                      <a:pt x="104275" y="1535"/>
                      <a:pt x="104275" y="1535"/>
                    </a:cubicBezTo>
                    <a:cubicBezTo>
                      <a:pt x="104742" y="1502"/>
                      <a:pt x="105209" y="1502"/>
                      <a:pt x="105676" y="1468"/>
                    </a:cubicBezTo>
                    <a:cubicBezTo>
                      <a:pt x="106643" y="1468"/>
                      <a:pt x="107611" y="1502"/>
                      <a:pt x="108545" y="1468"/>
                    </a:cubicBezTo>
                    <a:cubicBezTo>
                      <a:pt x="108845" y="1468"/>
                      <a:pt x="109112" y="1402"/>
                      <a:pt x="109412" y="1335"/>
                    </a:cubicBezTo>
                    <a:cubicBezTo>
                      <a:pt x="112081" y="1335"/>
                      <a:pt x="114783" y="1368"/>
                      <a:pt x="117484" y="1335"/>
                    </a:cubicBezTo>
                    <a:lnTo>
                      <a:pt x="118285" y="1335"/>
                    </a:lnTo>
                    <a:cubicBezTo>
                      <a:pt x="118352" y="1301"/>
                      <a:pt x="118485" y="1235"/>
                      <a:pt x="118552" y="1168"/>
                    </a:cubicBezTo>
                    <a:cubicBezTo>
                      <a:pt x="120854" y="1168"/>
                      <a:pt x="123189" y="1168"/>
                      <a:pt x="125490" y="1168"/>
                    </a:cubicBezTo>
                    <a:cubicBezTo>
                      <a:pt x="128759" y="1535"/>
                      <a:pt x="132095" y="1301"/>
                      <a:pt x="135397" y="1368"/>
                    </a:cubicBezTo>
                    <a:cubicBezTo>
                      <a:pt x="136732" y="1402"/>
                      <a:pt x="138066" y="1502"/>
                      <a:pt x="139367" y="1535"/>
                    </a:cubicBezTo>
                    <a:cubicBezTo>
                      <a:pt x="139700" y="1535"/>
                      <a:pt x="140001" y="1468"/>
                      <a:pt x="140334" y="1435"/>
                    </a:cubicBezTo>
                    <a:cubicBezTo>
                      <a:pt x="140601" y="1402"/>
                      <a:pt x="140901" y="1335"/>
                      <a:pt x="141201" y="1335"/>
                    </a:cubicBezTo>
                    <a:cubicBezTo>
                      <a:pt x="142202" y="1335"/>
                      <a:pt x="143203" y="1335"/>
                      <a:pt x="144237" y="1335"/>
                    </a:cubicBezTo>
                    <a:cubicBezTo>
                      <a:pt x="144837" y="1335"/>
                      <a:pt x="145438" y="1402"/>
                      <a:pt x="146038" y="1168"/>
                    </a:cubicBezTo>
                    <a:cubicBezTo>
                      <a:pt x="146238" y="1101"/>
                      <a:pt x="146505" y="1135"/>
                      <a:pt x="146739" y="1135"/>
                    </a:cubicBezTo>
                    <a:cubicBezTo>
                      <a:pt x="149407" y="1135"/>
                      <a:pt x="152076" y="1135"/>
                      <a:pt x="154744" y="1135"/>
                    </a:cubicBezTo>
                    <a:cubicBezTo>
                      <a:pt x="155078" y="1135"/>
                      <a:pt x="155412" y="1235"/>
                      <a:pt x="155745" y="1268"/>
                    </a:cubicBezTo>
                    <a:cubicBezTo>
                      <a:pt x="155979" y="1301"/>
                      <a:pt x="156212" y="1335"/>
                      <a:pt x="156446" y="1335"/>
                    </a:cubicBezTo>
                    <a:cubicBezTo>
                      <a:pt x="156913" y="1368"/>
                      <a:pt x="157380" y="1368"/>
                      <a:pt x="157847" y="1335"/>
                    </a:cubicBezTo>
                    <a:cubicBezTo>
                      <a:pt x="158881" y="1301"/>
                      <a:pt x="159915" y="1502"/>
                      <a:pt x="160915" y="1702"/>
                    </a:cubicBezTo>
                    <a:cubicBezTo>
                      <a:pt x="161149" y="1768"/>
                      <a:pt x="161382" y="1802"/>
                      <a:pt x="161616" y="1802"/>
                    </a:cubicBezTo>
                    <a:cubicBezTo>
                      <a:pt x="162884" y="1735"/>
                      <a:pt x="164051" y="2135"/>
                      <a:pt x="165285" y="2336"/>
                    </a:cubicBezTo>
                    <a:cubicBezTo>
                      <a:pt x="166019" y="2469"/>
                      <a:pt x="166786" y="2502"/>
                      <a:pt x="167453" y="2836"/>
                    </a:cubicBezTo>
                    <a:cubicBezTo>
                      <a:pt x="168221" y="3169"/>
                      <a:pt x="168988" y="3536"/>
                      <a:pt x="169755" y="3903"/>
                    </a:cubicBezTo>
                    <a:cubicBezTo>
                      <a:pt x="170656" y="4370"/>
                      <a:pt x="171523" y="4771"/>
                      <a:pt x="172390" y="5304"/>
                    </a:cubicBezTo>
                    <a:cubicBezTo>
                      <a:pt x="173791" y="6138"/>
                      <a:pt x="175192" y="6939"/>
                      <a:pt x="176360" y="8073"/>
                    </a:cubicBezTo>
                    <a:cubicBezTo>
                      <a:pt x="176527" y="8240"/>
                      <a:pt x="176660" y="8373"/>
                      <a:pt x="176760" y="8573"/>
                    </a:cubicBezTo>
                    <a:cubicBezTo>
                      <a:pt x="176960" y="8907"/>
                      <a:pt x="176927" y="9174"/>
                      <a:pt x="176627" y="944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Google Shape;736;p40">
              <a:extLst>
                <a:ext uri="{FF2B5EF4-FFF2-40B4-BE49-F238E27FC236}">
                  <a16:creationId xmlns:a16="http://schemas.microsoft.com/office/drawing/2014/main" id="{5463AF45-05A0-A208-4D0B-FF8EC34BE91A}"/>
                </a:ext>
              </a:extLst>
            </p:cNvPr>
            <p:cNvSpPr txBox="1"/>
            <p:nvPr/>
          </p:nvSpPr>
          <p:spPr>
            <a:xfrm>
              <a:off x="8158480" y="6055633"/>
              <a:ext cx="3623756" cy="4857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None/>
              </a:pPr>
              <a:r>
                <a:rPr lang="en-US" sz="1200" dirty="0">
                  <a:latin typeface="Roboto"/>
                  <a:ea typeface="Roboto"/>
                  <a:cs typeface="Roboto"/>
                  <a:sym typeface="Roboto"/>
                </a:rPr>
                <a:t>"course have useful topics or updated topics"</a:t>
              </a:r>
            </a:p>
          </p:txBody>
        </p:sp>
        <p:sp>
          <p:nvSpPr>
            <p:cNvPr id="20" name="Google Shape;737;p40">
              <a:extLst>
                <a:ext uri="{FF2B5EF4-FFF2-40B4-BE49-F238E27FC236}">
                  <a16:creationId xmlns:a16="http://schemas.microsoft.com/office/drawing/2014/main" id="{1E66B8A4-8A73-7839-61C7-CCF0CF1D49E6}"/>
                </a:ext>
              </a:extLst>
            </p:cNvPr>
            <p:cNvSpPr txBox="1"/>
            <p:nvPr/>
          </p:nvSpPr>
          <p:spPr>
            <a:xfrm>
              <a:off x="8427720" y="5554842"/>
              <a:ext cx="3354516" cy="4857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None/>
              </a:pPr>
              <a:r>
                <a:rPr lang="en-US" sz="1200" dirty="0">
                  <a:latin typeface="Roboto"/>
                  <a:ea typeface="Roboto"/>
                  <a:cs typeface="Roboto"/>
                  <a:sym typeface="Roboto"/>
                </a:rPr>
                <a:t>"clear or sufficient syllabus"</a:t>
              </a:r>
            </a:p>
          </p:txBody>
        </p:sp>
        <p:sp>
          <p:nvSpPr>
            <p:cNvPr id="21" name="Google Shape;734;p40">
              <a:extLst>
                <a:ext uri="{FF2B5EF4-FFF2-40B4-BE49-F238E27FC236}">
                  <a16:creationId xmlns:a16="http://schemas.microsoft.com/office/drawing/2014/main" id="{DBC37240-E8BB-3DA9-775C-449E9EEB6825}"/>
                </a:ext>
              </a:extLst>
            </p:cNvPr>
            <p:cNvSpPr txBox="1"/>
            <p:nvPr/>
          </p:nvSpPr>
          <p:spPr>
            <a:xfrm>
              <a:off x="7524035" y="5059636"/>
              <a:ext cx="4258199" cy="4857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None/>
              </a:pPr>
              <a:r>
                <a:rPr lang="en-US" sz="1200" dirty="0">
                  <a:latin typeface="Roboto"/>
                  <a:ea typeface="Roboto"/>
                  <a:cs typeface="Roboto"/>
                  <a:sym typeface="Roboto"/>
                </a:rPr>
                <a:t>"using real world example or exercises real world problems"</a:t>
              </a:r>
            </a:p>
          </p:txBody>
        </p:sp>
      </p:grpSp>
      <p:graphicFrame>
        <p:nvGraphicFramePr>
          <p:cNvPr id="26" name="Diagram 25">
            <a:extLst>
              <a:ext uri="{FF2B5EF4-FFF2-40B4-BE49-F238E27FC236}">
                <a16:creationId xmlns:a16="http://schemas.microsoft.com/office/drawing/2014/main" id="{5811F8CA-24D1-7A22-756F-CF2841CB887F}"/>
              </a:ext>
            </a:extLst>
          </p:cNvPr>
          <p:cNvGraphicFramePr/>
          <p:nvPr>
            <p:extLst>
              <p:ext uri="{D42A27DB-BD31-4B8C-83A1-F6EECF244321}">
                <p14:modId xmlns:p14="http://schemas.microsoft.com/office/powerpoint/2010/main" val="3996926378"/>
              </p:ext>
            </p:extLst>
          </p:nvPr>
        </p:nvGraphicFramePr>
        <p:xfrm>
          <a:off x="300290" y="1949035"/>
          <a:ext cx="4886325" cy="4939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27" name="Group 26">
            <a:extLst>
              <a:ext uri="{FF2B5EF4-FFF2-40B4-BE49-F238E27FC236}">
                <a16:creationId xmlns:a16="http://schemas.microsoft.com/office/drawing/2014/main" id="{007FA3F5-A66A-359C-7597-DA9B4498D43B}"/>
              </a:ext>
            </a:extLst>
          </p:cNvPr>
          <p:cNvGrpSpPr/>
          <p:nvPr/>
        </p:nvGrpSpPr>
        <p:grpSpPr>
          <a:xfrm>
            <a:off x="7101141" y="1949035"/>
            <a:ext cx="4886324" cy="493931"/>
            <a:chOff x="0" y="45954"/>
            <a:chExt cx="4886324" cy="433485"/>
          </a:xfrm>
        </p:grpSpPr>
        <p:sp>
          <p:nvSpPr>
            <p:cNvPr id="28" name="Rectangle: Rounded Corners 27">
              <a:extLst>
                <a:ext uri="{FF2B5EF4-FFF2-40B4-BE49-F238E27FC236}">
                  <a16:creationId xmlns:a16="http://schemas.microsoft.com/office/drawing/2014/main" id="{9DE73E51-937E-D801-B10C-97755BB01076}"/>
                </a:ext>
              </a:extLst>
            </p:cNvPr>
            <p:cNvSpPr/>
            <p:nvPr/>
          </p:nvSpPr>
          <p:spPr>
            <a:xfrm>
              <a:off x="0" y="45954"/>
              <a:ext cx="4886324" cy="433485"/>
            </a:xfrm>
            <a:prstGeom prst="roundRect">
              <a:avLst/>
            </a:prstGeom>
            <a:solidFill>
              <a:srgbClr val="002060"/>
            </a:soli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sp>
        <p:sp>
          <p:nvSpPr>
            <p:cNvPr id="29" name="Rectangle: Rounded Corners 4">
              <a:extLst>
                <a:ext uri="{FF2B5EF4-FFF2-40B4-BE49-F238E27FC236}">
                  <a16:creationId xmlns:a16="http://schemas.microsoft.com/office/drawing/2014/main" id="{9652C8F1-BF00-E9E1-28B6-DA34414EC31C}"/>
                </a:ext>
              </a:extLst>
            </p:cNvPr>
            <p:cNvSpPr txBox="1"/>
            <p:nvPr/>
          </p:nvSpPr>
          <p:spPr>
            <a:xfrm>
              <a:off x="21161" y="45954"/>
              <a:ext cx="4844002" cy="41232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Using Narsil/deberta-large-</a:t>
              </a:r>
              <a:r>
                <a:rPr lang="en-US" sz="1900" kern="1200" dirty="0" err="1"/>
                <a:t>mnli</a:t>
              </a:r>
              <a:r>
                <a:rPr lang="en-US" sz="1900" kern="1200" dirty="0"/>
                <a:t>-zero-</a:t>
              </a:r>
              <a:r>
                <a:rPr lang="en-US" sz="1900" kern="1200" dirty="0" err="1"/>
                <a:t>cls</a:t>
              </a:r>
              <a:r>
                <a:rPr lang="en-US" sz="1900" kern="1200" dirty="0"/>
                <a:t> model</a:t>
              </a:r>
            </a:p>
          </p:txBody>
        </p:sp>
      </p:grpSp>
      <p:pic>
        <p:nvPicPr>
          <p:cNvPr id="6" name="Picture 5">
            <a:extLst>
              <a:ext uri="{FF2B5EF4-FFF2-40B4-BE49-F238E27FC236}">
                <a16:creationId xmlns:a16="http://schemas.microsoft.com/office/drawing/2014/main" id="{201B7CE8-5354-8659-1289-57100187CE60}"/>
              </a:ext>
            </a:extLst>
          </p:cNvPr>
          <p:cNvPicPr>
            <a:picLocks noChangeAspect="1"/>
          </p:cNvPicPr>
          <p:nvPr/>
        </p:nvPicPr>
        <p:blipFill>
          <a:blip r:embed="rId7"/>
          <a:stretch>
            <a:fillRect/>
          </a:stretch>
        </p:blipFill>
        <p:spPr>
          <a:xfrm>
            <a:off x="7035563" y="2769839"/>
            <a:ext cx="4930741" cy="3695699"/>
          </a:xfrm>
          <a:prstGeom prst="rect">
            <a:avLst/>
          </a:prstGeom>
          <a:ln>
            <a:solidFill>
              <a:srgbClr val="002060"/>
            </a:solidFill>
          </a:ln>
        </p:spPr>
      </p:pic>
      <p:graphicFrame>
        <p:nvGraphicFramePr>
          <p:cNvPr id="24" name="Diagram 23">
            <a:extLst>
              <a:ext uri="{FF2B5EF4-FFF2-40B4-BE49-F238E27FC236}">
                <a16:creationId xmlns:a16="http://schemas.microsoft.com/office/drawing/2014/main" id="{964EEE13-4724-B69C-96D2-C191C4263B65}"/>
              </a:ext>
            </a:extLst>
          </p:cNvPr>
          <p:cNvGraphicFramePr/>
          <p:nvPr>
            <p:extLst>
              <p:ext uri="{D42A27DB-BD31-4B8C-83A1-F6EECF244321}">
                <p14:modId xmlns:p14="http://schemas.microsoft.com/office/powerpoint/2010/main" val="1929399450"/>
              </p:ext>
            </p:extLst>
          </p:nvPr>
        </p:nvGraphicFramePr>
        <p:xfrm>
          <a:off x="-316870" y="89523"/>
          <a:ext cx="3312095" cy="65773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8" name="Picture 7">
            <a:extLst>
              <a:ext uri="{FF2B5EF4-FFF2-40B4-BE49-F238E27FC236}">
                <a16:creationId xmlns:a16="http://schemas.microsoft.com/office/drawing/2014/main" id="{C3E68EC8-4862-E920-D43F-2FC3352F329D}"/>
              </a:ext>
            </a:extLst>
          </p:cNvPr>
          <p:cNvPicPr>
            <a:picLocks noChangeAspect="1"/>
          </p:cNvPicPr>
          <p:nvPr/>
        </p:nvPicPr>
        <p:blipFill>
          <a:blip r:embed="rId13"/>
          <a:stretch>
            <a:fillRect/>
          </a:stretch>
        </p:blipFill>
        <p:spPr>
          <a:xfrm>
            <a:off x="278081" y="2769838"/>
            <a:ext cx="4930741" cy="3695699"/>
          </a:xfrm>
          <a:prstGeom prst="rect">
            <a:avLst/>
          </a:prstGeom>
          <a:ln>
            <a:solidFill>
              <a:srgbClr val="002060"/>
            </a:solidFill>
          </a:ln>
        </p:spPr>
      </p:pic>
    </p:spTree>
    <p:extLst>
      <p:ext uri="{BB962C8B-B14F-4D97-AF65-F5344CB8AC3E}">
        <p14:creationId xmlns:p14="http://schemas.microsoft.com/office/powerpoint/2010/main" val="3946032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06D7227D-A74B-400D-E4B0-09E03DF43497}"/>
              </a:ext>
            </a:extLst>
          </p:cNvPr>
          <p:cNvGrpSpPr/>
          <p:nvPr/>
        </p:nvGrpSpPr>
        <p:grpSpPr>
          <a:xfrm>
            <a:off x="96922" y="142875"/>
            <a:ext cx="2088637" cy="1910629"/>
            <a:chOff x="3773572" y="144356"/>
            <a:chExt cx="2088637" cy="1910629"/>
          </a:xfrm>
        </p:grpSpPr>
        <p:pic>
          <p:nvPicPr>
            <p:cNvPr id="4" name="Picture 3">
              <a:extLst>
                <a:ext uri="{FF2B5EF4-FFF2-40B4-BE49-F238E27FC236}">
                  <a16:creationId xmlns:a16="http://schemas.microsoft.com/office/drawing/2014/main" id="{4A6B10C0-7174-A80C-1F61-4244467D9136}"/>
                </a:ext>
              </a:extLst>
            </p:cNvPr>
            <p:cNvPicPr>
              <a:picLocks noChangeAspect="1"/>
            </p:cNvPicPr>
            <p:nvPr/>
          </p:nvPicPr>
          <p:blipFill>
            <a:blip r:embed="rId2"/>
            <a:stretch>
              <a:fillRect/>
            </a:stretch>
          </p:blipFill>
          <p:spPr>
            <a:xfrm>
              <a:off x="3773572" y="552450"/>
              <a:ext cx="2065253" cy="1502535"/>
            </a:xfrm>
            <a:prstGeom prst="rect">
              <a:avLst/>
            </a:prstGeom>
          </p:spPr>
        </p:pic>
        <p:sp>
          <p:nvSpPr>
            <p:cNvPr id="2" name="Google Shape;181;p32">
              <a:extLst>
                <a:ext uri="{FF2B5EF4-FFF2-40B4-BE49-F238E27FC236}">
                  <a16:creationId xmlns:a16="http://schemas.microsoft.com/office/drawing/2014/main" id="{F62B9E17-67F8-F63E-6531-3BDF6D982258}"/>
                </a:ext>
              </a:extLst>
            </p:cNvPr>
            <p:cNvSpPr/>
            <p:nvPr/>
          </p:nvSpPr>
          <p:spPr>
            <a:xfrm>
              <a:off x="3773572" y="144356"/>
              <a:ext cx="2088637" cy="663788"/>
            </a:xfrm>
            <a:custGeom>
              <a:avLst/>
              <a:gdLst/>
              <a:ahLst/>
              <a:cxnLst/>
              <a:rect l="l" t="t" r="r" b="b"/>
              <a:pathLst>
                <a:path w="56308" h="29995" extrusionOk="0">
                  <a:moveTo>
                    <a:pt x="25997" y="0"/>
                  </a:moveTo>
                  <a:cubicBezTo>
                    <a:pt x="25091" y="0"/>
                    <a:pt x="24186" y="26"/>
                    <a:pt x="23284" y="84"/>
                  </a:cubicBezTo>
                  <a:cubicBezTo>
                    <a:pt x="20982" y="251"/>
                    <a:pt x="18647" y="251"/>
                    <a:pt x="16312" y="351"/>
                  </a:cubicBezTo>
                  <a:cubicBezTo>
                    <a:pt x="14845" y="418"/>
                    <a:pt x="13377" y="618"/>
                    <a:pt x="11909" y="785"/>
                  </a:cubicBezTo>
                  <a:cubicBezTo>
                    <a:pt x="10869" y="904"/>
                    <a:pt x="9855" y="1234"/>
                    <a:pt x="8798" y="1234"/>
                  </a:cubicBezTo>
                  <a:cubicBezTo>
                    <a:pt x="8668" y="1234"/>
                    <a:pt x="8538" y="1229"/>
                    <a:pt x="8407" y="1218"/>
                  </a:cubicBezTo>
                  <a:cubicBezTo>
                    <a:pt x="8240" y="1198"/>
                    <a:pt x="8075" y="1188"/>
                    <a:pt x="7911" y="1188"/>
                  </a:cubicBezTo>
                  <a:cubicBezTo>
                    <a:pt x="6763" y="1188"/>
                    <a:pt x="5680" y="1648"/>
                    <a:pt x="4571" y="1852"/>
                  </a:cubicBezTo>
                  <a:cubicBezTo>
                    <a:pt x="3436" y="2019"/>
                    <a:pt x="2536" y="2519"/>
                    <a:pt x="1735" y="3420"/>
                  </a:cubicBezTo>
                  <a:cubicBezTo>
                    <a:pt x="1101" y="4120"/>
                    <a:pt x="701" y="4854"/>
                    <a:pt x="668" y="5688"/>
                  </a:cubicBezTo>
                  <a:cubicBezTo>
                    <a:pt x="601" y="7856"/>
                    <a:pt x="268" y="9991"/>
                    <a:pt x="268" y="12160"/>
                  </a:cubicBezTo>
                  <a:cubicBezTo>
                    <a:pt x="268" y="12360"/>
                    <a:pt x="268" y="12560"/>
                    <a:pt x="234" y="12760"/>
                  </a:cubicBezTo>
                  <a:cubicBezTo>
                    <a:pt x="1" y="14795"/>
                    <a:pt x="101" y="16830"/>
                    <a:pt x="167" y="18864"/>
                  </a:cubicBezTo>
                  <a:cubicBezTo>
                    <a:pt x="234" y="20599"/>
                    <a:pt x="501" y="22267"/>
                    <a:pt x="634" y="24001"/>
                  </a:cubicBezTo>
                  <a:cubicBezTo>
                    <a:pt x="801" y="25703"/>
                    <a:pt x="1368" y="27270"/>
                    <a:pt x="2336" y="28671"/>
                  </a:cubicBezTo>
                  <a:cubicBezTo>
                    <a:pt x="2803" y="29405"/>
                    <a:pt x="3436" y="29906"/>
                    <a:pt x="4337" y="29972"/>
                  </a:cubicBezTo>
                  <a:cubicBezTo>
                    <a:pt x="4600" y="29986"/>
                    <a:pt x="4856" y="29994"/>
                    <a:pt x="5112" y="29994"/>
                  </a:cubicBezTo>
                  <a:cubicBezTo>
                    <a:pt x="5474" y="29994"/>
                    <a:pt x="5834" y="29978"/>
                    <a:pt x="6205" y="29939"/>
                  </a:cubicBezTo>
                  <a:cubicBezTo>
                    <a:pt x="7006" y="29839"/>
                    <a:pt x="7840" y="29672"/>
                    <a:pt x="8640" y="29672"/>
                  </a:cubicBezTo>
                  <a:cubicBezTo>
                    <a:pt x="10542" y="29672"/>
                    <a:pt x="12410" y="29439"/>
                    <a:pt x="14311" y="29372"/>
                  </a:cubicBezTo>
                  <a:cubicBezTo>
                    <a:pt x="16246" y="29305"/>
                    <a:pt x="18180" y="29105"/>
                    <a:pt x="20148" y="29105"/>
                  </a:cubicBezTo>
                  <a:cubicBezTo>
                    <a:pt x="21383" y="29105"/>
                    <a:pt x="22617" y="28938"/>
                    <a:pt x="23851" y="28872"/>
                  </a:cubicBezTo>
                  <a:cubicBezTo>
                    <a:pt x="25953" y="28771"/>
                    <a:pt x="28021" y="28638"/>
                    <a:pt x="30122" y="28571"/>
                  </a:cubicBezTo>
                  <a:cubicBezTo>
                    <a:pt x="30483" y="28565"/>
                    <a:pt x="30843" y="28563"/>
                    <a:pt x="31203" y="28563"/>
                  </a:cubicBezTo>
                  <a:cubicBezTo>
                    <a:pt x="32878" y="28563"/>
                    <a:pt x="34552" y="28622"/>
                    <a:pt x="36227" y="28705"/>
                  </a:cubicBezTo>
                  <a:cubicBezTo>
                    <a:pt x="36740" y="28740"/>
                    <a:pt x="37250" y="28754"/>
                    <a:pt x="37760" y="28754"/>
                  </a:cubicBezTo>
                  <a:cubicBezTo>
                    <a:pt x="39172" y="28754"/>
                    <a:pt x="40576" y="28645"/>
                    <a:pt x="41997" y="28571"/>
                  </a:cubicBezTo>
                  <a:cubicBezTo>
                    <a:pt x="42303" y="28560"/>
                    <a:pt x="42608" y="28555"/>
                    <a:pt x="42913" y="28555"/>
                  </a:cubicBezTo>
                  <a:cubicBezTo>
                    <a:pt x="44071" y="28555"/>
                    <a:pt x="45228" y="28621"/>
                    <a:pt x="46385" y="28621"/>
                  </a:cubicBezTo>
                  <a:cubicBezTo>
                    <a:pt x="46691" y="28621"/>
                    <a:pt x="46996" y="28616"/>
                    <a:pt x="47301" y="28605"/>
                  </a:cubicBezTo>
                  <a:cubicBezTo>
                    <a:pt x="49102" y="28538"/>
                    <a:pt x="50837" y="28138"/>
                    <a:pt x="52572" y="27571"/>
                  </a:cubicBezTo>
                  <a:cubicBezTo>
                    <a:pt x="53439" y="27304"/>
                    <a:pt x="54006" y="26703"/>
                    <a:pt x="54440" y="25936"/>
                  </a:cubicBezTo>
                  <a:cubicBezTo>
                    <a:pt x="55540" y="24068"/>
                    <a:pt x="55507" y="22033"/>
                    <a:pt x="55474" y="19999"/>
                  </a:cubicBezTo>
                  <a:cubicBezTo>
                    <a:pt x="55474" y="19832"/>
                    <a:pt x="55374" y="19665"/>
                    <a:pt x="55374" y="19465"/>
                  </a:cubicBezTo>
                  <a:cubicBezTo>
                    <a:pt x="55540" y="17964"/>
                    <a:pt x="55607" y="16429"/>
                    <a:pt x="55740" y="14895"/>
                  </a:cubicBezTo>
                  <a:cubicBezTo>
                    <a:pt x="55974" y="12860"/>
                    <a:pt x="56207" y="10859"/>
                    <a:pt x="56074" y="8824"/>
                  </a:cubicBezTo>
                  <a:cubicBezTo>
                    <a:pt x="56074" y="8590"/>
                    <a:pt x="56074" y="8323"/>
                    <a:pt x="56107" y="8090"/>
                  </a:cubicBezTo>
                  <a:cubicBezTo>
                    <a:pt x="56308" y="6789"/>
                    <a:pt x="56207" y="5455"/>
                    <a:pt x="55907" y="4154"/>
                  </a:cubicBezTo>
                  <a:cubicBezTo>
                    <a:pt x="55774" y="3453"/>
                    <a:pt x="55407" y="2920"/>
                    <a:pt x="54873" y="2453"/>
                  </a:cubicBezTo>
                  <a:cubicBezTo>
                    <a:pt x="54573" y="2186"/>
                    <a:pt x="54239" y="1886"/>
                    <a:pt x="53872" y="1719"/>
                  </a:cubicBezTo>
                  <a:cubicBezTo>
                    <a:pt x="53205" y="1419"/>
                    <a:pt x="52605" y="918"/>
                    <a:pt x="51804" y="885"/>
                  </a:cubicBezTo>
                  <a:cubicBezTo>
                    <a:pt x="49269" y="751"/>
                    <a:pt x="46767" y="585"/>
                    <a:pt x="44266" y="518"/>
                  </a:cubicBezTo>
                  <a:cubicBezTo>
                    <a:pt x="39829" y="418"/>
                    <a:pt x="35426" y="551"/>
                    <a:pt x="30989" y="218"/>
                  </a:cubicBezTo>
                  <a:cubicBezTo>
                    <a:pt x="29344" y="88"/>
                    <a:pt x="27671" y="0"/>
                    <a:pt x="25997" y="0"/>
                  </a:cubicBezTo>
                  <a:close/>
                </a:path>
              </a:pathLst>
            </a:custGeom>
            <a:solidFill>
              <a:srgbClr val="FAE0AA"/>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2000" b="1" dirty="0"/>
                <a:t>Conclusion</a:t>
              </a:r>
              <a:endParaRPr lang="en-US" sz="2000" dirty="0"/>
            </a:p>
          </p:txBody>
        </p:sp>
      </p:grpSp>
      <p:sp>
        <p:nvSpPr>
          <p:cNvPr id="7" name="TextBox 6">
            <a:extLst>
              <a:ext uri="{FF2B5EF4-FFF2-40B4-BE49-F238E27FC236}">
                <a16:creationId xmlns:a16="http://schemas.microsoft.com/office/drawing/2014/main" id="{9863BDBC-C253-422E-5C38-A89A4E1C7E1C}"/>
              </a:ext>
            </a:extLst>
          </p:cNvPr>
          <p:cNvSpPr txBox="1"/>
          <p:nvPr/>
        </p:nvSpPr>
        <p:spPr>
          <a:xfrm>
            <a:off x="2718416" y="60447"/>
            <a:ext cx="8191500" cy="2708434"/>
          </a:xfrm>
          <a:prstGeom prst="rect">
            <a:avLst/>
          </a:prstGeom>
          <a:noFill/>
        </p:spPr>
        <p:txBody>
          <a:bodyPr wrap="square" rtlCol="0">
            <a:spAutoFit/>
          </a:bodyPr>
          <a:lstStyle/>
          <a:p>
            <a:r>
              <a:rPr lang="en-US" dirty="0"/>
              <a:t>  </a:t>
            </a:r>
            <a:r>
              <a:rPr lang="en-US" sz="1400" dirty="0"/>
              <a:t>      On both models we have observed that the results regarding to the professor labels, are almost similar.</a:t>
            </a:r>
          </a:p>
          <a:p>
            <a:endParaRPr lang="en-US" sz="1400" dirty="0"/>
          </a:p>
          <a:p>
            <a:pPr marL="285750" indent="-285750">
              <a:buFont typeface="Wingdings" panose="05000000000000000000" pitchFamily="2" charset="2"/>
              <a:buChar char="ü"/>
            </a:pPr>
            <a:r>
              <a:rPr lang="en-US" sz="1400" dirty="0"/>
              <a:t>A professor with “strong knowledge and solid education or patient and caring”  characteristics receives high rating score.</a:t>
            </a:r>
          </a:p>
          <a:p>
            <a:pPr marL="285750" indent="-285750">
              <a:buFont typeface="Wingdings" panose="05000000000000000000" pitchFamily="2" charset="2"/>
              <a:buChar char="ü"/>
            </a:pPr>
            <a:r>
              <a:rPr lang="en-US" sz="1400" dirty="0"/>
              <a:t>A professor who “encourages the students to question ” receives lowest rating score.</a:t>
            </a:r>
          </a:p>
          <a:p>
            <a:pPr marL="285750" indent="-285750">
              <a:buFont typeface="Wingdings" panose="05000000000000000000" pitchFamily="2" charset="2"/>
              <a:buChar char="ü"/>
            </a:pPr>
            <a:r>
              <a:rPr lang="en-US" sz="1400" dirty="0"/>
              <a:t>A professor who “show up to class room on time or never misses class” (this label doesn't  have that much significance comparing to others), even though with a little review from student a professor still gets high rating score.</a:t>
            </a:r>
          </a:p>
          <a:p>
            <a:r>
              <a:rPr lang="en-US" sz="1800" dirty="0"/>
              <a:t>  </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endParaRPr lang="en-US" dirty="0"/>
          </a:p>
        </p:txBody>
      </p:sp>
      <p:sp>
        <p:nvSpPr>
          <p:cNvPr id="8" name="TextBox 7">
            <a:extLst>
              <a:ext uri="{FF2B5EF4-FFF2-40B4-BE49-F238E27FC236}">
                <a16:creationId xmlns:a16="http://schemas.microsoft.com/office/drawing/2014/main" id="{20D5E3EA-2E9F-1AA6-B036-FCD01E89C6B5}"/>
              </a:ext>
            </a:extLst>
          </p:cNvPr>
          <p:cNvSpPr txBox="1"/>
          <p:nvPr/>
        </p:nvSpPr>
        <p:spPr>
          <a:xfrm>
            <a:off x="2718416" y="2053504"/>
            <a:ext cx="9615352" cy="1723549"/>
          </a:xfrm>
          <a:prstGeom prst="rect">
            <a:avLst/>
          </a:prstGeom>
          <a:noFill/>
        </p:spPr>
        <p:txBody>
          <a:bodyPr wrap="square" rtlCol="0">
            <a:spAutoFit/>
          </a:bodyPr>
          <a:lstStyle/>
          <a:p>
            <a:r>
              <a:rPr lang="en-US" sz="1400" dirty="0"/>
              <a:t>        On both models we observed that the results regarding to the course, are completely different which is hard to conclude.</a:t>
            </a:r>
          </a:p>
          <a:p>
            <a:endParaRPr lang="en-US" sz="1400" dirty="0"/>
          </a:p>
          <a:p>
            <a:pPr marL="285750" indent="-285750">
              <a:buFont typeface="Wingdings" panose="05000000000000000000" pitchFamily="2" charset="2"/>
              <a:buChar char="ü"/>
            </a:pPr>
            <a:r>
              <a:rPr lang="en-US" sz="1400" dirty="0"/>
              <a:t>We can guess that students don’t preferer a course which is all about  “using real world examples or exercises real world problems” cause in both model students tends to give this course lowest rating score.</a:t>
            </a:r>
          </a:p>
          <a:p>
            <a:pPr marL="285750" indent="-285750">
              <a:buFont typeface="Wingdings" panose="05000000000000000000" pitchFamily="2" charset="2"/>
              <a:buChar char="ü"/>
            </a:pPr>
            <a:r>
              <a:rPr lang="en-US" sz="1400" dirty="0"/>
              <a:t>For other labels its really hard to conclude, because they have totally different results.</a:t>
            </a:r>
          </a:p>
          <a:p>
            <a:r>
              <a:rPr lang="en-US" sz="1800" dirty="0"/>
              <a:t>  </a:t>
            </a:r>
          </a:p>
          <a:p>
            <a:pPr marL="285750" indent="-285750">
              <a:buFont typeface="Wingdings" panose="05000000000000000000" pitchFamily="2" charset="2"/>
              <a:buChar char="ü"/>
            </a:pPr>
            <a:endParaRPr lang="en-US" dirty="0"/>
          </a:p>
        </p:txBody>
      </p:sp>
      <p:sp>
        <p:nvSpPr>
          <p:cNvPr id="9" name="TextBox 8">
            <a:extLst>
              <a:ext uri="{FF2B5EF4-FFF2-40B4-BE49-F238E27FC236}">
                <a16:creationId xmlns:a16="http://schemas.microsoft.com/office/drawing/2014/main" id="{5DBC2E17-B50F-FBF6-EED6-EA721D01111B}"/>
              </a:ext>
            </a:extLst>
          </p:cNvPr>
          <p:cNvSpPr txBox="1"/>
          <p:nvPr/>
        </p:nvSpPr>
        <p:spPr>
          <a:xfrm>
            <a:off x="96922" y="3603177"/>
            <a:ext cx="10377059" cy="1600438"/>
          </a:xfrm>
          <a:prstGeom prst="rect">
            <a:avLst/>
          </a:prstGeom>
          <a:noFill/>
        </p:spPr>
        <p:txBody>
          <a:bodyPr wrap="square" rtlCol="0">
            <a:spAutoFit/>
          </a:bodyPr>
          <a:lstStyle/>
          <a:p>
            <a:pPr marL="285750" indent="-285750">
              <a:buFont typeface="Wingdings" panose="05000000000000000000" pitchFamily="2" charset="2"/>
              <a:buChar char="ü"/>
            </a:pPr>
            <a:r>
              <a:rPr lang="en-US" sz="1400" dirty="0"/>
              <a:t>From this conclusion, university’s management department can hire a professor who is (have) “strong knowledge and solid education or patient and caring” and who can “show up to class room on time or never misses class” and also by discussing with professors to reduce “encourages the students to question”, it might be finding another solution to interact with students, they can improve the effectiveness of teaching and learning system.</a:t>
            </a:r>
          </a:p>
          <a:p>
            <a:pPr marL="285750" indent="-285750">
              <a:buFont typeface="Wingdings" panose="05000000000000000000" pitchFamily="2" charset="2"/>
              <a:buChar char="ü"/>
            </a:pPr>
            <a:r>
              <a:rPr lang="en-US" sz="1400" dirty="0"/>
              <a:t>Based on </a:t>
            </a:r>
            <a:r>
              <a:rPr lang="en-US" sz="1400" kern="1200" dirty="0"/>
              <a:t>Narsil/deberta-large-</a:t>
            </a:r>
            <a:r>
              <a:rPr lang="en-US" sz="1400" kern="1200" dirty="0" err="1"/>
              <a:t>mnli</a:t>
            </a:r>
            <a:r>
              <a:rPr lang="en-US" sz="1400" kern="1200" dirty="0"/>
              <a:t>-zero-</a:t>
            </a:r>
            <a:r>
              <a:rPr lang="en-US" sz="1400" kern="1200" dirty="0" err="1"/>
              <a:t>cls</a:t>
            </a:r>
            <a:r>
              <a:rPr lang="en-US" sz="1400" kern="1200" dirty="0"/>
              <a:t> </a:t>
            </a:r>
            <a:r>
              <a:rPr lang="en-US" sz="1400" dirty="0"/>
              <a:t>model if professors have “clear or sufficient syllabus” and try to conduct another way of “using real world examples or exercises real world problems” and have “useful topics or updated topics”. This leads to effective teaching and learning system. </a:t>
            </a:r>
          </a:p>
        </p:txBody>
      </p:sp>
      <p:graphicFrame>
        <p:nvGraphicFramePr>
          <p:cNvPr id="10" name="Table 10">
            <a:extLst>
              <a:ext uri="{FF2B5EF4-FFF2-40B4-BE49-F238E27FC236}">
                <a16:creationId xmlns:a16="http://schemas.microsoft.com/office/drawing/2014/main" id="{2CF493DF-C4E1-D653-137C-AEEC1C955DC4}"/>
              </a:ext>
            </a:extLst>
          </p:cNvPr>
          <p:cNvGraphicFramePr>
            <a:graphicFrameLocks noGrp="1"/>
          </p:cNvGraphicFramePr>
          <p:nvPr>
            <p:extLst>
              <p:ext uri="{D42A27DB-BD31-4B8C-83A1-F6EECF244321}">
                <p14:modId xmlns:p14="http://schemas.microsoft.com/office/powerpoint/2010/main" val="3000454924"/>
              </p:ext>
            </p:extLst>
          </p:nvPr>
        </p:nvGraphicFramePr>
        <p:xfrm>
          <a:off x="2217309" y="5203615"/>
          <a:ext cx="8128000" cy="12395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896562346"/>
                    </a:ext>
                  </a:extLst>
                </a:gridCol>
                <a:gridCol w="4064000">
                  <a:extLst>
                    <a:ext uri="{9D8B030D-6E8A-4147-A177-3AD203B41FA5}">
                      <a16:colId xmlns:a16="http://schemas.microsoft.com/office/drawing/2014/main" val="3245888041"/>
                    </a:ext>
                  </a:extLst>
                </a:gridCol>
              </a:tblGrid>
              <a:tr h="370840">
                <a:tc>
                  <a:txBody>
                    <a:bodyPr/>
                    <a:lstStyle/>
                    <a:p>
                      <a:pPr algn="ctr"/>
                      <a:r>
                        <a:rPr lang="en-US" dirty="0"/>
                        <a:t>Model</a:t>
                      </a:r>
                    </a:p>
                  </a:txBody>
                  <a:tcPr/>
                </a:tc>
                <a:tc>
                  <a:txBody>
                    <a:bodyPr/>
                    <a:lstStyle/>
                    <a:p>
                      <a:pPr algn="ctr"/>
                      <a:r>
                        <a:rPr lang="en-US" dirty="0"/>
                        <a:t>Performance (Time)</a:t>
                      </a:r>
                    </a:p>
                  </a:txBody>
                  <a:tcPr/>
                </a:tc>
                <a:extLst>
                  <a:ext uri="{0D108BD9-81ED-4DB2-BD59-A6C34878D82A}">
                    <a16:rowId xmlns:a16="http://schemas.microsoft.com/office/drawing/2014/main" val="444992177"/>
                  </a:ext>
                </a:extLst>
              </a:tr>
              <a:tr h="24981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valhalla/distilbart-mnli-12-1 model</a:t>
                      </a:r>
                    </a:p>
                  </a:txBody>
                  <a:tcPr/>
                </a:tc>
                <a:tc>
                  <a:txBody>
                    <a:bodyPr/>
                    <a:lstStyle/>
                    <a:p>
                      <a:pPr algn="ctr"/>
                      <a:r>
                        <a:rPr lang="en-US" dirty="0"/>
                        <a:t>3:20 hours</a:t>
                      </a:r>
                    </a:p>
                  </a:txBody>
                  <a:tcPr/>
                </a:tc>
                <a:extLst>
                  <a:ext uri="{0D108BD9-81ED-4DB2-BD59-A6C34878D82A}">
                    <a16:rowId xmlns:a16="http://schemas.microsoft.com/office/drawing/2014/main" val="4120789911"/>
                  </a:ext>
                </a:extLst>
              </a:tr>
              <a:tr h="502920">
                <a:tc>
                  <a:txBody>
                    <a:bodyPr/>
                    <a:lstStyle/>
                    <a:p>
                      <a:r>
                        <a:rPr lang="en-US" sz="1800" kern="1200" dirty="0"/>
                        <a:t>Narsil/deberta-large-</a:t>
                      </a:r>
                      <a:r>
                        <a:rPr lang="en-US" sz="1800" kern="1200" dirty="0" err="1"/>
                        <a:t>mnli</a:t>
                      </a:r>
                      <a:r>
                        <a:rPr lang="en-US" sz="1800" kern="1200" dirty="0"/>
                        <a:t>-zero-</a:t>
                      </a:r>
                      <a:r>
                        <a:rPr lang="en-US" sz="1800" kern="1200" dirty="0" err="1"/>
                        <a:t>cls</a:t>
                      </a:r>
                      <a:r>
                        <a:rPr lang="en-US" sz="1800" kern="1200" dirty="0"/>
                        <a:t> model</a:t>
                      </a:r>
                      <a:endParaRPr lang="en-US" dirty="0"/>
                    </a:p>
                  </a:txBody>
                  <a:tcPr/>
                </a:tc>
                <a:tc>
                  <a:txBody>
                    <a:bodyPr/>
                    <a:lstStyle/>
                    <a:p>
                      <a:pPr algn="ctr"/>
                      <a:r>
                        <a:rPr lang="en-US" dirty="0"/>
                        <a:t>5:38 hours </a:t>
                      </a:r>
                    </a:p>
                  </a:txBody>
                  <a:tcPr/>
                </a:tc>
                <a:extLst>
                  <a:ext uri="{0D108BD9-81ED-4DB2-BD59-A6C34878D82A}">
                    <a16:rowId xmlns:a16="http://schemas.microsoft.com/office/drawing/2014/main" val="262760396"/>
                  </a:ext>
                </a:extLst>
              </a:tr>
            </a:tbl>
          </a:graphicData>
        </a:graphic>
      </p:graphicFrame>
    </p:spTree>
    <p:extLst>
      <p:ext uri="{BB962C8B-B14F-4D97-AF65-F5344CB8AC3E}">
        <p14:creationId xmlns:p14="http://schemas.microsoft.com/office/powerpoint/2010/main" val="108344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926691A7-7C2C-CF74-215F-0660FDA423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A51E7C09-DD99-9593-9A51-0C78EB4264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4" name="Group 3">
            <a:extLst>
              <a:ext uri="{FF2B5EF4-FFF2-40B4-BE49-F238E27FC236}">
                <a16:creationId xmlns:a16="http://schemas.microsoft.com/office/drawing/2014/main" id="{68D74E6F-9493-B14B-EB16-2BD65CDFB74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5" name="Rectangle 4">
              <a:extLst>
                <a:ext uri="{FF2B5EF4-FFF2-40B4-BE49-F238E27FC236}">
                  <a16:creationId xmlns:a16="http://schemas.microsoft.com/office/drawing/2014/main" id="{D8E4586B-641B-6037-125B-75B24BFDB9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Rectangle 5">
              <a:extLst>
                <a:ext uri="{FF2B5EF4-FFF2-40B4-BE49-F238E27FC236}">
                  <a16:creationId xmlns:a16="http://schemas.microsoft.com/office/drawing/2014/main" id="{CAF93951-CD55-4EB1-E870-2B4CA4E2AC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7" name="Rectangle 6">
              <a:extLst>
                <a:ext uri="{FF2B5EF4-FFF2-40B4-BE49-F238E27FC236}">
                  <a16:creationId xmlns:a16="http://schemas.microsoft.com/office/drawing/2014/main" id="{EEC43FB6-4D6A-9EA1-C0C6-E79F9CC11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8" name="Title 1">
            <a:extLst>
              <a:ext uri="{FF2B5EF4-FFF2-40B4-BE49-F238E27FC236}">
                <a16:creationId xmlns:a16="http://schemas.microsoft.com/office/drawing/2014/main" id="{C3D98A0A-A242-F7B6-4E95-A11F2E0E5E03}"/>
              </a:ext>
            </a:extLst>
          </p:cNvPr>
          <p:cNvSpPr txBox="1">
            <a:spLocks/>
          </p:cNvSpPr>
          <p:nvPr/>
        </p:nvSpPr>
        <p:spPr>
          <a:xfrm>
            <a:off x="8519541" y="2938108"/>
            <a:ext cx="3081576" cy="619124"/>
          </a:xfrm>
          <a:prstGeom prst="rect">
            <a:avLst/>
          </a:prstGeom>
        </p:spPr>
        <p:txBody>
          <a:bodyPr>
            <a:normAutofit fontScale="92500" lnSpcReduction="10000"/>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r>
              <a:rPr lang="en-US" b="1" dirty="0">
                <a:solidFill>
                  <a:srgbClr val="FFFFFF"/>
                </a:solidFill>
              </a:rPr>
              <a:t>Thank You</a:t>
            </a:r>
          </a:p>
        </p:txBody>
      </p:sp>
      <p:pic>
        <p:nvPicPr>
          <p:cNvPr id="9" name="Picture 8" descr="Digital Numbers">
            <a:extLst>
              <a:ext uri="{FF2B5EF4-FFF2-40B4-BE49-F238E27FC236}">
                <a16:creationId xmlns:a16="http://schemas.microsoft.com/office/drawing/2014/main" id="{184B5C05-434E-F3F9-E6FA-A8EFE4403B1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189" r="9642" b="1"/>
          <a:stretch/>
        </p:blipFill>
        <p:spPr>
          <a:xfrm>
            <a:off x="446534" y="723899"/>
            <a:ext cx="7482125" cy="5676901"/>
          </a:xfrm>
          <a:prstGeom prst="rect">
            <a:avLst/>
          </a:prstGeom>
        </p:spPr>
      </p:pic>
    </p:spTree>
    <p:extLst>
      <p:ext uri="{BB962C8B-B14F-4D97-AF65-F5344CB8AC3E}">
        <p14:creationId xmlns:p14="http://schemas.microsoft.com/office/powerpoint/2010/main" val="25442505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2311</TotalTime>
  <Words>1125</Words>
  <Application>Microsoft Office PowerPoint</Application>
  <PresentationFormat>Widescreen</PresentationFormat>
  <Paragraphs>94</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Calibri</vt:lpstr>
      <vt:lpstr>Roboto</vt:lpstr>
      <vt:lpstr>Tw Cen MT</vt:lpstr>
      <vt:lpstr>Tw Cen MT Condensed</vt:lpstr>
      <vt:lpstr>Wingdings</vt:lpstr>
      <vt:lpstr>Wingdings 3</vt:lpstr>
      <vt:lpstr>Integral</vt:lpstr>
      <vt:lpstr>Applied Machine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 design</dc:title>
  <dc:creator>abel nerea</dc:creator>
  <cp:lastModifiedBy>abel nerea</cp:lastModifiedBy>
  <cp:revision>21</cp:revision>
  <dcterms:created xsi:type="dcterms:W3CDTF">2022-06-04T06:12:12Z</dcterms:created>
  <dcterms:modified xsi:type="dcterms:W3CDTF">2022-06-06T20:04:00Z</dcterms:modified>
</cp:coreProperties>
</file>